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3.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7"/>
    <p:sldId id="271" r:id="rId6"/>
    <p:sldId id="272" r:id="rId5"/>
    <p:sldId id="273" r:id="rId3"/>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7FA"/>
    <a:srgbClr val="FFFFFF"/>
    <a:srgbClr val="4472C4"/>
    <a:srgbClr val="0000FF"/>
    <a:srgbClr val="F5FCFC"/>
    <a:srgbClr val="37D0E2"/>
    <a:srgbClr val="36C7D7"/>
    <a:srgbClr val="18C3D6"/>
    <a:srgbClr val="22D3EF"/>
    <a:srgbClr val="2D31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6" autoAdjust="0"/>
    <p:restoredTop sz="79567" autoAdjust="0"/>
  </p:normalViewPr>
  <p:slideViewPr>
    <p:cSldViewPr snapToGrid="0">
      <p:cViewPr varScale="1">
        <p:scale>
          <a:sx n="88" d="100"/>
          <a:sy n="88" d="100"/>
        </p:scale>
        <p:origin x="1500" y="84"/>
      </p:cViewPr>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94" d="100"/>
          <a:sy n="94" d="100"/>
        </p:scale>
        <p:origin x="3226"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8.xml"/><Relationship Id="rId4" Type="http://schemas.openxmlformats.org/officeDocument/2006/relationships/notesMaster" Target="notesMasters/notesMaster1.xml"/><Relationship Id="rId5" Type="http://schemas.openxmlformats.org/officeDocument/2006/relationships/slide" Target="slides/slide17.xml"/><Relationship Id="rId6" Type="http://schemas.openxmlformats.org/officeDocument/2006/relationships/slide" Target="slides/slide16.xml"/><Relationship Id="rId7" Type="http://schemas.openxmlformats.org/officeDocument/2006/relationships/slide" Target="slides/slide15.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ableStyles" Target="tableStyles.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7D4B29-400F-4285-9793-B47B16C71FF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9DACCE3-0533-47BF-BD7F-1911409AB83D}"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AFF34-85D7-4EB3-877C-EC34D62261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9021AA-CC5A-4C02-BCCC-FFFB3AB36BB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20" name="图片 19" descr="黑暗里有星球&#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rcRect b="8138"/>
          <a:stretch>
            <a:fillRect/>
          </a:stretch>
        </p:blipFill>
        <p:spPr>
          <a:xfrm flipV="1">
            <a:off x="0" y="0"/>
            <a:ext cx="12192000" cy="7454900"/>
          </a:xfrm>
          <a:prstGeom prst="rect">
            <a:avLst/>
          </a:prstGeom>
        </p:spPr>
      </p:pic>
      <p:sp>
        <p:nvSpPr>
          <p:cNvPr id="28" name="文本占位符 27"/>
          <p:cNvSpPr>
            <a:spLocks noGrp="1"/>
          </p:cNvSpPr>
          <p:nvPr>
            <p:ph type="body" sz="quarter" idx="10" hasCustomPrompt="1"/>
          </p:nvPr>
        </p:nvSpPr>
        <p:spPr>
          <a:xfrm>
            <a:off x="4932793" y="2537392"/>
            <a:ext cx="6751207" cy="646331"/>
          </a:xfrm>
          <a:prstGeom prst="rect">
            <a:avLst/>
          </a:prstGeom>
        </p:spPr>
        <p:txBody>
          <a:bodyPr wrap="square">
            <a:spAutoFit/>
          </a:bodyPr>
          <a:lstStyle>
            <a:lvl1pPr marL="0" indent="0" algn="r">
              <a:buNone/>
              <a:defRPr sz="4000">
                <a:solidFill>
                  <a:srgbClr val="00B3CC"/>
                </a:solidFill>
                <a:latin typeface="微软雅黑" panose="020B0503020204020204" pitchFamily="34" charset="-122"/>
                <a:ea typeface="微软雅黑" panose="020B0503020204020204" pitchFamily="34" charset="-122"/>
              </a:defRPr>
            </a:lvl1pPr>
            <a:lvl4pPr marL="1371600" indent="0">
              <a:buNone/>
              <a:defRPr/>
            </a:lvl4pPr>
            <a:lvl5pPr marL="1828800" indent="0">
              <a:buNone/>
              <a:defRPr/>
            </a:lvl5pPr>
          </a:lstStyle>
          <a:p>
            <a:pPr lvl="0"/>
            <a:r>
              <a:rPr lang="zh-CN" altLang="en-US" dirty="0"/>
              <a:t>一级标题</a:t>
            </a:r>
            <a:endParaRPr lang="en-US" altLang="zh-CN" dirty="0"/>
          </a:p>
        </p:txBody>
      </p:sp>
      <p:sp>
        <p:nvSpPr>
          <p:cNvPr id="30" name="文本占位符 27"/>
          <p:cNvSpPr>
            <a:spLocks noGrp="1"/>
          </p:cNvSpPr>
          <p:nvPr>
            <p:ph type="body" sz="quarter" idx="11" hasCustomPrompt="1"/>
          </p:nvPr>
        </p:nvSpPr>
        <p:spPr>
          <a:xfrm>
            <a:off x="4932793" y="3296705"/>
            <a:ext cx="6751207" cy="313932"/>
          </a:xfrm>
          <a:prstGeom prst="rect">
            <a:avLst/>
          </a:prstGeom>
        </p:spPr>
        <p:txBody>
          <a:bodyPr wrap="square">
            <a:spAutoFit/>
          </a:bodyPr>
          <a:lstStyle>
            <a:lvl1pPr marL="0" indent="0" algn="r">
              <a:buNone/>
              <a:defRPr sz="1600">
                <a:solidFill>
                  <a:schemeClr val="bg1"/>
                </a:solidFill>
                <a:latin typeface="微软雅黑 Light" panose="020B0502040204020203" pitchFamily="34" charset="-122"/>
                <a:ea typeface="微软雅黑 Light" panose="020B0502040204020203" pitchFamily="34" charset="-122"/>
              </a:defRPr>
            </a:lvl1pPr>
            <a:lvl4pPr marL="1371600" indent="0">
              <a:buNone/>
              <a:defRPr/>
            </a:lvl4pPr>
            <a:lvl5pPr marL="1828800" indent="0">
              <a:buNone/>
              <a:defRPr/>
            </a:lvl5pPr>
          </a:lstStyle>
          <a:p>
            <a:pPr lvl="0"/>
            <a:r>
              <a:rPr lang="zh-CN" altLang="en-US" dirty="0"/>
              <a:t>二级标题</a:t>
            </a:r>
            <a:endParaRPr lang="en-US" altLang="zh-CN" dirty="0"/>
          </a:p>
        </p:txBody>
      </p:sp>
      <p:sp>
        <p:nvSpPr>
          <p:cNvPr id="2" name="文本框 1"/>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样式01">
    <p:bg>
      <p:bgPr>
        <a:solidFill>
          <a:srgbClr val="E6F7FA"/>
        </a:solidFill>
        <a:effectLst/>
      </p:bgPr>
    </p:bg>
    <p:spTree>
      <p:nvGrpSpPr>
        <p:cNvPr id="1" name=""/>
        <p:cNvGrpSpPr/>
        <p:nvPr/>
      </p:nvGrpSpPr>
      <p:grpSpPr>
        <a:xfrm>
          <a:off x="0" y="0"/>
          <a:ext cx="0" cy="0"/>
          <a:chOff x="0" y="0"/>
          <a:chExt cx="0" cy="0"/>
        </a:xfrm>
      </p:grpSpPr>
      <p:sp>
        <p:nvSpPr>
          <p:cNvPr id="57" name="文本占位符 56"/>
          <p:cNvSpPr>
            <a:spLocks noGrp="1"/>
          </p:cNvSpPr>
          <p:nvPr>
            <p:ph type="body" sz="quarter" idx="11" hasCustomPrompt="1"/>
          </p:nvPr>
        </p:nvSpPr>
        <p:spPr>
          <a:xfrm>
            <a:off x="740320" y="2001020"/>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01</a:t>
            </a:r>
            <a:endParaRPr lang="zh-CN" altLang="en-US" dirty="0"/>
          </a:p>
        </p:txBody>
      </p:sp>
      <p:sp>
        <p:nvSpPr>
          <p:cNvPr id="58" name="文本占位符 56"/>
          <p:cNvSpPr>
            <a:spLocks noGrp="1"/>
          </p:cNvSpPr>
          <p:nvPr>
            <p:ph type="body" sz="quarter" idx="12" hasCustomPrompt="1"/>
          </p:nvPr>
        </p:nvSpPr>
        <p:spPr>
          <a:xfrm>
            <a:off x="740320" y="2373337"/>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61" name="文本占位符 56"/>
          <p:cNvSpPr>
            <a:spLocks noGrp="1"/>
          </p:cNvSpPr>
          <p:nvPr>
            <p:ph type="body" sz="quarter" idx="13" hasCustomPrompt="1"/>
          </p:nvPr>
        </p:nvSpPr>
        <p:spPr>
          <a:xfrm>
            <a:off x="4329340" y="2001020"/>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02</a:t>
            </a:r>
            <a:endParaRPr lang="zh-CN" altLang="en-US" dirty="0"/>
          </a:p>
        </p:txBody>
      </p:sp>
      <p:sp>
        <p:nvSpPr>
          <p:cNvPr id="62" name="文本占位符 56"/>
          <p:cNvSpPr>
            <a:spLocks noGrp="1"/>
          </p:cNvSpPr>
          <p:nvPr>
            <p:ph type="body" sz="quarter" idx="14" hasCustomPrompt="1"/>
          </p:nvPr>
        </p:nvSpPr>
        <p:spPr>
          <a:xfrm>
            <a:off x="4329340" y="2373337"/>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67" name="文本占位符 56"/>
          <p:cNvSpPr>
            <a:spLocks noGrp="1"/>
          </p:cNvSpPr>
          <p:nvPr>
            <p:ph type="body" sz="quarter" idx="15" hasCustomPrompt="1"/>
          </p:nvPr>
        </p:nvSpPr>
        <p:spPr>
          <a:xfrm>
            <a:off x="740320" y="2907797"/>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03</a:t>
            </a:r>
            <a:endParaRPr lang="zh-CN" altLang="en-US" dirty="0"/>
          </a:p>
        </p:txBody>
      </p:sp>
      <p:sp>
        <p:nvSpPr>
          <p:cNvPr id="68" name="文本占位符 56"/>
          <p:cNvSpPr>
            <a:spLocks noGrp="1"/>
          </p:cNvSpPr>
          <p:nvPr>
            <p:ph type="body" sz="quarter" idx="16" hasCustomPrompt="1"/>
          </p:nvPr>
        </p:nvSpPr>
        <p:spPr>
          <a:xfrm>
            <a:off x="740320" y="3280114"/>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69" name="文本占位符 56"/>
          <p:cNvSpPr>
            <a:spLocks noGrp="1"/>
          </p:cNvSpPr>
          <p:nvPr>
            <p:ph type="body" sz="quarter" idx="17" hasCustomPrompt="1"/>
          </p:nvPr>
        </p:nvSpPr>
        <p:spPr>
          <a:xfrm>
            <a:off x="4329340" y="2907797"/>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04</a:t>
            </a:r>
            <a:endParaRPr lang="zh-CN" altLang="en-US" dirty="0"/>
          </a:p>
        </p:txBody>
      </p:sp>
      <p:sp>
        <p:nvSpPr>
          <p:cNvPr id="70" name="文本占位符 56"/>
          <p:cNvSpPr>
            <a:spLocks noGrp="1"/>
          </p:cNvSpPr>
          <p:nvPr>
            <p:ph type="body" sz="quarter" idx="18" hasCustomPrompt="1"/>
          </p:nvPr>
        </p:nvSpPr>
        <p:spPr>
          <a:xfrm>
            <a:off x="4329340" y="3280114"/>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71" name="文本占位符 56"/>
          <p:cNvSpPr>
            <a:spLocks noGrp="1"/>
          </p:cNvSpPr>
          <p:nvPr>
            <p:ph type="body" sz="quarter" idx="19" hasCustomPrompt="1"/>
          </p:nvPr>
        </p:nvSpPr>
        <p:spPr>
          <a:xfrm>
            <a:off x="740320" y="3808549"/>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05</a:t>
            </a:r>
            <a:endParaRPr lang="zh-CN" altLang="en-US" dirty="0"/>
          </a:p>
        </p:txBody>
      </p:sp>
      <p:sp>
        <p:nvSpPr>
          <p:cNvPr id="72" name="文本占位符 56"/>
          <p:cNvSpPr>
            <a:spLocks noGrp="1"/>
          </p:cNvSpPr>
          <p:nvPr>
            <p:ph type="body" sz="quarter" idx="20" hasCustomPrompt="1"/>
          </p:nvPr>
        </p:nvSpPr>
        <p:spPr>
          <a:xfrm>
            <a:off x="740320" y="4180866"/>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73" name="文本占位符 56"/>
          <p:cNvSpPr>
            <a:spLocks noGrp="1"/>
          </p:cNvSpPr>
          <p:nvPr>
            <p:ph type="body" sz="quarter" idx="21" hasCustomPrompt="1"/>
          </p:nvPr>
        </p:nvSpPr>
        <p:spPr>
          <a:xfrm>
            <a:off x="4329340" y="3808549"/>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06</a:t>
            </a:r>
            <a:endParaRPr lang="zh-CN" altLang="en-US" dirty="0"/>
          </a:p>
        </p:txBody>
      </p:sp>
      <p:sp>
        <p:nvSpPr>
          <p:cNvPr id="74" name="文本占位符 56"/>
          <p:cNvSpPr>
            <a:spLocks noGrp="1"/>
          </p:cNvSpPr>
          <p:nvPr>
            <p:ph type="body" sz="quarter" idx="22" hasCustomPrompt="1"/>
          </p:nvPr>
        </p:nvSpPr>
        <p:spPr>
          <a:xfrm>
            <a:off x="4329340" y="4180866"/>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75" name="文本占位符 56"/>
          <p:cNvSpPr>
            <a:spLocks noGrp="1"/>
          </p:cNvSpPr>
          <p:nvPr>
            <p:ph type="body" sz="quarter" idx="23" hasCustomPrompt="1"/>
          </p:nvPr>
        </p:nvSpPr>
        <p:spPr>
          <a:xfrm>
            <a:off x="740320" y="4716125"/>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07</a:t>
            </a:r>
            <a:endParaRPr lang="zh-CN" altLang="en-US" dirty="0"/>
          </a:p>
        </p:txBody>
      </p:sp>
      <p:sp>
        <p:nvSpPr>
          <p:cNvPr id="76" name="文本占位符 56"/>
          <p:cNvSpPr>
            <a:spLocks noGrp="1"/>
          </p:cNvSpPr>
          <p:nvPr>
            <p:ph type="body" sz="quarter" idx="24" hasCustomPrompt="1"/>
          </p:nvPr>
        </p:nvSpPr>
        <p:spPr>
          <a:xfrm>
            <a:off x="740320" y="5088442"/>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77" name="文本占位符 56"/>
          <p:cNvSpPr>
            <a:spLocks noGrp="1"/>
          </p:cNvSpPr>
          <p:nvPr>
            <p:ph type="body" sz="quarter" idx="25" hasCustomPrompt="1"/>
          </p:nvPr>
        </p:nvSpPr>
        <p:spPr>
          <a:xfrm>
            <a:off x="4329340" y="4716125"/>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08</a:t>
            </a:r>
            <a:endParaRPr lang="zh-CN" altLang="en-US" dirty="0"/>
          </a:p>
        </p:txBody>
      </p:sp>
      <p:sp>
        <p:nvSpPr>
          <p:cNvPr id="78" name="文本占位符 56"/>
          <p:cNvSpPr>
            <a:spLocks noGrp="1"/>
          </p:cNvSpPr>
          <p:nvPr>
            <p:ph type="body" sz="quarter" idx="26" hasCustomPrompt="1"/>
          </p:nvPr>
        </p:nvSpPr>
        <p:spPr>
          <a:xfrm>
            <a:off x="4329340" y="5088442"/>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83" name="文本占位符 81"/>
          <p:cNvSpPr>
            <a:spLocks noGrp="1"/>
          </p:cNvSpPr>
          <p:nvPr>
            <p:ph type="body" sz="quarter" idx="27" hasCustomPrompt="1"/>
          </p:nvPr>
        </p:nvSpPr>
        <p:spPr>
          <a:xfrm>
            <a:off x="740320" y="938117"/>
            <a:ext cx="9404590" cy="646331"/>
          </a:xfrm>
          <a:prstGeom prst="rect">
            <a:avLst/>
          </a:prstGeom>
        </p:spPr>
        <p:txBody>
          <a:bodyPr wrap="square">
            <a:spAutoFit/>
          </a:bodyPr>
          <a:lstStyle>
            <a:lvl1pPr marL="0" indent="0">
              <a:buNone/>
              <a:defRPr sz="40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标题</a:t>
            </a:r>
            <a:endParaRPr lang="en-US" altLang="zh-CN"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3" name="文本框 2"/>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样式02">
    <p:bg>
      <p:bgPr>
        <a:solidFill>
          <a:srgbClr val="E6F7FA"/>
        </a:solidFill>
        <a:effectLst/>
      </p:bgPr>
    </p:bg>
    <p:spTree>
      <p:nvGrpSpPr>
        <p:cNvPr id="1" name=""/>
        <p:cNvGrpSpPr/>
        <p:nvPr/>
      </p:nvGrpSpPr>
      <p:grpSpPr>
        <a:xfrm>
          <a:off x="0" y="0"/>
          <a:ext cx="0" cy="0"/>
          <a:chOff x="0" y="0"/>
          <a:chExt cx="0" cy="0"/>
        </a:xfrm>
      </p:grpSpPr>
      <p:sp>
        <p:nvSpPr>
          <p:cNvPr id="5" name="图片占位符 4"/>
          <p:cNvSpPr>
            <a:spLocks noGrp="1"/>
          </p:cNvSpPr>
          <p:nvPr>
            <p:ph type="pic" sz="quarter" idx="31"/>
          </p:nvPr>
        </p:nvSpPr>
        <p:spPr>
          <a:xfrm>
            <a:off x="6062393" y="0"/>
            <a:ext cx="6120000" cy="6858000"/>
          </a:xfrm>
          <a:prstGeom prst="rect">
            <a:avLst/>
          </a:prstGeom>
        </p:spPr>
        <p:txBody>
          <a:bodyPr anchor="ctr"/>
          <a:lstStyle>
            <a:lvl1pPr algn="ctr">
              <a:defRPr/>
            </a:lvl1pPr>
          </a:lstStyle>
          <a:p>
            <a:endParaRPr lang="zh-CN" altLang="en-US" dirty="0"/>
          </a:p>
        </p:txBody>
      </p:sp>
      <p:sp>
        <p:nvSpPr>
          <p:cNvPr id="21" name="文本占位符 81"/>
          <p:cNvSpPr>
            <a:spLocks noGrp="1"/>
          </p:cNvSpPr>
          <p:nvPr>
            <p:ph type="body" sz="quarter" idx="27" hasCustomPrompt="1"/>
          </p:nvPr>
        </p:nvSpPr>
        <p:spPr>
          <a:xfrm>
            <a:off x="740320" y="938117"/>
            <a:ext cx="9404590" cy="646331"/>
          </a:xfrm>
          <a:prstGeom prst="rect">
            <a:avLst/>
          </a:prstGeom>
        </p:spPr>
        <p:txBody>
          <a:bodyPr wrap="square">
            <a:spAutoFit/>
          </a:bodyPr>
          <a:lstStyle>
            <a:lvl1pPr marL="0" indent="0">
              <a:buNone/>
              <a:defRPr sz="40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标题</a:t>
            </a:r>
            <a:endParaRPr lang="en-US" altLang="zh-CN" dirty="0"/>
          </a:p>
        </p:txBody>
      </p:sp>
      <p:sp>
        <p:nvSpPr>
          <p:cNvPr id="22" name="文本占位符 56"/>
          <p:cNvSpPr>
            <a:spLocks noGrp="1"/>
          </p:cNvSpPr>
          <p:nvPr>
            <p:ph type="body" sz="quarter" idx="11" hasCustomPrompt="1"/>
          </p:nvPr>
        </p:nvSpPr>
        <p:spPr>
          <a:xfrm>
            <a:off x="740320" y="2001020"/>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01</a:t>
            </a:r>
            <a:endParaRPr lang="zh-CN" altLang="en-US" dirty="0"/>
          </a:p>
        </p:txBody>
      </p:sp>
      <p:sp>
        <p:nvSpPr>
          <p:cNvPr id="23" name="文本占位符 56"/>
          <p:cNvSpPr>
            <a:spLocks noGrp="1"/>
          </p:cNvSpPr>
          <p:nvPr>
            <p:ph type="body" sz="quarter" idx="12" hasCustomPrompt="1"/>
          </p:nvPr>
        </p:nvSpPr>
        <p:spPr>
          <a:xfrm>
            <a:off x="740320" y="2373337"/>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25" name="文本占位符 56"/>
          <p:cNvSpPr>
            <a:spLocks noGrp="1"/>
          </p:cNvSpPr>
          <p:nvPr>
            <p:ph type="body" sz="quarter" idx="15" hasCustomPrompt="1"/>
          </p:nvPr>
        </p:nvSpPr>
        <p:spPr>
          <a:xfrm>
            <a:off x="740320" y="2907797"/>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03</a:t>
            </a:r>
            <a:endParaRPr lang="zh-CN" altLang="en-US" dirty="0"/>
          </a:p>
        </p:txBody>
      </p:sp>
      <p:sp>
        <p:nvSpPr>
          <p:cNvPr id="27" name="文本占位符 56"/>
          <p:cNvSpPr>
            <a:spLocks noGrp="1"/>
          </p:cNvSpPr>
          <p:nvPr>
            <p:ph type="body" sz="quarter" idx="16" hasCustomPrompt="1"/>
          </p:nvPr>
        </p:nvSpPr>
        <p:spPr>
          <a:xfrm>
            <a:off x="740320" y="3280114"/>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29" name="文本占位符 56"/>
          <p:cNvSpPr>
            <a:spLocks noGrp="1"/>
          </p:cNvSpPr>
          <p:nvPr>
            <p:ph type="body" sz="quarter" idx="19" hasCustomPrompt="1"/>
          </p:nvPr>
        </p:nvSpPr>
        <p:spPr>
          <a:xfrm>
            <a:off x="740320" y="3808549"/>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05</a:t>
            </a:r>
            <a:endParaRPr lang="zh-CN" altLang="en-US" dirty="0"/>
          </a:p>
        </p:txBody>
      </p:sp>
      <p:sp>
        <p:nvSpPr>
          <p:cNvPr id="31" name="文本占位符 56"/>
          <p:cNvSpPr>
            <a:spLocks noGrp="1"/>
          </p:cNvSpPr>
          <p:nvPr>
            <p:ph type="body" sz="quarter" idx="20" hasCustomPrompt="1"/>
          </p:nvPr>
        </p:nvSpPr>
        <p:spPr>
          <a:xfrm>
            <a:off x="740320" y="4180866"/>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33" name="文本占位符 56"/>
          <p:cNvSpPr>
            <a:spLocks noGrp="1"/>
          </p:cNvSpPr>
          <p:nvPr>
            <p:ph type="body" sz="quarter" idx="23" hasCustomPrompt="1"/>
          </p:nvPr>
        </p:nvSpPr>
        <p:spPr>
          <a:xfrm>
            <a:off x="740320" y="4716125"/>
            <a:ext cx="2958910" cy="341632"/>
          </a:xfrm>
          <a:prstGeom prst="rect">
            <a:avLst/>
          </a:prstGeom>
        </p:spPr>
        <p:txBody>
          <a:bodyPr wrap="square" anchor="t" anchorCtr="0">
            <a:spAutoFit/>
          </a:bodyPr>
          <a:lstStyle>
            <a:lvl1pPr marL="0" indent="0">
              <a:buNone/>
              <a:defRPr sz="18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r>
              <a:rPr lang="en-US" altLang="zh-CN" dirty="0"/>
              <a:t>07</a:t>
            </a:r>
            <a:endParaRPr lang="zh-CN" altLang="en-US" dirty="0"/>
          </a:p>
        </p:txBody>
      </p:sp>
      <p:sp>
        <p:nvSpPr>
          <p:cNvPr id="35" name="文本占位符 56"/>
          <p:cNvSpPr>
            <a:spLocks noGrp="1"/>
          </p:cNvSpPr>
          <p:nvPr>
            <p:ph type="body" sz="quarter" idx="24" hasCustomPrompt="1"/>
          </p:nvPr>
        </p:nvSpPr>
        <p:spPr>
          <a:xfrm>
            <a:off x="740320" y="5088442"/>
            <a:ext cx="2958910" cy="258532"/>
          </a:xfrm>
          <a:prstGeom prst="rect">
            <a:avLst/>
          </a:prstGeom>
        </p:spPr>
        <p:txBody>
          <a:bodyPr wrap="square" anchor="t" anchorCtr="0">
            <a:spAutoFit/>
          </a:bodyPr>
          <a:lstStyle>
            <a:lvl1pPr marL="0" indent="0">
              <a:buNone/>
              <a:defRPr sz="12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3"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2" name="文本框 1"/>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模块介绍页">
    <p:bg>
      <p:bgPr>
        <a:solidFill>
          <a:srgbClr val="E6F7FA"/>
        </a:solidFill>
        <a:effectLst/>
      </p:bgPr>
    </p:bg>
    <p:spTree>
      <p:nvGrpSpPr>
        <p:cNvPr id="1" name=""/>
        <p:cNvGrpSpPr/>
        <p:nvPr/>
      </p:nvGrpSpPr>
      <p:grpSpPr>
        <a:xfrm>
          <a:off x="0" y="0"/>
          <a:ext cx="0" cy="0"/>
          <a:chOff x="0" y="0"/>
          <a:chExt cx="0" cy="0"/>
        </a:xfrm>
      </p:grpSpPr>
      <p:pic>
        <p:nvPicPr>
          <p:cNvPr id="23" name="Image 1" descr="preencoded.png"/>
          <p:cNvPicPr/>
          <p:nvPr userDrawn="1"/>
        </p:nvPicPr>
        <p:blipFill>
          <a:blip r:embed="rId2">
            <a:extLst>
              <a:ext uri="{96DAC541-7B7A-43D3-8B79-37D633B846F1}">
                <asvg:svgBlip xmlns:asvg="http://schemas.microsoft.com/office/drawing/2016/SVG/main" r:embed="rId3"/>
              </a:ext>
            </a:extLst>
          </a:blip>
          <a:srcRect/>
          <a:stretch>
            <a:fillRect/>
          </a:stretch>
        </p:blipFill>
        <p:spPr>
          <a:xfrm>
            <a:off x="5473700" y="0"/>
            <a:ext cx="6718300" cy="6858000"/>
          </a:xfrm>
          <a:prstGeom prst="rect">
            <a:avLst/>
          </a:prstGeom>
        </p:spPr>
      </p:pic>
      <p:sp>
        <p:nvSpPr>
          <p:cNvPr id="6" name="文本占位符 81"/>
          <p:cNvSpPr>
            <a:spLocks noGrp="1"/>
          </p:cNvSpPr>
          <p:nvPr>
            <p:ph type="body" sz="quarter" idx="27" hasCustomPrompt="1"/>
          </p:nvPr>
        </p:nvSpPr>
        <p:spPr>
          <a:xfrm>
            <a:off x="740320" y="2535018"/>
            <a:ext cx="9404590" cy="646331"/>
          </a:xfrm>
          <a:prstGeom prst="rect">
            <a:avLst/>
          </a:prstGeom>
        </p:spPr>
        <p:txBody>
          <a:bodyPr wrap="square">
            <a:spAutoFit/>
          </a:bodyPr>
          <a:lstStyle>
            <a:lvl1pPr marL="0" indent="0">
              <a:buNone/>
              <a:defRPr sz="4000">
                <a:solidFill>
                  <a:srgbClr val="0E3C49"/>
                </a:solidFill>
                <a:latin typeface="微软雅黑" panose="020B0503020204020204" pitchFamily="34" charset="-122"/>
                <a:ea typeface="微软雅黑" panose="020B0503020204020204" pitchFamily="34" charset="-122"/>
              </a:defRPr>
            </a:lvl1pPr>
          </a:lstStyle>
          <a:p>
            <a:pPr lvl="0"/>
            <a:r>
              <a:rPr lang="zh-CN" altLang="en-US" dirty="0"/>
              <a:t>模块名称</a:t>
            </a:r>
            <a:endParaRPr lang="en-US" altLang="zh-CN" dirty="0"/>
          </a:p>
        </p:txBody>
      </p:sp>
      <p:sp>
        <p:nvSpPr>
          <p:cNvPr id="7" name="文本占位符 56"/>
          <p:cNvSpPr>
            <a:spLocks noGrp="1"/>
          </p:cNvSpPr>
          <p:nvPr>
            <p:ph type="body" sz="quarter" idx="16" hasCustomPrompt="1"/>
          </p:nvPr>
        </p:nvSpPr>
        <p:spPr>
          <a:xfrm>
            <a:off x="740319" y="3280114"/>
            <a:ext cx="9404590" cy="313932"/>
          </a:xfrm>
          <a:prstGeom prst="rect">
            <a:avLst/>
          </a:prstGeom>
        </p:spPr>
        <p:txBody>
          <a:bodyPr wrap="square" anchor="t" anchorCtr="0">
            <a:spAutoFit/>
          </a:bodyPr>
          <a:lstStyle>
            <a:lvl1pPr marL="0" indent="0">
              <a:buNone/>
              <a:defRPr sz="1600">
                <a:solidFill>
                  <a:srgbClr val="637175"/>
                </a:solidFill>
                <a:latin typeface="微软雅黑 Light" panose="020B0502040204020203" pitchFamily="34" charset="-122"/>
                <a:ea typeface="微软雅黑 Light" panose="020B0502040204020203" pitchFamily="34" charset="-122"/>
              </a:defRPr>
            </a:lvl1pPr>
          </a:lstStyle>
          <a:p>
            <a:pPr lvl="0"/>
            <a:r>
              <a:rPr lang="zh-CN" altLang="en-US" dirty="0"/>
              <a:t>页面名称</a:t>
            </a:r>
            <a:r>
              <a:rPr lang="en-US" altLang="zh-CN" dirty="0"/>
              <a:t>01 | </a:t>
            </a:r>
            <a:r>
              <a:rPr lang="zh-CN" altLang="en-US" dirty="0"/>
              <a:t>页面名称</a:t>
            </a:r>
            <a:r>
              <a:rPr lang="en-US" altLang="zh-CN" dirty="0"/>
              <a:t>02 | </a:t>
            </a:r>
            <a:r>
              <a:rPr lang="zh-CN" altLang="en-US" dirty="0"/>
              <a:t>页面名称</a:t>
            </a:r>
            <a:r>
              <a:rPr lang="en-US" altLang="zh-CN" dirty="0"/>
              <a:t>03</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浅色空白页">
    <p:bg>
      <p:bgPr>
        <a:solidFill>
          <a:srgbClr val="E6F7FA"/>
        </a:solidFill>
        <a:effectLst/>
      </p:bgPr>
    </p:bg>
    <p:spTree>
      <p:nvGrpSpPr>
        <p:cNvPr id="1" name=""/>
        <p:cNvGrpSpPr/>
        <p:nvPr/>
      </p:nvGrpSpPr>
      <p:grpSpPr>
        <a:xfrm>
          <a:off x="0" y="0"/>
          <a:ext cx="0" cy="0"/>
          <a:chOff x="0" y="0"/>
          <a:chExt cx="0" cy="0"/>
        </a:xfrm>
      </p:grpSpPr>
      <p:sp>
        <p:nvSpPr>
          <p:cNvPr id="3"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图文版式01">
    <p:bg>
      <p:bgPr>
        <a:solidFill>
          <a:srgbClr val="E6F7FA"/>
        </a:solidFill>
        <a:effectLst/>
      </p:bgPr>
    </p:bg>
    <p:spTree>
      <p:nvGrpSpPr>
        <p:cNvPr id="1" name=""/>
        <p:cNvGrpSpPr/>
        <p:nvPr/>
      </p:nvGrpSpPr>
      <p:grpSpPr>
        <a:xfrm>
          <a:off x="0" y="0"/>
          <a:ext cx="0" cy="0"/>
          <a:chOff x="0" y="0"/>
          <a:chExt cx="0" cy="0"/>
        </a:xfrm>
      </p:grpSpPr>
      <p:sp>
        <p:nvSpPr>
          <p:cNvPr id="10" name="图片占位符 5"/>
          <p:cNvSpPr>
            <a:spLocks noGrp="1" noChangeAspect="1"/>
          </p:cNvSpPr>
          <p:nvPr>
            <p:ph type="pic" sz="quarter" idx="21"/>
          </p:nvPr>
        </p:nvSpPr>
        <p:spPr>
          <a:xfrm>
            <a:off x="5520532" y="2028190"/>
            <a:ext cx="1150937" cy="1149350"/>
          </a:xfrm>
          <a:prstGeom prst="ellipse">
            <a:avLst/>
          </a:prstGeom>
        </p:spPr>
        <p:txBody>
          <a:bodyPr anchor="ctr"/>
          <a:lstStyle>
            <a:lvl1pPr marL="0" indent="0" algn="ctr">
              <a:buNone/>
              <a:defRPr sz="1400">
                <a:latin typeface="微软雅黑" panose="020B0503020204020204" pitchFamily="34" charset="-122"/>
                <a:ea typeface="微软雅黑" panose="020B0503020204020204" pitchFamily="34" charset="-122"/>
              </a:defRPr>
            </a:lvl1pPr>
          </a:lstStyle>
          <a:p>
            <a:endParaRPr lang="zh-CN" altLang="en-US" dirty="0"/>
          </a:p>
        </p:txBody>
      </p:sp>
      <p:sp>
        <p:nvSpPr>
          <p:cNvPr id="11" name="文本占位符 23"/>
          <p:cNvSpPr>
            <a:spLocks noGrp="1"/>
          </p:cNvSpPr>
          <p:nvPr>
            <p:ph type="body" sz="quarter" idx="22" hasCustomPrompt="1"/>
          </p:nvPr>
        </p:nvSpPr>
        <p:spPr>
          <a:xfrm>
            <a:off x="5277441" y="3301287"/>
            <a:ext cx="1637119"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2" name="文本占位符 23"/>
          <p:cNvSpPr>
            <a:spLocks noGrp="1"/>
          </p:cNvSpPr>
          <p:nvPr>
            <p:ph type="body" sz="quarter" idx="23" hasCustomPrompt="1"/>
          </p:nvPr>
        </p:nvSpPr>
        <p:spPr>
          <a:xfrm>
            <a:off x="5277441" y="3628005"/>
            <a:ext cx="1637119" cy="258532"/>
          </a:xfrm>
          <a:prstGeom prst="rect">
            <a:avLst/>
          </a:prstGeom>
        </p:spPr>
        <p:txBody>
          <a:bodyPr wrap="square">
            <a:spAutoFit/>
          </a:bodyPr>
          <a:lstStyle>
            <a:lvl1pPr marL="0" indent="0" algn="ctr">
              <a:buFontTx/>
              <a:buNone/>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二级标题</a:t>
            </a:r>
            <a:endParaRPr lang="zh-CN" altLang="en-US" dirty="0"/>
          </a:p>
        </p:txBody>
      </p:sp>
      <p:sp>
        <p:nvSpPr>
          <p:cNvPr id="13" name="文本占位符 23"/>
          <p:cNvSpPr>
            <a:spLocks noGrp="1"/>
          </p:cNvSpPr>
          <p:nvPr>
            <p:ph type="body" sz="quarter" idx="24" hasCustomPrompt="1"/>
          </p:nvPr>
        </p:nvSpPr>
        <p:spPr>
          <a:xfrm>
            <a:off x="4522311" y="3899323"/>
            <a:ext cx="3147378" cy="258532"/>
          </a:xfrm>
          <a:prstGeom prst="rect">
            <a:avLst/>
          </a:prstGeom>
        </p:spPr>
        <p:txBody>
          <a:bodyPr wrap="square">
            <a:spAutoFit/>
          </a:bodyPr>
          <a:lstStyle>
            <a:lvl1pPr marL="0" indent="0" algn="ctr">
              <a:buFontTx/>
              <a:buNone/>
              <a:defRPr lang="zh-CN" altLang="en-US" sz="1200" kern="1200" spc="0" dirty="0" smtClean="0">
                <a:solidFill>
                  <a:srgbClr val="475C62"/>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marL="0" marR="0" lvl="0" indent="0" algn="ctr" defTabSz="914400" rtl="0" eaLnBrk="1" fontAlgn="auto" latinLnBrk="0" hangingPunct="1">
              <a:lnSpc>
                <a:spcPct val="90000"/>
              </a:lnSpc>
              <a:spcBef>
                <a:spcPts val="1000"/>
              </a:spcBef>
              <a:spcAft>
                <a:spcPts val="0"/>
              </a:spcAft>
              <a:buClrTx/>
              <a:buSzTx/>
              <a:buFontTx/>
              <a:buNone/>
              <a:defRPr/>
            </a:pPr>
            <a:r>
              <a:rPr lang="zh-CN" altLang="en-US" dirty="0"/>
              <a:t>介绍字段</a:t>
            </a:r>
            <a:endParaRPr lang="zh-CN" altLang="en-US" dirty="0"/>
          </a:p>
        </p:txBody>
      </p:sp>
      <p:sp>
        <p:nvSpPr>
          <p:cNvPr id="14" name="图片占位符 5"/>
          <p:cNvSpPr>
            <a:spLocks noGrp="1" noChangeAspect="1"/>
          </p:cNvSpPr>
          <p:nvPr>
            <p:ph type="pic" sz="quarter" idx="25"/>
          </p:nvPr>
        </p:nvSpPr>
        <p:spPr>
          <a:xfrm>
            <a:off x="1885792" y="2028190"/>
            <a:ext cx="1150937" cy="1149350"/>
          </a:xfrm>
          <a:prstGeom prst="ellipse">
            <a:avLst/>
          </a:prstGeom>
        </p:spPr>
        <p:txBody>
          <a:bodyPr anchor="ctr"/>
          <a:lstStyle>
            <a:lvl1pPr marL="0" indent="0" algn="ctr">
              <a:buNone/>
              <a:defRPr sz="1400">
                <a:latin typeface="微软雅黑" panose="020B0503020204020204" pitchFamily="34" charset="-122"/>
                <a:ea typeface="微软雅黑" panose="020B0503020204020204" pitchFamily="34" charset="-122"/>
              </a:defRPr>
            </a:lvl1pPr>
          </a:lstStyle>
          <a:p>
            <a:endParaRPr lang="zh-CN" altLang="en-US" dirty="0"/>
          </a:p>
        </p:txBody>
      </p:sp>
      <p:sp>
        <p:nvSpPr>
          <p:cNvPr id="15" name="文本占位符 23"/>
          <p:cNvSpPr>
            <a:spLocks noGrp="1"/>
          </p:cNvSpPr>
          <p:nvPr>
            <p:ph type="body" sz="quarter" idx="26" hasCustomPrompt="1"/>
          </p:nvPr>
        </p:nvSpPr>
        <p:spPr>
          <a:xfrm>
            <a:off x="1642701" y="3301287"/>
            <a:ext cx="1637119"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7" name="文本占位符 23"/>
          <p:cNvSpPr>
            <a:spLocks noGrp="1"/>
          </p:cNvSpPr>
          <p:nvPr>
            <p:ph type="body" sz="quarter" idx="27" hasCustomPrompt="1"/>
          </p:nvPr>
        </p:nvSpPr>
        <p:spPr>
          <a:xfrm>
            <a:off x="1642701" y="3628005"/>
            <a:ext cx="1637119" cy="258532"/>
          </a:xfrm>
          <a:prstGeom prst="rect">
            <a:avLst/>
          </a:prstGeom>
        </p:spPr>
        <p:txBody>
          <a:bodyPr wrap="square">
            <a:spAutoFit/>
          </a:bodyPr>
          <a:lstStyle>
            <a:lvl1pPr marL="0" indent="0" algn="ctr">
              <a:buFontTx/>
              <a:buNone/>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二级标题</a:t>
            </a:r>
            <a:endParaRPr lang="zh-CN" altLang="en-US" dirty="0"/>
          </a:p>
        </p:txBody>
      </p:sp>
      <p:sp>
        <p:nvSpPr>
          <p:cNvPr id="18" name="文本占位符 23"/>
          <p:cNvSpPr>
            <a:spLocks noGrp="1"/>
          </p:cNvSpPr>
          <p:nvPr>
            <p:ph type="body" sz="quarter" idx="28" hasCustomPrompt="1"/>
          </p:nvPr>
        </p:nvSpPr>
        <p:spPr>
          <a:xfrm>
            <a:off x="887571" y="3899323"/>
            <a:ext cx="3147378" cy="258532"/>
          </a:xfrm>
          <a:prstGeom prst="rect">
            <a:avLst/>
          </a:prstGeom>
        </p:spPr>
        <p:txBody>
          <a:bodyPr wrap="square">
            <a:spAutoFit/>
          </a:bodyPr>
          <a:lstStyle>
            <a:lvl1pPr marL="0" indent="0" algn="ctr">
              <a:buFontTx/>
              <a:buNone/>
              <a:defRPr lang="zh-CN" altLang="en-US" sz="1200" kern="1200" spc="0" dirty="0" smtClean="0">
                <a:solidFill>
                  <a:srgbClr val="475C62"/>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marL="0" marR="0" lvl="0" indent="0" algn="ctr" defTabSz="914400" rtl="0" eaLnBrk="1" fontAlgn="auto" latinLnBrk="0" hangingPunct="1">
              <a:lnSpc>
                <a:spcPct val="90000"/>
              </a:lnSpc>
              <a:spcBef>
                <a:spcPts val="1000"/>
              </a:spcBef>
              <a:spcAft>
                <a:spcPts val="0"/>
              </a:spcAft>
              <a:buClrTx/>
              <a:buSzTx/>
              <a:buFontTx/>
              <a:buNone/>
              <a:defRPr/>
            </a:pPr>
            <a:r>
              <a:rPr lang="zh-CN" altLang="en-US" dirty="0"/>
              <a:t>介绍字段</a:t>
            </a:r>
            <a:endParaRPr lang="zh-CN" altLang="en-US" dirty="0"/>
          </a:p>
        </p:txBody>
      </p:sp>
      <p:sp>
        <p:nvSpPr>
          <p:cNvPr id="19" name="图片占位符 5"/>
          <p:cNvSpPr>
            <a:spLocks noGrp="1" noChangeAspect="1"/>
          </p:cNvSpPr>
          <p:nvPr>
            <p:ph type="pic" sz="quarter" idx="29"/>
          </p:nvPr>
        </p:nvSpPr>
        <p:spPr>
          <a:xfrm>
            <a:off x="9155272" y="2028190"/>
            <a:ext cx="1150937" cy="1149350"/>
          </a:xfrm>
          <a:prstGeom prst="ellipse">
            <a:avLst/>
          </a:prstGeom>
        </p:spPr>
        <p:txBody>
          <a:bodyPr anchor="ctr"/>
          <a:lstStyle>
            <a:lvl1pPr marL="0" indent="0" algn="ctr">
              <a:buNone/>
              <a:defRPr sz="1400">
                <a:latin typeface="微软雅黑" panose="020B0503020204020204" pitchFamily="34" charset="-122"/>
                <a:ea typeface="微软雅黑" panose="020B0503020204020204" pitchFamily="34" charset="-122"/>
              </a:defRPr>
            </a:lvl1pPr>
          </a:lstStyle>
          <a:p>
            <a:endParaRPr lang="zh-CN" altLang="en-US" dirty="0"/>
          </a:p>
        </p:txBody>
      </p:sp>
      <p:sp>
        <p:nvSpPr>
          <p:cNvPr id="20" name="文本占位符 23"/>
          <p:cNvSpPr>
            <a:spLocks noGrp="1"/>
          </p:cNvSpPr>
          <p:nvPr>
            <p:ph type="body" sz="quarter" idx="30" hasCustomPrompt="1"/>
          </p:nvPr>
        </p:nvSpPr>
        <p:spPr>
          <a:xfrm>
            <a:off x="8912181" y="3301287"/>
            <a:ext cx="1637119"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1" name="文本占位符 23"/>
          <p:cNvSpPr>
            <a:spLocks noGrp="1"/>
          </p:cNvSpPr>
          <p:nvPr>
            <p:ph type="body" sz="quarter" idx="31" hasCustomPrompt="1"/>
          </p:nvPr>
        </p:nvSpPr>
        <p:spPr>
          <a:xfrm>
            <a:off x="8912181" y="3628005"/>
            <a:ext cx="1637119" cy="258532"/>
          </a:xfrm>
          <a:prstGeom prst="rect">
            <a:avLst/>
          </a:prstGeom>
        </p:spPr>
        <p:txBody>
          <a:bodyPr wrap="square">
            <a:spAutoFit/>
          </a:bodyPr>
          <a:lstStyle>
            <a:lvl1pPr marL="0" indent="0" algn="ctr">
              <a:buFontTx/>
              <a:buNone/>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二级标题</a:t>
            </a:r>
            <a:endParaRPr lang="zh-CN" altLang="en-US" dirty="0"/>
          </a:p>
        </p:txBody>
      </p:sp>
      <p:sp>
        <p:nvSpPr>
          <p:cNvPr id="24" name="文本占位符 23"/>
          <p:cNvSpPr>
            <a:spLocks noGrp="1"/>
          </p:cNvSpPr>
          <p:nvPr>
            <p:ph type="body" sz="quarter" idx="32" hasCustomPrompt="1"/>
          </p:nvPr>
        </p:nvSpPr>
        <p:spPr>
          <a:xfrm>
            <a:off x="8157051" y="3899323"/>
            <a:ext cx="3147378" cy="258532"/>
          </a:xfrm>
          <a:prstGeom prst="rect">
            <a:avLst/>
          </a:prstGeom>
        </p:spPr>
        <p:txBody>
          <a:bodyPr wrap="square">
            <a:spAutoFit/>
          </a:bodyPr>
          <a:lstStyle>
            <a:lvl1pPr marL="0" indent="0" algn="ctr">
              <a:buFontTx/>
              <a:buNone/>
              <a:defRPr lang="zh-CN" altLang="en-US" sz="1200" kern="1200" spc="0" dirty="0" smtClean="0">
                <a:solidFill>
                  <a:srgbClr val="475C62"/>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marL="0" marR="0" lvl="0" indent="0" algn="ctr" defTabSz="914400" rtl="0" eaLnBrk="1" fontAlgn="auto" latinLnBrk="0" hangingPunct="1">
              <a:lnSpc>
                <a:spcPct val="90000"/>
              </a:lnSpc>
              <a:spcBef>
                <a:spcPts val="1000"/>
              </a:spcBef>
              <a:spcAft>
                <a:spcPts val="0"/>
              </a:spcAft>
              <a:buClrTx/>
              <a:buSzTx/>
              <a:buFontTx/>
              <a:buNone/>
              <a:defRPr/>
            </a:pPr>
            <a:r>
              <a:rPr lang="zh-CN" altLang="en-US" dirty="0"/>
              <a:t>介绍字段</a:t>
            </a:r>
            <a:endParaRPr lang="zh-CN" altLang="en-US" dirty="0"/>
          </a:p>
        </p:txBody>
      </p:sp>
      <p:sp>
        <p:nvSpPr>
          <p:cNvPr id="2"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3"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E6F7FA"/>
        </a:solidFill>
        <a:effectLst/>
      </p:bgPr>
    </p:bg>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1297404"/>
            <a:ext cx="6188400" cy="4640400"/>
          </a:xfrm>
          <a:prstGeom prst="rect">
            <a:avLst/>
          </a:prstGeom>
        </p:spPr>
        <p:txBody>
          <a:bodyPr anchor="ctr"/>
          <a:lstStyle>
            <a:lvl1pPr algn="ctr">
              <a:defRPr/>
            </a:lvl1pPr>
          </a:lstStyle>
          <a:p>
            <a:endParaRPr lang="zh-CN" altLang="en-US"/>
          </a:p>
        </p:txBody>
      </p:sp>
      <p:sp>
        <p:nvSpPr>
          <p:cNvPr id="8" name="文本占位符 23"/>
          <p:cNvSpPr>
            <a:spLocks noGrp="1"/>
          </p:cNvSpPr>
          <p:nvPr>
            <p:ph type="body" sz="quarter" idx="26" hasCustomPrompt="1"/>
          </p:nvPr>
        </p:nvSpPr>
        <p:spPr>
          <a:xfrm>
            <a:off x="6636602" y="1834974"/>
            <a:ext cx="1637119" cy="313932"/>
          </a:xfrm>
          <a:prstGeom prst="rect">
            <a:avLst/>
          </a:prstGeom>
        </p:spPr>
        <p:txBody>
          <a:bodyPr wrap="square">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2" name="文本占位符 23"/>
          <p:cNvSpPr>
            <a:spLocks noGrp="1"/>
          </p:cNvSpPr>
          <p:nvPr>
            <p:ph type="body" sz="quarter" idx="29" hasCustomPrompt="1"/>
          </p:nvPr>
        </p:nvSpPr>
        <p:spPr>
          <a:xfrm>
            <a:off x="6636602" y="2185482"/>
            <a:ext cx="4815078" cy="258532"/>
          </a:xfrm>
          <a:prstGeom prst="rect">
            <a:avLst/>
          </a:prstGeom>
        </p:spPr>
        <p:txBody>
          <a:bodyPr wrap="square">
            <a:spAutoFit/>
          </a:bodyPr>
          <a:lstStyle>
            <a:lvl1pPr marL="0" indent="0" algn="l">
              <a:buFontTx/>
              <a:buNone/>
              <a:defRPr lang="zh-CN" altLang="en-US" sz="1200" kern="1200" dirty="0" smtClean="0">
                <a:solidFill>
                  <a:srgbClr val="475C62"/>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Tx/>
              <a:buNone/>
              <a:defRPr/>
            </a:pPr>
            <a:r>
              <a:rPr lang="zh-CN" altLang="en-US" dirty="0"/>
              <a:t>介绍字段</a:t>
            </a:r>
            <a:endParaRPr lang="zh-CN" altLang="en-US" dirty="0"/>
          </a:p>
        </p:txBody>
      </p:sp>
      <p:sp>
        <p:nvSpPr>
          <p:cNvPr id="1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自定义版式">
    <p:bg>
      <p:bgPr>
        <a:solidFill>
          <a:srgbClr val="E6F7FA"/>
        </a:solidFill>
        <a:effectLst/>
      </p:bgPr>
    </p:bg>
    <p:spTree>
      <p:nvGrpSpPr>
        <p:cNvPr id="1" name=""/>
        <p:cNvGrpSpPr/>
        <p:nvPr/>
      </p:nvGrpSpPr>
      <p:grpSpPr>
        <a:xfrm>
          <a:off x="0" y="0"/>
          <a:ext cx="0" cy="0"/>
          <a:chOff x="0" y="0"/>
          <a:chExt cx="0" cy="0"/>
        </a:xfrm>
      </p:grpSpPr>
      <p:sp>
        <p:nvSpPr>
          <p:cNvPr id="8" name="图片占位符 5"/>
          <p:cNvSpPr>
            <a:spLocks noGrp="1"/>
          </p:cNvSpPr>
          <p:nvPr>
            <p:ph type="pic" sz="quarter" idx="10"/>
          </p:nvPr>
        </p:nvSpPr>
        <p:spPr>
          <a:xfrm>
            <a:off x="0" y="1489587"/>
            <a:ext cx="12192000" cy="2628000"/>
          </a:xfrm>
          <a:prstGeom prst="rect">
            <a:avLst/>
          </a:prstGeom>
        </p:spPr>
        <p:txBody>
          <a:bodyPr anchor="ctr"/>
          <a:lstStyle>
            <a:lvl1pPr algn="ctr">
              <a:defRPr/>
            </a:lvl1pPr>
          </a:lstStyle>
          <a:p>
            <a:endParaRPr lang="zh-CN" altLang="en-US"/>
          </a:p>
        </p:txBody>
      </p:sp>
      <p:sp>
        <p:nvSpPr>
          <p:cNvPr id="14" name="文本框 13"/>
          <p:cNvSpPr txBox="1"/>
          <p:nvPr/>
        </p:nvSpPr>
        <p:spPr>
          <a:xfrm>
            <a:off x="6370016" y="4406257"/>
            <a:ext cx="754684" cy="553998"/>
          </a:xfrm>
          <a:prstGeom prst="rect">
            <a:avLst/>
          </a:prstGeom>
          <a:noFill/>
        </p:spPr>
        <p:txBody>
          <a:bodyPr wrap="square" lIns="9000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02</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15" name="标题 15"/>
          <p:cNvSpPr txBox="1"/>
          <p:nvPr/>
        </p:nvSpPr>
        <p:spPr>
          <a:xfrm>
            <a:off x="6982160" y="4586034"/>
            <a:ext cx="4707426" cy="3139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600" dirty="0"/>
              <a:t>标题</a:t>
            </a:r>
            <a:endParaRPr lang="zh-CN" altLang="en-US" sz="1600" dirty="0"/>
          </a:p>
        </p:txBody>
      </p:sp>
      <p:sp>
        <p:nvSpPr>
          <p:cNvPr id="18" name="标题 15"/>
          <p:cNvSpPr txBox="1"/>
          <p:nvPr userDrawn="1"/>
        </p:nvSpPr>
        <p:spPr>
          <a:xfrm>
            <a:off x="6370016" y="4979587"/>
            <a:ext cx="5319570"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介绍字段</a:t>
            </a:r>
            <a:endParaRPr lang="zh-CN" altLang="en-US" sz="1200" dirty="0">
              <a:latin typeface="微软雅黑 Light" panose="020B0502040204020203" pitchFamily="34" charset="-122"/>
              <a:ea typeface="微软雅黑 Light" panose="020B0502040204020203" pitchFamily="34" charset="-122"/>
            </a:endParaRPr>
          </a:p>
        </p:txBody>
      </p:sp>
      <p:sp>
        <p:nvSpPr>
          <p:cNvPr id="20" name="文本框 19"/>
          <p:cNvSpPr txBox="1"/>
          <p:nvPr userDrawn="1"/>
        </p:nvSpPr>
        <p:spPr>
          <a:xfrm>
            <a:off x="502414" y="4406257"/>
            <a:ext cx="754684" cy="553998"/>
          </a:xfrm>
          <a:prstGeom prst="rect">
            <a:avLst/>
          </a:prstGeom>
          <a:noFill/>
        </p:spPr>
        <p:txBody>
          <a:bodyPr wrap="square" lIns="9000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01</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21" name="标题 15"/>
          <p:cNvSpPr txBox="1"/>
          <p:nvPr userDrawn="1"/>
        </p:nvSpPr>
        <p:spPr>
          <a:xfrm>
            <a:off x="1114558" y="4586034"/>
            <a:ext cx="4730235" cy="3139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600" dirty="0"/>
              <a:t>标题</a:t>
            </a:r>
            <a:endParaRPr lang="zh-CN" altLang="en-US" sz="1600" dirty="0"/>
          </a:p>
        </p:txBody>
      </p:sp>
      <p:sp>
        <p:nvSpPr>
          <p:cNvPr id="22" name="标题 15"/>
          <p:cNvSpPr txBox="1"/>
          <p:nvPr userDrawn="1"/>
        </p:nvSpPr>
        <p:spPr>
          <a:xfrm>
            <a:off x="502414" y="4979587"/>
            <a:ext cx="5319570"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介绍字段</a:t>
            </a:r>
            <a:endParaRPr lang="zh-CN" altLang="en-US" sz="1200" dirty="0">
              <a:latin typeface="微软雅黑 Light" panose="020B0502040204020203" pitchFamily="34" charset="-122"/>
              <a:ea typeface="微软雅黑 Light" panose="020B0502040204020203" pitchFamily="34" charset="-122"/>
            </a:endParaRPr>
          </a:p>
        </p:txBody>
      </p:sp>
      <p:sp>
        <p:nvSpPr>
          <p:cNvPr id="2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自定义版式">
    <p:bg>
      <p:bgPr>
        <a:solidFill>
          <a:srgbClr val="E6F7FA"/>
        </a:solidFill>
        <a:effectLst/>
      </p:bgPr>
    </p:bg>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1489587"/>
            <a:ext cx="12192000" cy="2628000"/>
          </a:xfrm>
          <a:prstGeom prst="rect">
            <a:avLst/>
          </a:prstGeom>
        </p:spPr>
        <p:txBody>
          <a:bodyPr anchor="ctr"/>
          <a:lstStyle>
            <a:lvl1pPr algn="ctr">
              <a:defRPr/>
            </a:lvl1pPr>
          </a:lstStyle>
          <a:p>
            <a:endParaRPr lang="zh-CN" altLang="en-US"/>
          </a:p>
        </p:txBody>
      </p:sp>
      <p:sp>
        <p:nvSpPr>
          <p:cNvPr id="8" name="标题 15"/>
          <p:cNvSpPr txBox="1"/>
          <p:nvPr userDrawn="1"/>
        </p:nvSpPr>
        <p:spPr>
          <a:xfrm>
            <a:off x="502414" y="4586034"/>
            <a:ext cx="5319570" cy="3139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600" dirty="0"/>
              <a:t>标题</a:t>
            </a:r>
            <a:endParaRPr lang="zh-CN" altLang="en-US" sz="1600" dirty="0"/>
          </a:p>
        </p:txBody>
      </p:sp>
      <p:sp>
        <p:nvSpPr>
          <p:cNvPr id="9" name="标题 15"/>
          <p:cNvSpPr txBox="1"/>
          <p:nvPr userDrawn="1"/>
        </p:nvSpPr>
        <p:spPr>
          <a:xfrm>
            <a:off x="502414" y="4979587"/>
            <a:ext cx="5319570"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介绍字段</a:t>
            </a:r>
            <a:endParaRPr lang="zh-CN" altLang="en-US" sz="1200" dirty="0">
              <a:latin typeface="微软雅黑 Light" panose="020B0502040204020203" pitchFamily="34" charset="-122"/>
              <a:ea typeface="微软雅黑 Light" panose="020B0502040204020203" pitchFamily="34" charset="-122"/>
            </a:endParaRPr>
          </a:p>
        </p:txBody>
      </p:sp>
      <p:sp>
        <p:nvSpPr>
          <p:cNvPr id="10" name="标题 15"/>
          <p:cNvSpPr txBox="1"/>
          <p:nvPr userDrawn="1"/>
        </p:nvSpPr>
        <p:spPr>
          <a:xfrm>
            <a:off x="6562858" y="4535523"/>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11" name="标题 15"/>
          <p:cNvSpPr txBox="1"/>
          <p:nvPr userDrawn="1"/>
        </p:nvSpPr>
        <p:spPr>
          <a:xfrm>
            <a:off x="6558795" y="4929076"/>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sp>
        <p:nvSpPr>
          <p:cNvPr id="13" name="标题 15"/>
          <p:cNvSpPr txBox="1"/>
          <p:nvPr userDrawn="1"/>
        </p:nvSpPr>
        <p:spPr>
          <a:xfrm>
            <a:off x="8425695" y="4929076"/>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sp>
        <p:nvSpPr>
          <p:cNvPr id="15" name="标题 15"/>
          <p:cNvSpPr txBox="1"/>
          <p:nvPr userDrawn="1"/>
        </p:nvSpPr>
        <p:spPr>
          <a:xfrm>
            <a:off x="10284469" y="4929076"/>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sp>
        <p:nvSpPr>
          <p:cNvPr id="16" name="标题 15"/>
          <p:cNvSpPr txBox="1"/>
          <p:nvPr userDrawn="1"/>
        </p:nvSpPr>
        <p:spPr>
          <a:xfrm>
            <a:off x="6562858" y="5391326"/>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17" name="标题 15"/>
          <p:cNvSpPr txBox="1"/>
          <p:nvPr userDrawn="1"/>
        </p:nvSpPr>
        <p:spPr>
          <a:xfrm>
            <a:off x="6558795" y="5784879"/>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sp>
        <p:nvSpPr>
          <p:cNvPr id="19" name="标题 15"/>
          <p:cNvSpPr txBox="1"/>
          <p:nvPr userDrawn="1"/>
        </p:nvSpPr>
        <p:spPr>
          <a:xfrm>
            <a:off x="8425695" y="5784879"/>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sp>
        <p:nvSpPr>
          <p:cNvPr id="21" name="标题 15"/>
          <p:cNvSpPr txBox="1"/>
          <p:nvPr userDrawn="1"/>
        </p:nvSpPr>
        <p:spPr>
          <a:xfrm>
            <a:off x="10284469" y="5784879"/>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sp>
        <p:nvSpPr>
          <p:cNvPr id="22"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标题 15"/>
          <p:cNvSpPr txBox="1"/>
          <p:nvPr userDrawn="1"/>
        </p:nvSpPr>
        <p:spPr>
          <a:xfrm>
            <a:off x="8425695" y="4535523"/>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3" name="标题 15"/>
          <p:cNvSpPr txBox="1"/>
          <p:nvPr userDrawn="1"/>
        </p:nvSpPr>
        <p:spPr>
          <a:xfrm>
            <a:off x="8425695" y="5391326"/>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7" name="标题 15"/>
          <p:cNvSpPr txBox="1"/>
          <p:nvPr userDrawn="1"/>
        </p:nvSpPr>
        <p:spPr>
          <a:xfrm>
            <a:off x="10278375" y="4535523"/>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23" name="标题 15"/>
          <p:cNvSpPr txBox="1"/>
          <p:nvPr userDrawn="1"/>
        </p:nvSpPr>
        <p:spPr>
          <a:xfrm>
            <a:off x="10278375" y="5391326"/>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1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15865253650</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目录页 样式02">
    <p:bg>
      <p:bgPr>
        <a:solidFill>
          <a:srgbClr val="E6F7FA"/>
        </a:solidFill>
        <a:effectLst/>
      </p:bgPr>
    </p:bg>
    <p:spTree>
      <p:nvGrpSpPr>
        <p:cNvPr id="1" name=""/>
        <p:cNvGrpSpPr/>
        <p:nvPr/>
      </p:nvGrpSpPr>
      <p:grpSpPr>
        <a:xfrm>
          <a:off x="0" y="0"/>
          <a:ext cx="0" cy="0"/>
          <a:chOff x="0" y="0"/>
          <a:chExt cx="0" cy="0"/>
        </a:xfrm>
      </p:grpSpPr>
      <p:sp>
        <p:nvSpPr>
          <p:cNvPr id="5" name="图片占位符 4"/>
          <p:cNvSpPr>
            <a:spLocks noGrp="1"/>
          </p:cNvSpPr>
          <p:nvPr>
            <p:ph type="pic" sz="quarter" idx="31"/>
          </p:nvPr>
        </p:nvSpPr>
        <p:spPr>
          <a:xfrm>
            <a:off x="6062393" y="0"/>
            <a:ext cx="6120000" cy="6858000"/>
          </a:xfrm>
          <a:prstGeom prst="rect">
            <a:avLst/>
          </a:prstGeom>
        </p:spPr>
        <p:txBody>
          <a:bodyPr anchor="ctr"/>
          <a:lstStyle>
            <a:lvl1pPr algn="ctr">
              <a:defRPr/>
            </a:lvl1pPr>
          </a:lstStyle>
          <a:p>
            <a:endParaRPr lang="zh-CN" altLang="en-US" dirty="0"/>
          </a:p>
        </p:txBody>
      </p:sp>
      <p:sp>
        <p:nvSpPr>
          <p:cNvPr id="6" name="文本占位符 21"/>
          <p:cNvSpPr>
            <a:spLocks noGrp="1"/>
          </p:cNvSpPr>
          <p:nvPr>
            <p:ph type="body" sz="quarter" idx="10" hasCustomPrompt="1"/>
          </p:nvPr>
        </p:nvSpPr>
        <p:spPr>
          <a:xfrm>
            <a:off x="740320" y="1969394"/>
            <a:ext cx="459136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4" name="文本占位符 23"/>
          <p:cNvSpPr>
            <a:spLocks noGrp="1"/>
          </p:cNvSpPr>
          <p:nvPr>
            <p:ph type="body" sz="quarter" idx="18" hasCustomPrompt="1"/>
          </p:nvPr>
        </p:nvSpPr>
        <p:spPr>
          <a:xfrm>
            <a:off x="740321" y="1662476"/>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9" name="文本占位符 21"/>
          <p:cNvSpPr>
            <a:spLocks noGrp="1"/>
          </p:cNvSpPr>
          <p:nvPr>
            <p:ph type="body" sz="quarter" idx="32" hasCustomPrompt="1"/>
          </p:nvPr>
        </p:nvSpPr>
        <p:spPr>
          <a:xfrm>
            <a:off x="740320" y="3042936"/>
            <a:ext cx="459136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0" name="文本占位符 23"/>
          <p:cNvSpPr>
            <a:spLocks noGrp="1"/>
          </p:cNvSpPr>
          <p:nvPr>
            <p:ph type="body" sz="quarter" idx="33" hasCustomPrompt="1"/>
          </p:nvPr>
        </p:nvSpPr>
        <p:spPr>
          <a:xfrm>
            <a:off x="740321" y="2736018"/>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1" name="文本占位符 21"/>
          <p:cNvSpPr>
            <a:spLocks noGrp="1"/>
          </p:cNvSpPr>
          <p:nvPr>
            <p:ph type="body" sz="quarter" idx="34" hasCustomPrompt="1"/>
          </p:nvPr>
        </p:nvSpPr>
        <p:spPr>
          <a:xfrm>
            <a:off x="740320" y="4116478"/>
            <a:ext cx="459136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2" name="文本占位符 23"/>
          <p:cNvSpPr>
            <a:spLocks noGrp="1"/>
          </p:cNvSpPr>
          <p:nvPr>
            <p:ph type="body" sz="quarter" idx="35" hasCustomPrompt="1"/>
          </p:nvPr>
        </p:nvSpPr>
        <p:spPr>
          <a:xfrm>
            <a:off x="740321" y="3809560"/>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3" name="文本占位符 21"/>
          <p:cNvSpPr>
            <a:spLocks noGrp="1"/>
          </p:cNvSpPr>
          <p:nvPr>
            <p:ph type="body" sz="quarter" idx="36" hasCustomPrompt="1"/>
          </p:nvPr>
        </p:nvSpPr>
        <p:spPr>
          <a:xfrm>
            <a:off x="740319" y="5190020"/>
            <a:ext cx="459136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4" name="文本占位符 23"/>
          <p:cNvSpPr>
            <a:spLocks noGrp="1"/>
          </p:cNvSpPr>
          <p:nvPr>
            <p:ph type="body" sz="quarter" idx="37" hasCustomPrompt="1"/>
          </p:nvPr>
        </p:nvSpPr>
        <p:spPr>
          <a:xfrm>
            <a:off x="740320" y="4883102"/>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自定义版式">
    <p:bg>
      <p:bgPr>
        <a:solidFill>
          <a:srgbClr val="E6F7FA"/>
        </a:solidFill>
        <a:effectLst/>
      </p:bgPr>
    </p:bg>
    <p:spTree>
      <p:nvGrpSpPr>
        <p:cNvPr id="1" name=""/>
        <p:cNvGrpSpPr/>
        <p:nvPr/>
      </p:nvGrpSpPr>
      <p:grpSpPr>
        <a:xfrm>
          <a:off x="0" y="0"/>
          <a:ext cx="0" cy="0"/>
          <a:chOff x="0" y="0"/>
          <a:chExt cx="0" cy="0"/>
        </a:xfrm>
      </p:grpSpPr>
      <p:sp>
        <p:nvSpPr>
          <p:cNvPr id="4" name="图片占位符 4"/>
          <p:cNvSpPr>
            <a:spLocks noGrp="1"/>
          </p:cNvSpPr>
          <p:nvPr>
            <p:ph type="pic" sz="quarter" idx="31"/>
          </p:nvPr>
        </p:nvSpPr>
        <p:spPr>
          <a:xfrm>
            <a:off x="6072000" y="0"/>
            <a:ext cx="6120000" cy="3378200"/>
          </a:xfrm>
          <a:prstGeom prst="rect">
            <a:avLst/>
          </a:prstGeom>
        </p:spPr>
        <p:txBody>
          <a:bodyPr anchor="ctr"/>
          <a:lstStyle>
            <a:lvl1pPr algn="ctr">
              <a:defRPr/>
            </a:lvl1pPr>
          </a:lstStyle>
          <a:p>
            <a:endParaRPr lang="zh-CN" altLang="en-US" dirty="0"/>
          </a:p>
        </p:txBody>
      </p:sp>
      <p:sp>
        <p:nvSpPr>
          <p:cNvPr id="8" name="图片占位符 4"/>
          <p:cNvSpPr>
            <a:spLocks noGrp="1"/>
          </p:cNvSpPr>
          <p:nvPr>
            <p:ph type="pic" sz="quarter" idx="32"/>
          </p:nvPr>
        </p:nvSpPr>
        <p:spPr>
          <a:xfrm>
            <a:off x="6072000" y="3486625"/>
            <a:ext cx="6120000" cy="3378200"/>
          </a:xfrm>
          <a:prstGeom prst="rect">
            <a:avLst/>
          </a:prstGeom>
        </p:spPr>
        <p:txBody>
          <a:bodyPr anchor="ctr"/>
          <a:lstStyle>
            <a:lvl1pPr algn="ctr">
              <a:defRPr/>
            </a:lvl1pPr>
          </a:lstStyle>
          <a:p>
            <a:endParaRPr lang="zh-CN" altLang="en-US" dirty="0"/>
          </a:p>
        </p:txBody>
      </p:sp>
      <p:sp>
        <p:nvSpPr>
          <p:cNvPr id="9" name="文本占位符 21"/>
          <p:cNvSpPr>
            <a:spLocks noGrp="1"/>
          </p:cNvSpPr>
          <p:nvPr>
            <p:ph type="body" sz="quarter" idx="10" hasCustomPrompt="1"/>
          </p:nvPr>
        </p:nvSpPr>
        <p:spPr>
          <a:xfrm>
            <a:off x="740320" y="1969394"/>
            <a:ext cx="459136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0" name="文本占位符 23"/>
          <p:cNvSpPr>
            <a:spLocks noGrp="1"/>
          </p:cNvSpPr>
          <p:nvPr>
            <p:ph type="body" sz="quarter" idx="18" hasCustomPrompt="1"/>
          </p:nvPr>
        </p:nvSpPr>
        <p:spPr>
          <a:xfrm>
            <a:off x="740321" y="1662476"/>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1"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自定义版式">
    <p:bg>
      <p:bgPr>
        <a:solidFill>
          <a:srgbClr val="E6F7FA"/>
        </a:solidFill>
        <a:effectLst/>
      </p:bgPr>
    </p:bg>
    <p:spTree>
      <p:nvGrpSpPr>
        <p:cNvPr id="1" name=""/>
        <p:cNvGrpSpPr/>
        <p:nvPr/>
      </p:nvGrpSpPr>
      <p:grpSpPr>
        <a:xfrm>
          <a:off x="0" y="0"/>
          <a:ext cx="0" cy="0"/>
          <a:chOff x="0" y="0"/>
          <a:chExt cx="0" cy="0"/>
        </a:xfrm>
      </p:grpSpPr>
      <p:sp>
        <p:nvSpPr>
          <p:cNvPr id="10" name="图片占位符 4"/>
          <p:cNvSpPr>
            <a:spLocks noGrp="1"/>
          </p:cNvSpPr>
          <p:nvPr>
            <p:ph type="pic" sz="quarter" idx="32"/>
          </p:nvPr>
        </p:nvSpPr>
        <p:spPr>
          <a:xfrm>
            <a:off x="504000" y="1521725"/>
            <a:ext cx="5535771" cy="3072559"/>
          </a:xfrm>
          <a:prstGeom prst="rect">
            <a:avLst/>
          </a:prstGeom>
        </p:spPr>
        <p:txBody>
          <a:bodyPr anchor="ctr"/>
          <a:lstStyle>
            <a:lvl1pPr algn="ctr">
              <a:defRPr/>
            </a:lvl1pPr>
          </a:lstStyle>
          <a:p>
            <a:endParaRPr lang="zh-CN" altLang="en-US" dirty="0"/>
          </a:p>
        </p:txBody>
      </p:sp>
      <p:sp>
        <p:nvSpPr>
          <p:cNvPr id="11" name="图片占位符 4"/>
          <p:cNvSpPr>
            <a:spLocks noGrp="1"/>
          </p:cNvSpPr>
          <p:nvPr>
            <p:ph type="pic" sz="quarter" idx="33"/>
          </p:nvPr>
        </p:nvSpPr>
        <p:spPr>
          <a:xfrm>
            <a:off x="6152228" y="1521725"/>
            <a:ext cx="5535771" cy="3072559"/>
          </a:xfrm>
          <a:prstGeom prst="rect">
            <a:avLst/>
          </a:prstGeom>
        </p:spPr>
        <p:txBody>
          <a:bodyPr anchor="ctr"/>
          <a:lstStyle>
            <a:lvl1pPr algn="ctr">
              <a:defRPr/>
            </a:lvl1pPr>
          </a:lstStyle>
          <a:p>
            <a:endParaRPr lang="zh-CN" altLang="en-US" dirty="0"/>
          </a:p>
        </p:txBody>
      </p:sp>
      <p:sp>
        <p:nvSpPr>
          <p:cNvPr id="12" name="文本占位符 21"/>
          <p:cNvSpPr>
            <a:spLocks noGrp="1"/>
          </p:cNvSpPr>
          <p:nvPr>
            <p:ph type="body" sz="quarter" idx="10" hasCustomPrompt="1"/>
          </p:nvPr>
        </p:nvSpPr>
        <p:spPr>
          <a:xfrm>
            <a:off x="503999" y="5176515"/>
            <a:ext cx="1118399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3" name="文本占位符 23"/>
          <p:cNvSpPr>
            <a:spLocks noGrp="1"/>
          </p:cNvSpPr>
          <p:nvPr>
            <p:ph type="body" sz="quarter" idx="18" hasCustomPrompt="1"/>
          </p:nvPr>
        </p:nvSpPr>
        <p:spPr>
          <a:xfrm>
            <a:off x="504001" y="4869597"/>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4"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自定义版式">
    <p:bg>
      <p:bgPr>
        <a:solidFill>
          <a:srgbClr val="E6F7FA"/>
        </a:solidFill>
        <a:effectLst/>
      </p:bgPr>
    </p:bg>
    <p:spTree>
      <p:nvGrpSpPr>
        <p:cNvPr id="1" name=""/>
        <p:cNvGrpSpPr/>
        <p:nvPr/>
      </p:nvGrpSpPr>
      <p:grpSpPr>
        <a:xfrm>
          <a:off x="0" y="0"/>
          <a:ext cx="0" cy="0"/>
          <a:chOff x="0" y="0"/>
          <a:chExt cx="0" cy="0"/>
        </a:xfrm>
      </p:grpSpPr>
      <p:sp>
        <p:nvSpPr>
          <p:cNvPr id="9" name="图片占位符 4"/>
          <p:cNvSpPr>
            <a:spLocks noGrp="1"/>
          </p:cNvSpPr>
          <p:nvPr>
            <p:ph type="pic" sz="quarter" idx="32"/>
          </p:nvPr>
        </p:nvSpPr>
        <p:spPr>
          <a:xfrm>
            <a:off x="504001" y="1466229"/>
            <a:ext cx="5277040" cy="2968334"/>
          </a:xfrm>
          <a:prstGeom prst="rect">
            <a:avLst/>
          </a:prstGeom>
        </p:spPr>
        <p:txBody>
          <a:bodyPr anchor="ctr"/>
          <a:lstStyle>
            <a:lvl1pPr algn="ctr">
              <a:defRPr/>
            </a:lvl1pPr>
          </a:lstStyle>
          <a:p>
            <a:endParaRPr lang="zh-CN" altLang="en-US" dirty="0"/>
          </a:p>
        </p:txBody>
      </p:sp>
      <p:sp>
        <p:nvSpPr>
          <p:cNvPr id="11" name="图片占位符 4"/>
          <p:cNvSpPr>
            <a:spLocks noGrp="1"/>
          </p:cNvSpPr>
          <p:nvPr>
            <p:ph type="pic" sz="quarter" idx="33"/>
          </p:nvPr>
        </p:nvSpPr>
        <p:spPr>
          <a:xfrm>
            <a:off x="6410959" y="2844262"/>
            <a:ext cx="5277040" cy="2968334"/>
          </a:xfrm>
          <a:prstGeom prst="rect">
            <a:avLst/>
          </a:prstGeom>
        </p:spPr>
        <p:txBody>
          <a:bodyPr anchor="ctr"/>
          <a:lstStyle>
            <a:lvl1pPr algn="ctr">
              <a:defRPr/>
            </a:lvl1pPr>
          </a:lstStyle>
          <a:p>
            <a:endParaRPr lang="zh-CN" altLang="en-US" dirty="0"/>
          </a:p>
        </p:txBody>
      </p:sp>
      <p:sp>
        <p:nvSpPr>
          <p:cNvPr id="12" name="文本框 11"/>
          <p:cNvSpPr txBox="1"/>
          <p:nvPr userDrawn="1"/>
        </p:nvSpPr>
        <p:spPr>
          <a:xfrm>
            <a:off x="504001" y="4685756"/>
            <a:ext cx="754684" cy="553998"/>
          </a:xfrm>
          <a:prstGeom prst="rect">
            <a:avLst/>
          </a:prstGeom>
          <a:noFill/>
        </p:spPr>
        <p:txBody>
          <a:bodyPr wrap="square" lIns="9000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01</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19" name="文本占位符 23"/>
          <p:cNvSpPr>
            <a:spLocks noGrp="1"/>
          </p:cNvSpPr>
          <p:nvPr>
            <p:ph type="body" sz="quarter" idx="18" hasCustomPrompt="1"/>
          </p:nvPr>
        </p:nvSpPr>
        <p:spPr>
          <a:xfrm>
            <a:off x="1116145" y="4869597"/>
            <a:ext cx="3275420" cy="313932"/>
          </a:xfrm>
          <a:prstGeom prst="rect">
            <a:avLst/>
          </a:prstGeom>
        </p:spPr>
        <p:txBody>
          <a:bodyPr wrap="square">
            <a:spAutoFit/>
          </a:bodyPr>
          <a:lstStyle>
            <a:lvl1pPr marL="0" indent="0">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1" name="文本占位符 21"/>
          <p:cNvSpPr>
            <a:spLocks noGrp="1"/>
          </p:cNvSpPr>
          <p:nvPr>
            <p:ph type="body" sz="quarter" idx="10" hasCustomPrompt="1"/>
          </p:nvPr>
        </p:nvSpPr>
        <p:spPr>
          <a:xfrm>
            <a:off x="504000" y="5259086"/>
            <a:ext cx="527704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2" name="文本框 21"/>
          <p:cNvSpPr txBox="1"/>
          <p:nvPr userDrawn="1"/>
        </p:nvSpPr>
        <p:spPr>
          <a:xfrm>
            <a:off x="6410960" y="1455823"/>
            <a:ext cx="754684" cy="553998"/>
          </a:xfrm>
          <a:prstGeom prst="rect">
            <a:avLst/>
          </a:prstGeom>
          <a:noFill/>
        </p:spPr>
        <p:txBody>
          <a:bodyPr wrap="square" lIns="9000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02</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23" name="文本占位符 23"/>
          <p:cNvSpPr>
            <a:spLocks noGrp="1"/>
          </p:cNvSpPr>
          <p:nvPr>
            <p:ph type="body" sz="quarter" idx="34" hasCustomPrompt="1"/>
          </p:nvPr>
        </p:nvSpPr>
        <p:spPr>
          <a:xfrm>
            <a:off x="7023104" y="1639664"/>
            <a:ext cx="3275420" cy="313932"/>
          </a:xfrm>
          <a:prstGeom prst="rect">
            <a:avLst/>
          </a:prstGeom>
        </p:spPr>
        <p:txBody>
          <a:bodyPr wrap="square">
            <a:spAutoFit/>
          </a:bodyPr>
          <a:lstStyle>
            <a:lvl1pPr marL="0" indent="0">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4" name="文本占位符 21"/>
          <p:cNvSpPr>
            <a:spLocks noGrp="1"/>
          </p:cNvSpPr>
          <p:nvPr>
            <p:ph type="body" sz="quarter" idx="35" hasCustomPrompt="1"/>
          </p:nvPr>
        </p:nvSpPr>
        <p:spPr>
          <a:xfrm>
            <a:off x="6410959" y="2029153"/>
            <a:ext cx="527704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自定义版式">
    <p:bg>
      <p:bgPr>
        <a:solidFill>
          <a:srgbClr val="E6F7FA"/>
        </a:solidFill>
        <a:effectLst/>
      </p:bgPr>
    </p:bg>
    <p:spTree>
      <p:nvGrpSpPr>
        <p:cNvPr id="1" name=""/>
        <p:cNvGrpSpPr/>
        <p:nvPr/>
      </p:nvGrpSpPr>
      <p:grpSpPr>
        <a:xfrm>
          <a:off x="0" y="0"/>
          <a:ext cx="0" cy="0"/>
          <a:chOff x="0" y="0"/>
          <a:chExt cx="0" cy="0"/>
        </a:xfrm>
      </p:grpSpPr>
      <p:sp>
        <p:nvSpPr>
          <p:cNvPr id="16" name="图片占位符 4"/>
          <p:cNvSpPr>
            <a:spLocks noGrp="1"/>
          </p:cNvSpPr>
          <p:nvPr>
            <p:ph type="pic" sz="quarter" idx="32"/>
          </p:nvPr>
        </p:nvSpPr>
        <p:spPr>
          <a:xfrm>
            <a:off x="4407394" y="3800616"/>
            <a:ext cx="3377214" cy="2532912"/>
          </a:xfrm>
          <a:prstGeom prst="rect">
            <a:avLst/>
          </a:prstGeom>
        </p:spPr>
        <p:txBody>
          <a:bodyPr anchor="ctr"/>
          <a:lstStyle>
            <a:lvl1pPr algn="ctr">
              <a:defRPr/>
            </a:lvl1pPr>
          </a:lstStyle>
          <a:p>
            <a:endParaRPr lang="zh-CN" altLang="en-US" dirty="0"/>
          </a:p>
        </p:txBody>
      </p:sp>
      <p:sp>
        <p:nvSpPr>
          <p:cNvPr id="17" name="图片占位符 4"/>
          <p:cNvSpPr>
            <a:spLocks noGrp="1"/>
          </p:cNvSpPr>
          <p:nvPr>
            <p:ph type="pic" sz="quarter" idx="33"/>
          </p:nvPr>
        </p:nvSpPr>
        <p:spPr>
          <a:xfrm>
            <a:off x="8310787" y="1466229"/>
            <a:ext cx="3377214" cy="2532912"/>
          </a:xfrm>
          <a:prstGeom prst="rect">
            <a:avLst/>
          </a:prstGeom>
        </p:spPr>
        <p:txBody>
          <a:bodyPr anchor="ctr"/>
          <a:lstStyle>
            <a:lvl1pPr algn="ctr">
              <a:defRPr/>
            </a:lvl1pPr>
          </a:lstStyle>
          <a:p>
            <a:endParaRPr lang="zh-CN" altLang="en-US" dirty="0"/>
          </a:p>
        </p:txBody>
      </p:sp>
      <p:sp>
        <p:nvSpPr>
          <p:cNvPr id="18" name="图片占位符 4"/>
          <p:cNvSpPr>
            <a:spLocks noGrp="1"/>
          </p:cNvSpPr>
          <p:nvPr>
            <p:ph type="pic" sz="quarter" idx="34"/>
          </p:nvPr>
        </p:nvSpPr>
        <p:spPr>
          <a:xfrm>
            <a:off x="504000" y="1466229"/>
            <a:ext cx="3377214" cy="2532912"/>
          </a:xfrm>
          <a:prstGeom prst="rect">
            <a:avLst/>
          </a:prstGeom>
        </p:spPr>
        <p:txBody>
          <a:bodyPr anchor="ctr"/>
          <a:lstStyle>
            <a:lvl1pPr algn="ctr">
              <a:defRPr/>
            </a:lvl1pPr>
          </a:lstStyle>
          <a:p>
            <a:endParaRPr lang="zh-CN" altLang="en-US" dirty="0"/>
          </a:p>
        </p:txBody>
      </p:sp>
      <p:sp>
        <p:nvSpPr>
          <p:cNvPr id="28" name="文本框 27"/>
          <p:cNvSpPr txBox="1"/>
          <p:nvPr userDrawn="1"/>
        </p:nvSpPr>
        <p:spPr>
          <a:xfrm>
            <a:off x="504000" y="4214574"/>
            <a:ext cx="754684" cy="553998"/>
          </a:xfrm>
          <a:prstGeom prst="rect">
            <a:avLst/>
          </a:prstGeom>
          <a:noFill/>
        </p:spPr>
        <p:txBody>
          <a:bodyPr wrap="square" lIns="9000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01</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29" name="文本占位符 23"/>
          <p:cNvSpPr>
            <a:spLocks noGrp="1"/>
          </p:cNvSpPr>
          <p:nvPr>
            <p:ph type="body" sz="quarter" idx="18" hasCustomPrompt="1"/>
          </p:nvPr>
        </p:nvSpPr>
        <p:spPr>
          <a:xfrm>
            <a:off x="1116144" y="4398415"/>
            <a:ext cx="2765070" cy="313932"/>
          </a:xfrm>
          <a:prstGeom prst="rect">
            <a:avLst/>
          </a:prstGeom>
        </p:spPr>
        <p:txBody>
          <a:bodyPr wrap="square">
            <a:spAutoFit/>
          </a:bodyPr>
          <a:lstStyle>
            <a:lvl1pPr marL="0" indent="0">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0" name="文本占位符 21"/>
          <p:cNvSpPr>
            <a:spLocks noGrp="1"/>
          </p:cNvSpPr>
          <p:nvPr>
            <p:ph type="body" sz="quarter" idx="10" hasCustomPrompt="1"/>
          </p:nvPr>
        </p:nvSpPr>
        <p:spPr>
          <a:xfrm>
            <a:off x="503999" y="4787904"/>
            <a:ext cx="337721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31" name="文本框 30"/>
          <p:cNvSpPr txBox="1"/>
          <p:nvPr userDrawn="1"/>
        </p:nvSpPr>
        <p:spPr>
          <a:xfrm>
            <a:off x="4407392" y="1468850"/>
            <a:ext cx="754684" cy="553998"/>
          </a:xfrm>
          <a:prstGeom prst="rect">
            <a:avLst/>
          </a:prstGeom>
          <a:noFill/>
        </p:spPr>
        <p:txBody>
          <a:bodyPr wrap="square" lIns="9000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02</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32" name="文本占位符 23"/>
          <p:cNvSpPr>
            <a:spLocks noGrp="1"/>
          </p:cNvSpPr>
          <p:nvPr>
            <p:ph type="body" sz="quarter" idx="35" hasCustomPrompt="1"/>
          </p:nvPr>
        </p:nvSpPr>
        <p:spPr>
          <a:xfrm>
            <a:off x="5019536" y="1652691"/>
            <a:ext cx="2765070" cy="313932"/>
          </a:xfrm>
          <a:prstGeom prst="rect">
            <a:avLst/>
          </a:prstGeom>
        </p:spPr>
        <p:txBody>
          <a:bodyPr wrap="square">
            <a:spAutoFit/>
          </a:bodyPr>
          <a:lstStyle>
            <a:lvl1pPr marL="0" indent="0">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3" name="文本占位符 21"/>
          <p:cNvSpPr>
            <a:spLocks noGrp="1"/>
          </p:cNvSpPr>
          <p:nvPr>
            <p:ph type="body" sz="quarter" idx="36" hasCustomPrompt="1"/>
          </p:nvPr>
        </p:nvSpPr>
        <p:spPr>
          <a:xfrm>
            <a:off x="4407391" y="2042180"/>
            <a:ext cx="337721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34" name="文本框 33"/>
          <p:cNvSpPr txBox="1"/>
          <p:nvPr userDrawn="1"/>
        </p:nvSpPr>
        <p:spPr>
          <a:xfrm>
            <a:off x="8310789" y="4214574"/>
            <a:ext cx="754684" cy="553998"/>
          </a:xfrm>
          <a:prstGeom prst="rect">
            <a:avLst/>
          </a:prstGeom>
          <a:noFill/>
        </p:spPr>
        <p:txBody>
          <a:bodyPr wrap="square" lIns="9000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03</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35" name="文本占位符 23"/>
          <p:cNvSpPr>
            <a:spLocks noGrp="1"/>
          </p:cNvSpPr>
          <p:nvPr>
            <p:ph type="body" sz="quarter" idx="37" hasCustomPrompt="1"/>
          </p:nvPr>
        </p:nvSpPr>
        <p:spPr>
          <a:xfrm>
            <a:off x="8922933" y="4398415"/>
            <a:ext cx="2765070" cy="313932"/>
          </a:xfrm>
          <a:prstGeom prst="rect">
            <a:avLst/>
          </a:prstGeom>
        </p:spPr>
        <p:txBody>
          <a:bodyPr wrap="square">
            <a:spAutoFit/>
          </a:bodyPr>
          <a:lstStyle>
            <a:lvl1pPr marL="0" indent="0">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6" name="文本占位符 21"/>
          <p:cNvSpPr>
            <a:spLocks noGrp="1"/>
          </p:cNvSpPr>
          <p:nvPr>
            <p:ph type="body" sz="quarter" idx="38" hasCustomPrompt="1"/>
          </p:nvPr>
        </p:nvSpPr>
        <p:spPr>
          <a:xfrm>
            <a:off x="8310788" y="4787904"/>
            <a:ext cx="337721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38"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自定义版式">
    <p:bg>
      <p:bgPr>
        <a:solidFill>
          <a:srgbClr val="E6F7FA"/>
        </a:solidFill>
        <a:effectLst/>
      </p:bgPr>
    </p:bg>
    <p:spTree>
      <p:nvGrpSpPr>
        <p:cNvPr id="1" name=""/>
        <p:cNvGrpSpPr/>
        <p:nvPr/>
      </p:nvGrpSpPr>
      <p:grpSpPr>
        <a:xfrm>
          <a:off x="0" y="0"/>
          <a:ext cx="0" cy="0"/>
          <a:chOff x="0" y="0"/>
          <a:chExt cx="0" cy="0"/>
        </a:xfrm>
      </p:grpSpPr>
      <p:sp>
        <p:nvSpPr>
          <p:cNvPr id="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12" name="图片占位符 4"/>
          <p:cNvSpPr>
            <a:spLocks noGrp="1"/>
          </p:cNvSpPr>
          <p:nvPr>
            <p:ph type="pic" sz="quarter" idx="34"/>
          </p:nvPr>
        </p:nvSpPr>
        <p:spPr>
          <a:xfrm>
            <a:off x="504000" y="1801504"/>
            <a:ext cx="2302642" cy="1534088"/>
          </a:xfrm>
          <a:prstGeom prst="rect">
            <a:avLst/>
          </a:prstGeom>
        </p:spPr>
        <p:txBody>
          <a:bodyPr anchor="ctr"/>
          <a:lstStyle>
            <a:lvl1pPr algn="ctr">
              <a:defRPr/>
            </a:lvl1pPr>
          </a:lstStyle>
          <a:p>
            <a:endParaRPr lang="zh-CN" altLang="en-US" dirty="0"/>
          </a:p>
        </p:txBody>
      </p:sp>
      <p:sp>
        <p:nvSpPr>
          <p:cNvPr id="14" name="文本占位符 23"/>
          <p:cNvSpPr>
            <a:spLocks noGrp="1"/>
          </p:cNvSpPr>
          <p:nvPr>
            <p:ph type="body" sz="quarter" idx="18" hasCustomPrompt="1"/>
          </p:nvPr>
        </p:nvSpPr>
        <p:spPr>
          <a:xfrm>
            <a:off x="504000" y="3476764"/>
            <a:ext cx="2302642"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5" name="文本占位符 21"/>
          <p:cNvSpPr>
            <a:spLocks noGrp="1"/>
          </p:cNvSpPr>
          <p:nvPr>
            <p:ph type="body" sz="quarter" idx="10" hasCustomPrompt="1"/>
          </p:nvPr>
        </p:nvSpPr>
        <p:spPr>
          <a:xfrm>
            <a:off x="504000" y="3907475"/>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6" name="图片占位符 4"/>
          <p:cNvSpPr>
            <a:spLocks noGrp="1"/>
          </p:cNvSpPr>
          <p:nvPr>
            <p:ph type="pic" sz="quarter" idx="35"/>
          </p:nvPr>
        </p:nvSpPr>
        <p:spPr>
          <a:xfrm>
            <a:off x="3464453" y="1801504"/>
            <a:ext cx="2302642" cy="1534088"/>
          </a:xfrm>
          <a:prstGeom prst="rect">
            <a:avLst/>
          </a:prstGeom>
        </p:spPr>
        <p:txBody>
          <a:bodyPr anchor="ctr"/>
          <a:lstStyle>
            <a:lvl1pPr algn="ctr">
              <a:defRPr/>
            </a:lvl1pPr>
          </a:lstStyle>
          <a:p>
            <a:endParaRPr lang="zh-CN" altLang="en-US" dirty="0"/>
          </a:p>
        </p:txBody>
      </p:sp>
      <p:sp>
        <p:nvSpPr>
          <p:cNvPr id="17" name="文本占位符 23"/>
          <p:cNvSpPr>
            <a:spLocks noGrp="1"/>
          </p:cNvSpPr>
          <p:nvPr>
            <p:ph type="body" sz="quarter" idx="36" hasCustomPrompt="1"/>
          </p:nvPr>
        </p:nvSpPr>
        <p:spPr>
          <a:xfrm>
            <a:off x="3464453" y="3476764"/>
            <a:ext cx="2302642"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8" name="文本占位符 21"/>
          <p:cNvSpPr>
            <a:spLocks noGrp="1"/>
          </p:cNvSpPr>
          <p:nvPr>
            <p:ph type="body" sz="quarter" idx="37" hasCustomPrompt="1"/>
          </p:nvPr>
        </p:nvSpPr>
        <p:spPr>
          <a:xfrm>
            <a:off x="3464453" y="3907475"/>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9" name="图片占位符 4"/>
          <p:cNvSpPr>
            <a:spLocks noGrp="1"/>
          </p:cNvSpPr>
          <p:nvPr>
            <p:ph type="pic" sz="quarter" idx="38"/>
          </p:nvPr>
        </p:nvSpPr>
        <p:spPr>
          <a:xfrm>
            <a:off x="6427848" y="1801504"/>
            <a:ext cx="2302642" cy="1534088"/>
          </a:xfrm>
          <a:prstGeom prst="rect">
            <a:avLst/>
          </a:prstGeom>
        </p:spPr>
        <p:txBody>
          <a:bodyPr anchor="ctr"/>
          <a:lstStyle>
            <a:lvl1pPr algn="ctr">
              <a:defRPr/>
            </a:lvl1pPr>
          </a:lstStyle>
          <a:p>
            <a:endParaRPr lang="zh-CN" altLang="en-US" dirty="0"/>
          </a:p>
        </p:txBody>
      </p:sp>
      <p:sp>
        <p:nvSpPr>
          <p:cNvPr id="20" name="文本占位符 23"/>
          <p:cNvSpPr>
            <a:spLocks noGrp="1"/>
          </p:cNvSpPr>
          <p:nvPr>
            <p:ph type="body" sz="quarter" idx="39" hasCustomPrompt="1"/>
          </p:nvPr>
        </p:nvSpPr>
        <p:spPr>
          <a:xfrm>
            <a:off x="6427848" y="3476764"/>
            <a:ext cx="2302642"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1" name="文本占位符 21"/>
          <p:cNvSpPr>
            <a:spLocks noGrp="1"/>
          </p:cNvSpPr>
          <p:nvPr>
            <p:ph type="body" sz="quarter" idx="40" hasCustomPrompt="1"/>
          </p:nvPr>
        </p:nvSpPr>
        <p:spPr>
          <a:xfrm>
            <a:off x="6427848" y="3907475"/>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2" name="图片占位符 4"/>
          <p:cNvSpPr>
            <a:spLocks noGrp="1"/>
          </p:cNvSpPr>
          <p:nvPr>
            <p:ph type="pic" sz="quarter" idx="41"/>
          </p:nvPr>
        </p:nvSpPr>
        <p:spPr>
          <a:xfrm>
            <a:off x="9385358" y="1801504"/>
            <a:ext cx="2302642" cy="1534088"/>
          </a:xfrm>
          <a:prstGeom prst="rect">
            <a:avLst/>
          </a:prstGeom>
        </p:spPr>
        <p:txBody>
          <a:bodyPr anchor="ctr"/>
          <a:lstStyle>
            <a:lvl1pPr algn="ctr">
              <a:defRPr/>
            </a:lvl1pPr>
          </a:lstStyle>
          <a:p>
            <a:endParaRPr lang="zh-CN" altLang="en-US" dirty="0"/>
          </a:p>
        </p:txBody>
      </p:sp>
      <p:sp>
        <p:nvSpPr>
          <p:cNvPr id="23" name="文本占位符 23"/>
          <p:cNvSpPr>
            <a:spLocks noGrp="1"/>
          </p:cNvSpPr>
          <p:nvPr>
            <p:ph type="body" sz="quarter" idx="42" hasCustomPrompt="1"/>
          </p:nvPr>
        </p:nvSpPr>
        <p:spPr>
          <a:xfrm>
            <a:off x="9385358" y="3476764"/>
            <a:ext cx="2302642"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4" name="文本占位符 21"/>
          <p:cNvSpPr>
            <a:spLocks noGrp="1"/>
          </p:cNvSpPr>
          <p:nvPr>
            <p:ph type="body" sz="quarter" idx="43" hasCustomPrompt="1"/>
          </p:nvPr>
        </p:nvSpPr>
        <p:spPr>
          <a:xfrm>
            <a:off x="9385358" y="3907475"/>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自定义版式">
    <p:bg>
      <p:bgPr>
        <a:solidFill>
          <a:srgbClr val="E6F7FA"/>
        </a:solidFill>
        <a:effectLst/>
      </p:bgPr>
    </p:bg>
    <p:spTree>
      <p:nvGrpSpPr>
        <p:cNvPr id="1" name=""/>
        <p:cNvGrpSpPr/>
        <p:nvPr/>
      </p:nvGrpSpPr>
      <p:grpSpPr>
        <a:xfrm>
          <a:off x="0" y="0"/>
          <a:ext cx="0" cy="0"/>
          <a:chOff x="0" y="0"/>
          <a:chExt cx="0" cy="0"/>
        </a:xfrm>
      </p:grpSpPr>
      <p:sp>
        <p:nvSpPr>
          <p:cNvPr id="7"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9" name="图片占位符 4"/>
          <p:cNvSpPr>
            <a:spLocks noGrp="1"/>
          </p:cNvSpPr>
          <p:nvPr>
            <p:ph type="pic" sz="quarter" idx="34"/>
          </p:nvPr>
        </p:nvSpPr>
        <p:spPr>
          <a:xfrm>
            <a:off x="504000" y="1801504"/>
            <a:ext cx="2044797" cy="1534088"/>
          </a:xfrm>
          <a:prstGeom prst="rect">
            <a:avLst/>
          </a:prstGeom>
        </p:spPr>
        <p:txBody>
          <a:bodyPr anchor="ctr"/>
          <a:lstStyle>
            <a:lvl1pPr algn="ctr">
              <a:defRPr/>
            </a:lvl1pPr>
          </a:lstStyle>
          <a:p>
            <a:endParaRPr lang="zh-CN" altLang="en-US" dirty="0"/>
          </a:p>
        </p:txBody>
      </p:sp>
      <p:sp>
        <p:nvSpPr>
          <p:cNvPr id="31" name="文本占位符 23"/>
          <p:cNvSpPr>
            <a:spLocks noGrp="1"/>
          </p:cNvSpPr>
          <p:nvPr>
            <p:ph type="body" sz="quarter" idx="18" hasCustomPrompt="1"/>
          </p:nvPr>
        </p:nvSpPr>
        <p:spPr>
          <a:xfrm>
            <a:off x="2882237" y="1801504"/>
            <a:ext cx="2302642"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2" name="文本占位符 21"/>
          <p:cNvSpPr>
            <a:spLocks noGrp="1"/>
          </p:cNvSpPr>
          <p:nvPr>
            <p:ph type="body" sz="quarter" idx="10" hasCustomPrompt="1"/>
          </p:nvPr>
        </p:nvSpPr>
        <p:spPr>
          <a:xfrm>
            <a:off x="2882237" y="2233035"/>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36" name="图片占位符 4"/>
          <p:cNvSpPr>
            <a:spLocks noGrp="1"/>
          </p:cNvSpPr>
          <p:nvPr>
            <p:ph type="pic" sz="quarter" idx="35"/>
          </p:nvPr>
        </p:nvSpPr>
        <p:spPr>
          <a:xfrm>
            <a:off x="6479105" y="1801504"/>
            <a:ext cx="2044797" cy="1534088"/>
          </a:xfrm>
          <a:prstGeom prst="rect">
            <a:avLst/>
          </a:prstGeom>
        </p:spPr>
        <p:txBody>
          <a:bodyPr anchor="ctr"/>
          <a:lstStyle>
            <a:lvl1pPr algn="ctr">
              <a:defRPr/>
            </a:lvl1pPr>
          </a:lstStyle>
          <a:p>
            <a:endParaRPr lang="zh-CN" altLang="en-US" dirty="0"/>
          </a:p>
        </p:txBody>
      </p:sp>
      <p:sp>
        <p:nvSpPr>
          <p:cNvPr id="37" name="文本占位符 23"/>
          <p:cNvSpPr>
            <a:spLocks noGrp="1"/>
          </p:cNvSpPr>
          <p:nvPr>
            <p:ph type="body" sz="quarter" idx="36" hasCustomPrompt="1"/>
          </p:nvPr>
        </p:nvSpPr>
        <p:spPr>
          <a:xfrm>
            <a:off x="8857342" y="1801504"/>
            <a:ext cx="2302642"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8" name="文本占位符 21"/>
          <p:cNvSpPr>
            <a:spLocks noGrp="1"/>
          </p:cNvSpPr>
          <p:nvPr>
            <p:ph type="body" sz="quarter" idx="37" hasCustomPrompt="1"/>
          </p:nvPr>
        </p:nvSpPr>
        <p:spPr>
          <a:xfrm>
            <a:off x="8857342" y="2233035"/>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45" name="图片占位符 4"/>
          <p:cNvSpPr>
            <a:spLocks noGrp="1"/>
          </p:cNvSpPr>
          <p:nvPr>
            <p:ph type="pic" sz="quarter" idx="38"/>
          </p:nvPr>
        </p:nvSpPr>
        <p:spPr>
          <a:xfrm>
            <a:off x="504000" y="3957851"/>
            <a:ext cx="2044797" cy="1534088"/>
          </a:xfrm>
          <a:prstGeom prst="rect">
            <a:avLst/>
          </a:prstGeom>
        </p:spPr>
        <p:txBody>
          <a:bodyPr anchor="ctr"/>
          <a:lstStyle>
            <a:lvl1pPr algn="ctr">
              <a:defRPr/>
            </a:lvl1pPr>
          </a:lstStyle>
          <a:p>
            <a:endParaRPr lang="zh-CN" altLang="en-US" dirty="0"/>
          </a:p>
        </p:txBody>
      </p:sp>
      <p:sp>
        <p:nvSpPr>
          <p:cNvPr id="46" name="文本占位符 23"/>
          <p:cNvSpPr>
            <a:spLocks noGrp="1"/>
          </p:cNvSpPr>
          <p:nvPr>
            <p:ph type="body" sz="quarter" idx="39" hasCustomPrompt="1"/>
          </p:nvPr>
        </p:nvSpPr>
        <p:spPr>
          <a:xfrm>
            <a:off x="2882237" y="3957851"/>
            <a:ext cx="2302642"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47" name="文本占位符 21"/>
          <p:cNvSpPr>
            <a:spLocks noGrp="1"/>
          </p:cNvSpPr>
          <p:nvPr>
            <p:ph type="body" sz="quarter" idx="40" hasCustomPrompt="1"/>
          </p:nvPr>
        </p:nvSpPr>
        <p:spPr>
          <a:xfrm>
            <a:off x="2882237" y="4389382"/>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48" name="图片占位符 4"/>
          <p:cNvSpPr>
            <a:spLocks noGrp="1"/>
          </p:cNvSpPr>
          <p:nvPr>
            <p:ph type="pic" sz="quarter" idx="41"/>
          </p:nvPr>
        </p:nvSpPr>
        <p:spPr>
          <a:xfrm>
            <a:off x="6479105" y="3957851"/>
            <a:ext cx="2044797" cy="1534088"/>
          </a:xfrm>
          <a:prstGeom prst="rect">
            <a:avLst/>
          </a:prstGeom>
        </p:spPr>
        <p:txBody>
          <a:bodyPr anchor="ctr"/>
          <a:lstStyle>
            <a:lvl1pPr algn="ctr">
              <a:defRPr/>
            </a:lvl1pPr>
          </a:lstStyle>
          <a:p>
            <a:endParaRPr lang="zh-CN" altLang="en-US" dirty="0"/>
          </a:p>
        </p:txBody>
      </p:sp>
      <p:sp>
        <p:nvSpPr>
          <p:cNvPr id="49" name="文本占位符 23"/>
          <p:cNvSpPr>
            <a:spLocks noGrp="1"/>
          </p:cNvSpPr>
          <p:nvPr>
            <p:ph type="body" sz="quarter" idx="42" hasCustomPrompt="1"/>
          </p:nvPr>
        </p:nvSpPr>
        <p:spPr>
          <a:xfrm>
            <a:off x="8857342" y="3957851"/>
            <a:ext cx="2302642"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50" name="文本占位符 21"/>
          <p:cNvSpPr>
            <a:spLocks noGrp="1"/>
          </p:cNvSpPr>
          <p:nvPr>
            <p:ph type="body" sz="quarter" idx="43" hasCustomPrompt="1"/>
          </p:nvPr>
        </p:nvSpPr>
        <p:spPr>
          <a:xfrm>
            <a:off x="8857342" y="4389382"/>
            <a:ext cx="2302642"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自定义版式">
    <p:bg>
      <p:bgPr>
        <a:solidFill>
          <a:srgbClr val="E6F7FA"/>
        </a:solidFill>
        <a:effectLst/>
      </p:bgPr>
    </p:bg>
    <p:spTree>
      <p:nvGrpSpPr>
        <p:cNvPr id="1" name=""/>
        <p:cNvGrpSpPr/>
        <p:nvPr/>
      </p:nvGrpSpPr>
      <p:grpSpPr>
        <a:xfrm>
          <a:off x="0" y="0"/>
          <a:ext cx="0" cy="0"/>
          <a:chOff x="0" y="0"/>
          <a:chExt cx="0" cy="0"/>
        </a:xfrm>
      </p:grpSpPr>
      <p:sp>
        <p:nvSpPr>
          <p:cNvPr id="25" name="图片占位符 4"/>
          <p:cNvSpPr>
            <a:spLocks noGrp="1"/>
          </p:cNvSpPr>
          <p:nvPr>
            <p:ph type="pic" sz="quarter" idx="34"/>
          </p:nvPr>
        </p:nvSpPr>
        <p:spPr>
          <a:xfrm>
            <a:off x="-702" y="4224090"/>
            <a:ext cx="12192701" cy="2628000"/>
          </a:xfrm>
          <a:prstGeom prst="rect">
            <a:avLst/>
          </a:prstGeom>
        </p:spPr>
        <p:txBody>
          <a:bodyPr anchor="ctr"/>
          <a:lstStyle>
            <a:lvl1pPr algn="ctr">
              <a:defRPr/>
            </a:lvl1pPr>
          </a:lstStyle>
          <a:p>
            <a:endParaRPr lang="zh-CN" altLang="en-US" dirty="0"/>
          </a:p>
        </p:txBody>
      </p:sp>
      <p:sp>
        <p:nvSpPr>
          <p:cNvPr id="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8" name="文本框 7"/>
          <p:cNvSpPr txBox="1"/>
          <p:nvPr/>
        </p:nvSpPr>
        <p:spPr>
          <a:xfrm>
            <a:off x="501666" y="1710879"/>
            <a:ext cx="702757" cy="553998"/>
          </a:xfrm>
          <a:prstGeom prst="rect">
            <a:avLst/>
          </a:prstGeom>
          <a:noFill/>
        </p:spPr>
        <p:txBody>
          <a:bodyPr wrap="square" lIns="0" tIns="0" rIns="0" bIns="0" rtlCol="0">
            <a:spAutoFit/>
          </a:bodyPr>
          <a:lstStyle/>
          <a:p>
            <a:r>
              <a:rPr lang="en-US" altLang="zh-CN" sz="3600" dirty="0">
                <a:solidFill>
                  <a:srgbClr val="00B3CC"/>
                </a:solidFill>
                <a:latin typeface="微软雅黑" panose="020B0503020204020204" pitchFamily="34" charset="-122"/>
                <a:ea typeface="微软雅黑" panose="020B0503020204020204" pitchFamily="34" charset="-122"/>
              </a:rPr>
              <a:t>01</a:t>
            </a:r>
            <a:endParaRPr lang="zh-CN" altLang="en-US" sz="3600" dirty="0">
              <a:solidFill>
                <a:srgbClr val="00B3CC"/>
              </a:solidFill>
              <a:latin typeface="微软雅黑" panose="020B0503020204020204" pitchFamily="34" charset="-122"/>
              <a:ea typeface="微软雅黑" panose="020B0503020204020204" pitchFamily="34" charset="-122"/>
            </a:endParaRPr>
          </a:p>
        </p:txBody>
      </p:sp>
      <p:sp>
        <p:nvSpPr>
          <p:cNvPr id="12" name="文本占位符 21"/>
          <p:cNvSpPr>
            <a:spLocks noGrp="1"/>
          </p:cNvSpPr>
          <p:nvPr>
            <p:ph type="body" sz="quarter" idx="10" hasCustomPrompt="1"/>
          </p:nvPr>
        </p:nvSpPr>
        <p:spPr>
          <a:xfrm>
            <a:off x="1150620" y="2085756"/>
            <a:ext cx="4289463"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13" name="文本占位符 23"/>
          <p:cNvSpPr>
            <a:spLocks noGrp="1"/>
          </p:cNvSpPr>
          <p:nvPr>
            <p:ph type="body" sz="quarter" idx="18" hasCustomPrompt="1"/>
          </p:nvPr>
        </p:nvSpPr>
        <p:spPr>
          <a:xfrm>
            <a:off x="1150620" y="1707191"/>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4" name="文本框 13"/>
          <p:cNvSpPr txBox="1"/>
          <p:nvPr userDrawn="1"/>
        </p:nvSpPr>
        <p:spPr>
          <a:xfrm>
            <a:off x="6751919" y="1710879"/>
            <a:ext cx="702757" cy="553998"/>
          </a:xfrm>
          <a:prstGeom prst="rect">
            <a:avLst/>
          </a:prstGeom>
          <a:noFill/>
        </p:spPr>
        <p:txBody>
          <a:bodyPr wrap="square" lIns="0" tIns="0" rIns="0" bIns="0" rtlCol="0">
            <a:spAutoFit/>
          </a:bodyPr>
          <a:lstStyle/>
          <a:p>
            <a:pPr marL="0" algn="l" defTabSz="914400" rtl="0" eaLnBrk="1" latinLnBrk="0" hangingPunct="1"/>
            <a:r>
              <a:rPr lang="en-US" altLang="zh-CN" sz="3600" kern="1200" dirty="0">
                <a:solidFill>
                  <a:srgbClr val="00B3CC"/>
                </a:solidFill>
                <a:latin typeface="微软雅黑" panose="020B0503020204020204" pitchFamily="34" charset="-122"/>
                <a:ea typeface="微软雅黑" panose="020B0503020204020204" pitchFamily="34" charset="-122"/>
                <a:cs typeface="+mn-cs"/>
              </a:rPr>
              <a:t>02</a:t>
            </a:r>
            <a:endParaRPr lang="zh-CN" altLang="en-US" sz="3600" kern="1200" dirty="0">
              <a:solidFill>
                <a:srgbClr val="00B3CC"/>
              </a:solidFill>
              <a:latin typeface="微软雅黑" panose="020B0503020204020204" pitchFamily="34" charset="-122"/>
              <a:ea typeface="微软雅黑" panose="020B0503020204020204" pitchFamily="34" charset="-122"/>
              <a:cs typeface="+mn-cs"/>
            </a:endParaRPr>
          </a:p>
        </p:txBody>
      </p:sp>
      <p:sp>
        <p:nvSpPr>
          <p:cNvPr id="15" name="文本占位符 21"/>
          <p:cNvSpPr>
            <a:spLocks noGrp="1"/>
          </p:cNvSpPr>
          <p:nvPr>
            <p:ph type="body" sz="quarter" idx="19" hasCustomPrompt="1"/>
          </p:nvPr>
        </p:nvSpPr>
        <p:spPr>
          <a:xfrm>
            <a:off x="7400873" y="2085756"/>
            <a:ext cx="4289463"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16" name="文本占位符 23"/>
          <p:cNvSpPr>
            <a:spLocks noGrp="1"/>
          </p:cNvSpPr>
          <p:nvPr>
            <p:ph type="body" sz="quarter" idx="20" hasCustomPrompt="1"/>
          </p:nvPr>
        </p:nvSpPr>
        <p:spPr>
          <a:xfrm>
            <a:off x="7400873" y="1707191"/>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7" name="文本框 16"/>
          <p:cNvSpPr txBox="1"/>
          <p:nvPr userDrawn="1"/>
        </p:nvSpPr>
        <p:spPr>
          <a:xfrm>
            <a:off x="501666" y="3028272"/>
            <a:ext cx="702757" cy="553998"/>
          </a:xfrm>
          <a:prstGeom prst="rect">
            <a:avLst/>
          </a:prstGeom>
          <a:noFill/>
        </p:spPr>
        <p:txBody>
          <a:bodyPr wrap="square" lIns="0" tIns="0" rIns="0" bIns="0" rtlCol="0">
            <a:spAutoFit/>
          </a:bodyPr>
          <a:lstStyle/>
          <a:p>
            <a:pPr marL="0" algn="l" defTabSz="914400" rtl="0" eaLnBrk="1" latinLnBrk="0" hangingPunct="1"/>
            <a:r>
              <a:rPr lang="en-US" altLang="zh-CN" sz="3600" kern="1200" dirty="0">
                <a:solidFill>
                  <a:srgbClr val="00B3CC"/>
                </a:solidFill>
                <a:latin typeface="微软雅黑" panose="020B0503020204020204" pitchFamily="34" charset="-122"/>
                <a:ea typeface="微软雅黑" panose="020B0503020204020204" pitchFamily="34" charset="-122"/>
                <a:cs typeface="+mn-cs"/>
              </a:rPr>
              <a:t>03</a:t>
            </a:r>
            <a:endParaRPr lang="zh-CN" altLang="en-US" sz="3600" kern="1200" dirty="0">
              <a:solidFill>
                <a:srgbClr val="00B3CC"/>
              </a:solidFill>
              <a:latin typeface="微软雅黑" panose="020B0503020204020204" pitchFamily="34" charset="-122"/>
              <a:ea typeface="微软雅黑" panose="020B0503020204020204" pitchFamily="34" charset="-122"/>
              <a:cs typeface="+mn-cs"/>
            </a:endParaRPr>
          </a:p>
        </p:txBody>
      </p:sp>
      <p:sp>
        <p:nvSpPr>
          <p:cNvPr id="18" name="文本占位符 21"/>
          <p:cNvSpPr>
            <a:spLocks noGrp="1"/>
          </p:cNvSpPr>
          <p:nvPr>
            <p:ph type="body" sz="quarter" idx="21" hasCustomPrompt="1"/>
          </p:nvPr>
        </p:nvSpPr>
        <p:spPr>
          <a:xfrm>
            <a:off x="1150620" y="3403149"/>
            <a:ext cx="4289463"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19" name="文本占位符 23"/>
          <p:cNvSpPr>
            <a:spLocks noGrp="1"/>
          </p:cNvSpPr>
          <p:nvPr>
            <p:ph type="body" sz="quarter" idx="22" hasCustomPrompt="1"/>
          </p:nvPr>
        </p:nvSpPr>
        <p:spPr>
          <a:xfrm>
            <a:off x="1150620" y="3024584"/>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0" name="文本框 19"/>
          <p:cNvSpPr txBox="1"/>
          <p:nvPr userDrawn="1"/>
        </p:nvSpPr>
        <p:spPr>
          <a:xfrm>
            <a:off x="6751919" y="3028272"/>
            <a:ext cx="702757" cy="553998"/>
          </a:xfrm>
          <a:prstGeom prst="rect">
            <a:avLst/>
          </a:prstGeom>
          <a:noFill/>
        </p:spPr>
        <p:txBody>
          <a:bodyPr wrap="square" lIns="0" tIns="0" rIns="0" bIns="0" rtlCol="0">
            <a:spAutoFit/>
          </a:bodyPr>
          <a:lstStyle/>
          <a:p>
            <a:pPr marL="0" algn="l" defTabSz="914400" rtl="0" eaLnBrk="1" latinLnBrk="0" hangingPunct="1"/>
            <a:r>
              <a:rPr lang="en-US" altLang="zh-CN" sz="3600" kern="1200" dirty="0">
                <a:solidFill>
                  <a:srgbClr val="00B3CC"/>
                </a:solidFill>
                <a:latin typeface="微软雅黑" panose="020B0503020204020204" pitchFamily="34" charset="-122"/>
                <a:ea typeface="微软雅黑" panose="020B0503020204020204" pitchFamily="34" charset="-122"/>
                <a:cs typeface="+mn-cs"/>
              </a:rPr>
              <a:t>04</a:t>
            </a:r>
            <a:endParaRPr lang="zh-CN" altLang="en-US" sz="3600" kern="1200" dirty="0">
              <a:solidFill>
                <a:srgbClr val="00B3CC"/>
              </a:solidFill>
              <a:latin typeface="微软雅黑" panose="020B0503020204020204" pitchFamily="34" charset="-122"/>
              <a:ea typeface="微软雅黑" panose="020B0503020204020204" pitchFamily="34" charset="-122"/>
              <a:cs typeface="+mn-cs"/>
            </a:endParaRPr>
          </a:p>
        </p:txBody>
      </p:sp>
      <p:sp>
        <p:nvSpPr>
          <p:cNvPr id="21" name="文本占位符 21"/>
          <p:cNvSpPr>
            <a:spLocks noGrp="1"/>
          </p:cNvSpPr>
          <p:nvPr>
            <p:ph type="body" sz="quarter" idx="23" hasCustomPrompt="1"/>
          </p:nvPr>
        </p:nvSpPr>
        <p:spPr>
          <a:xfrm>
            <a:off x="7400873" y="3403149"/>
            <a:ext cx="4289463"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22" name="文本占位符 23"/>
          <p:cNvSpPr>
            <a:spLocks noGrp="1"/>
          </p:cNvSpPr>
          <p:nvPr>
            <p:ph type="body" sz="quarter" idx="24" hasCustomPrompt="1"/>
          </p:nvPr>
        </p:nvSpPr>
        <p:spPr>
          <a:xfrm>
            <a:off x="7400873" y="3024584"/>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自定义版式">
    <p:bg>
      <p:bgPr>
        <a:solidFill>
          <a:srgbClr val="E6F7FA"/>
        </a:solidFill>
        <a:effectLst/>
      </p:bgPr>
    </p:bg>
    <p:spTree>
      <p:nvGrpSpPr>
        <p:cNvPr id="1" name=""/>
        <p:cNvGrpSpPr/>
        <p:nvPr/>
      </p:nvGrpSpPr>
      <p:grpSpPr>
        <a:xfrm>
          <a:off x="0" y="0"/>
          <a:ext cx="0" cy="0"/>
          <a:chOff x="0" y="0"/>
          <a:chExt cx="0" cy="0"/>
        </a:xfrm>
      </p:grpSpPr>
      <p:sp>
        <p:nvSpPr>
          <p:cNvPr id="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39" name="文本占位符 23"/>
          <p:cNvSpPr>
            <a:spLocks noGrp="1"/>
          </p:cNvSpPr>
          <p:nvPr>
            <p:ph type="body" sz="quarter" idx="18" hasCustomPrompt="1"/>
          </p:nvPr>
        </p:nvSpPr>
        <p:spPr>
          <a:xfrm>
            <a:off x="501556" y="2937840"/>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40" name="文本占位符 21"/>
          <p:cNvSpPr>
            <a:spLocks noGrp="1"/>
          </p:cNvSpPr>
          <p:nvPr>
            <p:ph type="body" sz="quarter" idx="10" hasCustomPrompt="1"/>
          </p:nvPr>
        </p:nvSpPr>
        <p:spPr>
          <a:xfrm>
            <a:off x="501556" y="3268114"/>
            <a:ext cx="33839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41" name="图片占位符 4"/>
          <p:cNvSpPr>
            <a:spLocks noGrp="1"/>
          </p:cNvSpPr>
          <p:nvPr>
            <p:ph type="pic" sz="quarter" idx="34"/>
          </p:nvPr>
        </p:nvSpPr>
        <p:spPr>
          <a:xfrm>
            <a:off x="501556" y="1390866"/>
            <a:ext cx="3673687" cy="1422819"/>
          </a:xfrm>
          <a:prstGeom prst="rect">
            <a:avLst/>
          </a:prstGeom>
        </p:spPr>
        <p:txBody>
          <a:bodyPr anchor="ctr"/>
          <a:lstStyle>
            <a:lvl1pPr algn="ctr">
              <a:defRPr/>
            </a:lvl1pPr>
          </a:lstStyle>
          <a:p>
            <a:endParaRPr lang="zh-CN" altLang="en-US" dirty="0"/>
          </a:p>
        </p:txBody>
      </p:sp>
      <p:sp>
        <p:nvSpPr>
          <p:cNvPr id="45" name="文本占位符 23"/>
          <p:cNvSpPr>
            <a:spLocks noGrp="1"/>
          </p:cNvSpPr>
          <p:nvPr>
            <p:ph type="body" sz="quarter" idx="35" hasCustomPrompt="1"/>
          </p:nvPr>
        </p:nvSpPr>
        <p:spPr>
          <a:xfrm>
            <a:off x="4253632" y="2937840"/>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46" name="文本占位符 21"/>
          <p:cNvSpPr>
            <a:spLocks noGrp="1"/>
          </p:cNvSpPr>
          <p:nvPr>
            <p:ph type="body" sz="quarter" idx="36" hasCustomPrompt="1"/>
          </p:nvPr>
        </p:nvSpPr>
        <p:spPr>
          <a:xfrm>
            <a:off x="4253632" y="3268114"/>
            <a:ext cx="33839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47" name="图片占位符 4"/>
          <p:cNvSpPr>
            <a:spLocks noGrp="1"/>
          </p:cNvSpPr>
          <p:nvPr>
            <p:ph type="pic" sz="quarter" idx="37"/>
          </p:nvPr>
        </p:nvSpPr>
        <p:spPr>
          <a:xfrm>
            <a:off x="4253632" y="1390866"/>
            <a:ext cx="3673687" cy="1422819"/>
          </a:xfrm>
          <a:prstGeom prst="rect">
            <a:avLst/>
          </a:prstGeom>
        </p:spPr>
        <p:txBody>
          <a:bodyPr anchor="ctr"/>
          <a:lstStyle>
            <a:lvl1pPr algn="ctr">
              <a:defRPr/>
            </a:lvl1pPr>
          </a:lstStyle>
          <a:p>
            <a:endParaRPr lang="zh-CN" altLang="en-US" dirty="0"/>
          </a:p>
        </p:txBody>
      </p:sp>
      <p:sp>
        <p:nvSpPr>
          <p:cNvPr id="48" name="文本占位符 23"/>
          <p:cNvSpPr>
            <a:spLocks noGrp="1"/>
          </p:cNvSpPr>
          <p:nvPr>
            <p:ph type="body" sz="quarter" idx="38" hasCustomPrompt="1"/>
          </p:nvPr>
        </p:nvSpPr>
        <p:spPr>
          <a:xfrm>
            <a:off x="8032837" y="2937840"/>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49" name="文本占位符 21"/>
          <p:cNvSpPr>
            <a:spLocks noGrp="1"/>
          </p:cNvSpPr>
          <p:nvPr>
            <p:ph type="body" sz="quarter" idx="39" hasCustomPrompt="1"/>
          </p:nvPr>
        </p:nvSpPr>
        <p:spPr>
          <a:xfrm>
            <a:off x="8032837" y="3268114"/>
            <a:ext cx="33839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51" name="图片占位符 4"/>
          <p:cNvSpPr>
            <a:spLocks noGrp="1"/>
          </p:cNvSpPr>
          <p:nvPr>
            <p:ph type="pic" sz="quarter" idx="40"/>
          </p:nvPr>
        </p:nvSpPr>
        <p:spPr>
          <a:xfrm>
            <a:off x="8032837" y="1390866"/>
            <a:ext cx="3673687" cy="1422819"/>
          </a:xfrm>
          <a:prstGeom prst="rect">
            <a:avLst/>
          </a:prstGeom>
        </p:spPr>
        <p:txBody>
          <a:bodyPr anchor="ctr"/>
          <a:lstStyle>
            <a:lvl1pPr algn="ctr">
              <a:defRPr/>
            </a:lvl1pPr>
          </a:lstStyle>
          <a:p>
            <a:endParaRPr lang="zh-CN" altLang="en-US" dirty="0"/>
          </a:p>
        </p:txBody>
      </p:sp>
      <p:sp>
        <p:nvSpPr>
          <p:cNvPr id="61" name="文本占位符 23"/>
          <p:cNvSpPr>
            <a:spLocks noGrp="1"/>
          </p:cNvSpPr>
          <p:nvPr>
            <p:ph type="body" sz="quarter" idx="41" hasCustomPrompt="1"/>
          </p:nvPr>
        </p:nvSpPr>
        <p:spPr>
          <a:xfrm>
            <a:off x="501556" y="5362983"/>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62" name="文本占位符 21"/>
          <p:cNvSpPr>
            <a:spLocks noGrp="1"/>
          </p:cNvSpPr>
          <p:nvPr>
            <p:ph type="body" sz="quarter" idx="42" hasCustomPrompt="1"/>
          </p:nvPr>
        </p:nvSpPr>
        <p:spPr>
          <a:xfrm>
            <a:off x="501556" y="5693257"/>
            <a:ext cx="33839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63" name="图片占位符 4"/>
          <p:cNvSpPr>
            <a:spLocks noGrp="1"/>
          </p:cNvSpPr>
          <p:nvPr>
            <p:ph type="pic" sz="quarter" idx="43"/>
          </p:nvPr>
        </p:nvSpPr>
        <p:spPr>
          <a:xfrm>
            <a:off x="501556" y="3816009"/>
            <a:ext cx="3673687" cy="1422819"/>
          </a:xfrm>
          <a:prstGeom prst="rect">
            <a:avLst/>
          </a:prstGeom>
        </p:spPr>
        <p:txBody>
          <a:bodyPr anchor="ctr"/>
          <a:lstStyle>
            <a:lvl1pPr algn="ctr">
              <a:defRPr/>
            </a:lvl1pPr>
          </a:lstStyle>
          <a:p>
            <a:endParaRPr lang="zh-CN" altLang="en-US" dirty="0"/>
          </a:p>
        </p:txBody>
      </p:sp>
      <p:sp>
        <p:nvSpPr>
          <p:cNvPr id="64" name="文本占位符 23"/>
          <p:cNvSpPr>
            <a:spLocks noGrp="1"/>
          </p:cNvSpPr>
          <p:nvPr>
            <p:ph type="body" sz="quarter" idx="44" hasCustomPrompt="1"/>
          </p:nvPr>
        </p:nvSpPr>
        <p:spPr>
          <a:xfrm>
            <a:off x="4253632" y="5362983"/>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65" name="文本占位符 21"/>
          <p:cNvSpPr>
            <a:spLocks noGrp="1"/>
          </p:cNvSpPr>
          <p:nvPr>
            <p:ph type="body" sz="quarter" idx="45" hasCustomPrompt="1"/>
          </p:nvPr>
        </p:nvSpPr>
        <p:spPr>
          <a:xfrm>
            <a:off x="4253632" y="5693257"/>
            <a:ext cx="33839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66" name="图片占位符 4"/>
          <p:cNvSpPr>
            <a:spLocks noGrp="1"/>
          </p:cNvSpPr>
          <p:nvPr>
            <p:ph type="pic" sz="quarter" idx="46"/>
          </p:nvPr>
        </p:nvSpPr>
        <p:spPr>
          <a:xfrm>
            <a:off x="4253632" y="3816009"/>
            <a:ext cx="3673687" cy="1422819"/>
          </a:xfrm>
          <a:prstGeom prst="rect">
            <a:avLst/>
          </a:prstGeom>
        </p:spPr>
        <p:txBody>
          <a:bodyPr anchor="ctr"/>
          <a:lstStyle>
            <a:lvl1pPr algn="ctr">
              <a:defRPr/>
            </a:lvl1pPr>
          </a:lstStyle>
          <a:p>
            <a:endParaRPr lang="zh-CN" altLang="en-US" dirty="0"/>
          </a:p>
        </p:txBody>
      </p:sp>
      <p:sp>
        <p:nvSpPr>
          <p:cNvPr id="67" name="文本占位符 23"/>
          <p:cNvSpPr>
            <a:spLocks noGrp="1"/>
          </p:cNvSpPr>
          <p:nvPr>
            <p:ph type="body" sz="quarter" idx="47" hasCustomPrompt="1"/>
          </p:nvPr>
        </p:nvSpPr>
        <p:spPr>
          <a:xfrm>
            <a:off x="8032837" y="5362983"/>
            <a:ext cx="2484385"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68" name="文本占位符 21"/>
          <p:cNvSpPr>
            <a:spLocks noGrp="1"/>
          </p:cNvSpPr>
          <p:nvPr>
            <p:ph type="body" sz="quarter" idx="48" hasCustomPrompt="1"/>
          </p:nvPr>
        </p:nvSpPr>
        <p:spPr>
          <a:xfrm>
            <a:off x="8032837" y="5693257"/>
            <a:ext cx="33839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69" name="图片占位符 4"/>
          <p:cNvSpPr>
            <a:spLocks noGrp="1"/>
          </p:cNvSpPr>
          <p:nvPr>
            <p:ph type="pic" sz="quarter" idx="49"/>
          </p:nvPr>
        </p:nvSpPr>
        <p:spPr>
          <a:xfrm>
            <a:off x="8032837" y="3816009"/>
            <a:ext cx="3673687" cy="1422819"/>
          </a:xfrm>
          <a:prstGeom prst="rect">
            <a:avLst/>
          </a:prstGeom>
        </p:spPr>
        <p:txBody>
          <a:bodyPr anchor="ctr"/>
          <a:lstStyle>
            <a:lvl1pPr algn="ctr">
              <a:defRPr/>
            </a:lvl1pPr>
          </a:lstStyle>
          <a:p>
            <a:endParaRPr lang="zh-CN" altLang="en-US" dirty="0"/>
          </a:p>
        </p:txBody>
      </p:sp>
      <p:sp>
        <p:nvSpPr>
          <p:cNvPr id="6"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2" name="文本框 1"/>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2_自定义版式">
    <p:bg>
      <p:bgPr>
        <a:solidFill>
          <a:srgbClr val="E6F7FA"/>
        </a:solidFill>
        <a:effectLst/>
      </p:bgPr>
    </p:bg>
    <p:spTree>
      <p:nvGrpSpPr>
        <p:cNvPr id="1" name=""/>
        <p:cNvGrpSpPr/>
        <p:nvPr/>
      </p:nvGrpSpPr>
      <p:grpSpPr>
        <a:xfrm>
          <a:off x="0" y="0"/>
          <a:ext cx="0" cy="0"/>
          <a:chOff x="0" y="0"/>
          <a:chExt cx="0" cy="0"/>
        </a:xfrm>
      </p:grpSpPr>
      <p:sp>
        <p:nvSpPr>
          <p:cNvPr id="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14" name="图片占位符 5"/>
          <p:cNvSpPr>
            <a:spLocks noGrp="1" noChangeAspect="1"/>
          </p:cNvSpPr>
          <p:nvPr>
            <p:ph type="pic" sz="quarter" idx="25"/>
          </p:nvPr>
        </p:nvSpPr>
        <p:spPr>
          <a:xfrm>
            <a:off x="821106" y="2684381"/>
            <a:ext cx="2868149" cy="2864194"/>
          </a:xfrm>
          <a:prstGeom prst="ellipse">
            <a:avLst/>
          </a:prstGeom>
        </p:spPr>
        <p:txBody>
          <a:bodyPr anchor="ctr"/>
          <a:lstStyle>
            <a:lvl1pPr marL="0" indent="0" algn="ctr">
              <a:buNone/>
              <a:defRPr sz="1400">
                <a:latin typeface="微软雅黑" panose="020B0503020204020204" pitchFamily="34" charset="-122"/>
                <a:ea typeface="微软雅黑" panose="020B0503020204020204" pitchFamily="34" charset="-122"/>
              </a:defRPr>
            </a:lvl1pPr>
          </a:lstStyle>
          <a:p>
            <a:endParaRPr lang="zh-CN" altLang="en-US" dirty="0"/>
          </a:p>
        </p:txBody>
      </p:sp>
      <p:sp>
        <p:nvSpPr>
          <p:cNvPr id="15" name="图片占位符 5"/>
          <p:cNvSpPr>
            <a:spLocks noGrp="1" noChangeAspect="1"/>
          </p:cNvSpPr>
          <p:nvPr>
            <p:ph type="pic" sz="quarter" idx="26"/>
          </p:nvPr>
        </p:nvSpPr>
        <p:spPr>
          <a:xfrm>
            <a:off x="2686429" y="1563330"/>
            <a:ext cx="1350187" cy="1348325"/>
          </a:xfrm>
          <a:prstGeom prst="ellipse">
            <a:avLst/>
          </a:prstGeom>
        </p:spPr>
        <p:txBody>
          <a:bodyPr anchor="ctr"/>
          <a:lstStyle>
            <a:lvl1pPr marL="0" indent="0" algn="ctr">
              <a:buNone/>
              <a:defRPr sz="1400">
                <a:latin typeface="微软雅黑" panose="020B0503020204020204" pitchFamily="34" charset="-122"/>
                <a:ea typeface="微软雅黑" panose="020B0503020204020204" pitchFamily="34" charset="-122"/>
              </a:defRPr>
            </a:lvl1pPr>
          </a:lstStyle>
          <a:p>
            <a:endParaRPr lang="zh-CN" altLang="en-US" dirty="0"/>
          </a:p>
        </p:txBody>
      </p:sp>
      <p:sp>
        <p:nvSpPr>
          <p:cNvPr id="16" name="图片占位符 5"/>
          <p:cNvSpPr>
            <a:spLocks noGrp="1" noChangeAspect="1"/>
          </p:cNvSpPr>
          <p:nvPr>
            <p:ph type="pic" sz="quarter" idx="27"/>
          </p:nvPr>
        </p:nvSpPr>
        <p:spPr>
          <a:xfrm>
            <a:off x="3419704" y="4867915"/>
            <a:ext cx="683710" cy="682767"/>
          </a:xfrm>
          <a:prstGeom prst="ellipse">
            <a:avLst/>
          </a:prstGeom>
        </p:spPr>
        <p:txBody>
          <a:bodyPr anchor="ctr"/>
          <a:lstStyle>
            <a:lvl1pPr marL="0" indent="0" algn="ctr">
              <a:buNone/>
              <a:defRPr sz="1400">
                <a:latin typeface="微软雅黑" panose="020B0503020204020204" pitchFamily="34" charset="-122"/>
                <a:ea typeface="微软雅黑" panose="020B0503020204020204" pitchFamily="34" charset="-122"/>
              </a:defRPr>
            </a:lvl1pPr>
          </a:lstStyle>
          <a:p>
            <a:endParaRPr lang="zh-CN" altLang="en-US" dirty="0"/>
          </a:p>
        </p:txBody>
      </p:sp>
      <p:sp>
        <p:nvSpPr>
          <p:cNvPr id="17" name="图片占位符 5"/>
          <p:cNvSpPr>
            <a:spLocks noGrp="1" noChangeAspect="1"/>
          </p:cNvSpPr>
          <p:nvPr>
            <p:ph type="pic" sz="quarter" idx="28"/>
          </p:nvPr>
        </p:nvSpPr>
        <p:spPr>
          <a:xfrm>
            <a:off x="743286" y="2192025"/>
            <a:ext cx="683710" cy="682767"/>
          </a:xfrm>
          <a:prstGeom prst="ellipse">
            <a:avLst/>
          </a:prstGeom>
        </p:spPr>
        <p:txBody>
          <a:bodyPr anchor="ctr"/>
          <a:lstStyle>
            <a:lvl1pPr marL="0" indent="0" algn="ctr">
              <a:buNone/>
              <a:defRPr sz="1400">
                <a:latin typeface="微软雅黑" panose="020B0503020204020204" pitchFamily="34" charset="-122"/>
                <a:ea typeface="微软雅黑" panose="020B0503020204020204" pitchFamily="34" charset="-122"/>
              </a:defRPr>
            </a:lvl1pPr>
          </a:lstStyle>
          <a:p>
            <a:endParaRPr lang="zh-CN" altLang="en-US" dirty="0"/>
          </a:p>
        </p:txBody>
      </p:sp>
      <p:sp>
        <p:nvSpPr>
          <p:cNvPr id="18" name="文本占位符 21"/>
          <p:cNvSpPr>
            <a:spLocks noGrp="1"/>
          </p:cNvSpPr>
          <p:nvPr>
            <p:ph type="body" sz="quarter" idx="10" hasCustomPrompt="1"/>
          </p:nvPr>
        </p:nvSpPr>
        <p:spPr>
          <a:xfrm>
            <a:off x="6151656" y="2069417"/>
            <a:ext cx="5300023"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9" name="文本占位符 23"/>
          <p:cNvSpPr>
            <a:spLocks noGrp="1"/>
          </p:cNvSpPr>
          <p:nvPr>
            <p:ph type="body" sz="quarter" idx="18" hasCustomPrompt="1"/>
          </p:nvPr>
        </p:nvSpPr>
        <p:spPr>
          <a:xfrm>
            <a:off x="6151658" y="1762499"/>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0" name="文本占位符 21"/>
          <p:cNvSpPr>
            <a:spLocks noGrp="1"/>
          </p:cNvSpPr>
          <p:nvPr>
            <p:ph type="body" sz="quarter" idx="32" hasCustomPrompt="1"/>
          </p:nvPr>
        </p:nvSpPr>
        <p:spPr>
          <a:xfrm>
            <a:off x="6151656" y="3142959"/>
            <a:ext cx="5300023"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1" name="文本占位符 23"/>
          <p:cNvSpPr>
            <a:spLocks noGrp="1"/>
          </p:cNvSpPr>
          <p:nvPr>
            <p:ph type="body" sz="quarter" idx="33" hasCustomPrompt="1"/>
          </p:nvPr>
        </p:nvSpPr>
        <p:spPr>
          <a:xfrm>
            <a:off x="6151658" y="2836041"/>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2" name="文本占位符 21"/>
          <p:cNvSpPr>
            <a:spLocks noGrp="1"/>
          </p:cNvSpPr>
          <p:nvPr>
            <p:ph type="body" sz="quarter" idx="34" hasCustomPrompt="1"/>
          </p:nvPr>
        </p:nvSpPr>
        <p:spPr>
          <a:xfrm>
            <a:off x="6151656" y="4216501"/>
            <a:ext cx="5300023"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3" name="文本占位符 23"/>
          <p:cNvSpPr>
            <a:spLocks noGrp="1"/>
          </p:cNvSpPr>
          <p:nvPr>
            <p:ph type="body" sz="quarter" idx="35" hasCustomPrompt="1"/>
          </p:nvPr>
        </p:nvSpPr>
        <p:spPr>
          <a:xfrm>
            <a:off x="6151658" y="3909583"/>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4" name="文本占位符 21"/>
          <p:cNvSpPr>
            <a:spLocks noGrp="1"/>
          </p:cNvSpPr>
          <p:nvPr>
            <p:ph type="body" sz="quarter" idx="36" hasCustomPrompt="1"/>
          </p:nvPr>
        </p:nvSpPr>
        <p:spPr>
          <a:xfrm>
            <a:off x="6151655" y="5290043"/>
            <a:ext cx="5300023"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5" name="文本占位符 23"/>
          <p:cNvSpPr>
            <a:spLocks noGrp="1"/>
          </p:cNvSpPr>
          <p:nvPr>
            <p:ph type="body" sz="quarter" idx="37" hasCustomPrompt="1"/>
          </p:nvPr>
        </p:nvSpPr>
        <p:spPr>
          <a:xfrm>
            <a:off x="6151657" y="4983125"/>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_自定义版式">
    <p:bg>
      <p:bgPr>
        <a:solidFill>
          <a:srgbClr val="E6F7FA"/>
        </a:solidFill>
        <a:effectLst/>
      </p:bgPr>
    </p:bg>
    <p:spTree>
      <p:nvGrpSpPr>
        <p:cNvPr id="1" name=""/>
        <p:cNvGrpSpPr/>
        <p:nvPr/>
      </p:nvGrpSpPr>
      <p:grpSpPr>
        <a:xfrm>
          <a:off x="0" y="0"/>
          <a:ext cx="0" cy="0"/>
          <a:chOff x="0" y="0"/>
          <a:chExt cx="0" cy="0"/>
        </a:xfrm>
      </p:grpSpPr>
      <p:sp>
        <p:nvSpPr>
          <p:cNvPr id="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9" name="SmartArt 占位符 8"/>
          <p:cNvSpPr>
            <a:spLocks noGrp="1"/>
          </p:cNvSpPr>
          <p:nvPr>
            <p:ph type="dgm" sz="quarter" idx="10"/>
          </p:nvPr>
        </p:nvSpPr>
        <p:spPr>
          <a:xfrm>
            <a:off x="7022625" y="1590223"/>
            <a:ext cx="4591360" cy="4591360"/>
          </a:xfrm>
          <a:prstGeom prst="rect">
            <a:avLst/>
          </a:prstGeom>
        </p:spPr>
        <p:txBody>
          <a:bodyPr anchor="ctr"/>
          <a:lstStyle>
            <a:lvl1pPr algn="ctr">
              <a:defRPr/>
            </a:lvl1pPr>
          </a:lstStyle>
          <a:p>
            <a:endParaRPr lang="zh-CN" altLang="en-US" dirty="0"/>
          </a:p>
        </p:txBody>
      </p:sp>
      <p:sp>
        <p:nvSpPr>
          <p:cNvPr id="10" name="文本占位符 21"/>
          <p:cNvSpPr>
            <a:spLocks noGrp="1"/>
          </p:cNvSpPr>
          <p:nvPr>
            <p:ph type="body" sz="quarter" idx="11" hasCustomPrompt="1"/>
          </p:nvPr>
        </p:nvSpPr>
        <p:spPr>
          <a:xfrm>
            <a:off x="501556" y="1969394"/>
            <a:ext cx="459136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1" name="文本占位符 23"/>
          <p:cNvSpPr>
            <a:spLocks noGrp="1"/>
          </p:cNvSpPr>
          <p:nvPr>
            <p:ph type="body" sz="quarter" idx="18" hasCustomPrompt="1"/>
          </p:nvPr>
        </p:nvSpPr>
        <p:spPr>
          <a:xfrm>
            <a:off x="501557" y="1662476"/>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4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4" name="矩形 3"/>
          <p:cNvSpPr/>
          <p:nvPr userDrawn="1"/>
        </p:nvSpPr>
        <p:spPr>
          <a:xfrm rot="10800000">
            <a:off x="8890370" y="1562098"/>
            <a:ext cx="2797631" cy="5295901"/>
          </a:xfrm>
          <a:prstGeom prst="rect">
            <a:avLst/>
          </a:prstGeom>
          <a:gradFill flip="none" rotWithShape="1">
            <a:gsLst>
              <a:gs pos="100000">
                <a:srgbClr val="CCF0F5"/>
              </a:gs>
              <a:gs pos="50000">
                <a:srgbClr val="CCF0F5">
                  <a:alpha val="10000"/>
                </a:srgbClr>
              </a:gs>
              <a:gs pos="0">
                <a:srgbClr val="E6FAFB">
                  <a:alpha val="1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5" name="矩形 4"/>
          <p:cNvSpPr/>
          <p:nvPr userDrawn="1"/>
        </p:nvSpPr>
        <p:spPr>
          <a:xfrm rot="10800000">
            <a:off x="3301630" y="1562098"/>
            <a:ext cx="2797631" cy="5295901"/>
          </a:xfrm>
          <a:prstGeom prst="rect">
            <a:avLst/>
          </a:prstGeom>
          <a:gradFill flip="none" rotWithShape="1">
            <a:gsLst>
              <a:gs pos="100000">
                <a:srgbClr val="CCF0F5"/>
              </a:gs>
              <a:gs pos="50000">
                <a:srgbClr val="CCF0F5">
                  <a:alpha val="10000"/>
                </a:srgbClr>
              </a:gs>
              <a:gs pos="0">
                <a:srgbClr val="E6FAFB">
                  <a:alpha val="1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6097308" y="1562101"/>
            <a:ext cx="2797631" cy="5295901"/>
          </a:xfrm>
          <a:prstGeom prst="rect">
            <a:avLst/>
          </a:prstGeom>
          <a:gradFill flip="none" rotWithShape="1">
            <a:gsLst>
              <a:gs pos="100000">
                <a:srgbClr val="CCF0F5"/>
              </a:gs>
              <a:gs pos="50000">
                <a:srgbClr val="CCF0F5">
                  <a:alpha val="10000"/>
                </a:srgbClr>
              </a:gs>
              <a:gs pos="0">
                <a:srgbClr val="E6FAFB">
                  <a:alpha val="1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7" name="矩形 6"/>
          <p:cNvSpPr/>
          <p:nvPr userDrawn="1"/>
        </p:nvSpPr>
        <p:spPr>
          <a:xfrm>
            <a:off x="504000" y="1562101"/>
            <a:ext cx="2797631" cy="5295901"/>
          </a:xfrm>
          <a:prstGeom prst="rect">
            <a:avLst/>
          </a:prstGeom>
          <a:gradFill flip="none" rotWithShape="1">
            <a:gsLst>
              <a:gs pos="100000">
                <a:srgbClr val="CCF0F5"/>
              </a:gs>
              <a:gs pos="50000">
                <a:srgbClr val="CCF0F5">
                  <a:alpha val="10000"/>
                </a:srgbClr>
              </a:gs>
              <a:gs pos="0">
                <a:srgbClr val="E6FAFB">
                  <a:alpha val="1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10" name="文本占位符 21"/>
          <p:cNvSpPr>
            <a:spLocks noGrp="1"/>
          </p:cNvSpPr>
          <p:nvPr>
            <p:ph type="body" sz="quarter" idx="32" hasCustomPrompt="1"/>
          </p:nvPr>
        </p:nvSpPr>
        <p:spPr>
          <a:xfrm>
            <a:off x="911610" y="2334178"/>
            <a:ext cx="198241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en-US" altLang="zh-CN" dirty="0"/>
          </a:p>
        </p:txBody>
      </p:sp>
      <p:sp>
        <p:nvSpPr>
          <p:cNvPr id="11" name="文本占位符 23"/>
          <p:cNvSpPr>
            <a:spLocks noGrp="1"/>
          </p:cNvSpPr>
          <p:nvPr>
            <p:ph type="body" sz="quarter" idx="33" hasCustomPrompt="1"/>
          </p:nvPr>
        </p:nvSpPr>
        <p:spPr>
          <a:xfrm>
            <a:off x="911611" y="2609422"/>
            <a:ext cx="1982408" cy="590931"/>
          </a:xfrm>
          <a:prstGeom prst="rect">
            <a:avLst/>
          </a:prstGeom>
        </p:spPr>
        <p:txBody>
          <a:bodyPr wrap="square">
            <a:spAutoFit/>
          </a:bodyPr>
          <a:lstStyle>
            <a:lvl1pPr marL="0" indent="0">
              <a:buFontTx/>
              <a:buNone/>
              <a:defRPr lang="zh-CN" altLang="en-US" sz="36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数据</a:t>
            </a:r>
            <a:r>
              <a:rPr lang="en-US" altLang="zh-CN" dirty="0"/>
              <a:t>01</a:t>
            </a:r>
            <a:endParaRPr lang="zh-CN" altLang="en-US" dirty="0"/>
          </a:p>
        </p:txBody>
      </p:sp>
      <p:cxnSp>
        <p:nvCxnSpPr>
          <p:cNvPr id="12" name="Straight Connector 5"/>
          <p:cNvCxnSpPr/>
          <p:nvPr userDrawn="1"/>
        </p:nvCxnSpPr>
        <p:spPr>
          <a:xfrm>
            <a:off x="911610" y="3429955"/>
            <a:ext cx="438389"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文本占位符 21"/>
          <p:cNvSpPr>
            <a:spLocks noGrp="1"/>
          </p:cNvSpPr>
          <p:nvPr>
            <p:ph type="body" sz="quarter" idx="11" hasCustomPrompt="1"/>
          </p:nvPr>
        </p:nvSpPr>
        <p:spPr>
          <a:xfrm>
            <a:off x="911610" y="4109189"/>
            <a:ext cx="19824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5" name="文本占位符 23"/>
          <p:cNvSpPr>
            <a:spLocks noGrp="1"/>
          </p:cNvSpPr>
          <p:nvPr>
            <p:ph type="body" sz="quarter" idx="18" hasCustomPrompt="1"/>
          </p:nvPr>
        </p:nvSpPr>
        <p:spPr>
          <a:xfrm>
            <a:off x="911611" y="3802271"/>
            <a:ext cx="1982409"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6" name="文本占位符 21"/>
          <p:cNvSpPr>
            <a:spLocks noGrp="1"/>
          </p:cNvSpPr>
          <p:nvPr>
            <p:ph type="body" sz="quarter" idx="34" hasCustomPrompt="1"/>
          </p:nvPr>
        </p:nvSpPr>
        <p:spPr>
          <a:xfrm>
            <a:off x="3702718" y="2334178"/>
            <a:ext cx="198241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en-US" altLang="zh-CN" dirty="0"/>
          </a:p>
        </p:txBody>
      </p:sp>
      <p:sp>
        <p:nvSpPr>
          <p:cNvPr id="17" name="文本占位符 23"/>
          <p:cNvSpPr>
            <a:spLocks noGrp="1"/>
          </p:cNvSpPr>
          <p:nvPr>
            <p:ph type="body" sz="quarter" idx="35" hasCustomPrompt="1"/>
          </p:nvPr>
        </p:nvSpPr>
        <p:spPr>
          <a:xfrm>
            <a:off x="3702719" y="2609422"/>
            <a:ext cx="1982408" cy="590931"/>
          </a:xfrm>
          <a:prstGeom prst="rect">
            <a:avLst/>
          </a:prstGeom>
        </p:spPr>
        <p:txBody>
          <a:bodyPr wrap="square">
            <a:spAutoFit/>
          </a:bodyPr>
          <a:lstStyle>
            <a:lvl1pPr marL="0" indent="0">
              <a:buFontTx/>
              <a:buNone/>
              <a:defRPr lang="zh-CN" altLang="en-US" sz="36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数据</a:t>
            </a:r>
            <a:r>
              <a:rPr lang="en-US" altLang="zh-CN" dirty="0"/>
              <a:t>02</a:t>
            </a:r>
            <a:endParaRPr lang="zh-CN" altLang="en-US" dirty="0"/>
          </a:p>
        </p:txBody>
      </p:sp>
      <p:cxnSp>
        <p:nvCxnSpPr>
          <p:cNvPr id="18" name="Straight Connector 5"/>
          <p:cNvCxnSpPr/>
          <p:nvPr userDrawn="1"/>
        </p:nvCxnSpPr>
        <p:spPr>
          <a:xfrm>
            <a:off x="3702718" y="3429955"/>
            <a:ext cx="438389"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文本占位符 21"/>
          <p:cNvSpPr>
            <a:spLocks noGrp="1"/>
          </p:cNvSpPr>
          <p:nvPr>
            <p:ph type="body" sz="quarter" idx="36" hasCustomPrompt="1"/>
          </p:nvPr>
        </p:nvSpPr>
        <p:spPr>
          <a:xfrm>
            <a:off x="3702718" y="4109189"/>
            <a:ext cx="19824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0" name="文本占位符 23"/>
          <p:cNvSpPr>
            <a:spLocks noGrp="1"/>
          </p:cNvSpPr>
          <p:nvPr>
            <p:ph type="body" sz="quarter" idx="37" hasCustomPrompt="1"/>
          </p:nvPr>
        </p:nvSpPr>
        <p:spPr>
          <a:xfrm>
            <a:off x="3702719" y="3802271"/>
            <a:ext cx="1982409"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1" name="文本占位符 21"/>
          <p:cNvSpPr>
            <a:spLocks noGrp="1"/>
          </p:cNvSpPr>
          <p:nvPr>
            <p:ph type="body" sz="quarter" idx="38" hasCustomPrompt="1"/>
          </p:nvPr>
        </p:nvSpPr>
        <p:spPr>
          <a:xfrm>
            <a:off x="6506870" y="2334178"/>
            <a:ext cx="198241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en-US" altLang="zh-CN" dirty="0"/>
          </a:p>
        </p:txBody>
      </p:sp>
      <p:sp>
        <p:nvSpPr>
          <p:cNvPr id="22" name="文本占位符 23"/>
          <p:cNvSpPr>
            <a:spLocks noGrp="1"/>
          </p:cNvSpPr>
          <p:nvPr>
            <p:ph type="body" sz="quarter" idx="39" hasCustomPrompt="1"/>
          </p:nvPr>
        </p:nvSpPr>
        <p:spPr>
          <a:xfrm>
            <a:off x="6506871" y="2609422"/>
            <a:ext cx="1982408" cy="590931"/>
          </a:xfrm>
          <a:prstGeom prst="rect">
            <a:avLst/>
          </a:prstGeom>
        </p:spPr>
        <p:txBody>
          <a:bodyPr wrap="square">
            <a:spAutoFit/>
          </a:bodyPr>
          <a:lstStyle>
            <a:lvl1pPr marL="0" indent="0">
              <a:buFontTx/>
              <a:buNone/>
              <a:defRPr lang="zh-CN" altLang="en-US" sz="36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数据</a:t>
            </a:r>
            <a:r>
              <a:rPr lang="en-US" altLang="zh-CN" dirty="0"/>
              <a:t>03</a:t>
            </a:r>
            <a:endParaRPr lang="zh-CN" altLang="en-US" dirty="0"/>
          </a:p>
        </p:txBody>
      </p:sp>
      <p:cxnSp>
        <p:nvCxnSpPr>
          <p:cNvPr id="23" name="Straight Connector 5"/>
          <p:cNvCxnSpPr/>
          <p:nvPr userDrawn="1"/>
        </p:nvCxnSpPr>
        <p:spPr>
          <a:xfrm>
            <a:off x="6506870" y="3429955"/>
            <a:ext cx="438389"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文本占位符 21"/>
          <p:cNvSpPr>
            <a:spLocks noGrp="1"/>
          </p:cNvSpPr>
          <p:nvPr>
            <p:ph type="body" sz="quarter" idx="40" hasCustomPrompt="1"/>
          </p:nvPr>
        </p:nvSpPr>
        <p:spPr>
          <a:xfrm>
            <a:off x="6506870" y="4109189"/>
            <a:ext cx="19824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5" name="文本占位符 23"/>
          <p:cNvSpPr>
            <a:spLocks noGrp="1"/>
          </p:cNvSpPr>
          <p:nvPr>
            <p:ph type="body" sz="quarter" idx="41" hasCustomPrompt="1"/>
          </p:nvPr>
        </p:nvSpPr>
        <p:spPr>
          <a:xfrm>
            <a:off x="6506871" y="3802271"/>
            <a:ext cx="1982409"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2" name="文本占位符 21"/>
          <p:cNvSpPr>
            <a:spLocks noGrp="1"/>
          </p:cNvSpPr>
          <p:nvPr>
            <p:ph type="body" sz="quarter" idx="42" hasCustomPrompt="1"/>
          </p:nvPr>
        </p:nvSpPr>
        <p:spPr>
          <a:xfrm>
            <a:off x="9302548" y="2334178"/>
            <a:ext cx="198241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en-US" altLang="zh-CN" dirty="0"/>
          </a:p>
        </p:txBody>
      </p:sp>
      <p:sp>
        <p:nvSpPr>
          <p:cNvPr id="33" name="文本占位符 23"/>
          <p:cNvSpPr>
            <a:spLocks noGrp="1"/>
          </p:cNvSpPr>
          <p:nvPr>
            <p:ph type="body" sz="quarter" idx="43" hasCustomPrompt="1"/>
          </p:nvPr>
        </p:nvSpPr>
        <p:spPr>
          <a:xfrm>
            <a:off x="9302549" y="2609422"/>
            <a:ext cx="1982408" cy="590931"/>
          </a:xfrm>
          <a:prstGeom prst="rect">
            <a:avLst/>
          </a:prstGeom>
        </p:spPr>
        <p:txBody>
          <a:bodyPr wrap="square">
            <a:spAutoFit/>
          </a:bodyPr>
          <a:lstStyle>
            <a:lvl1pPr marL="0" indent="0">
              <a:buFontTx/>
              <a:buNone/>
              <a:defRPr lang="zh-CN" altLang="en-US" sz="36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数据</a:t>
            </a:r>
            <a:r>
              <a:rPr lang="en-US" altLang="zh-CN" dirty="0"/>
              <a:t>04</a:t>
            </a:r>
            <a:endParaRPr lang="zh-CN" altLang="en-US" dirty="0"/>
          </a:p>
        </p:txBody>
      </p:sp>
      <p:cxnSp>
        <p:nvCxnSpPr>
          <p:cNvPr id="34" name="Straight Connector 5"/>
          <p:cNvCxnSpPr/>
          <p:nvPr userDrawn="1"/>
        </p:nvCxnSpPr>
        <p:spPr>
          <a:xfrm>
            <a:off x="9302548" y="3429955"/>
            <a:ext cx="438389"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文本占位符 21"/>
          <p:cNvSpPr>
            <a:spLocks noGrp="1"/>
          </p:cNvSpPr>
          <p:nvPr>
            <p:ph type="body" sz="quarter" idx="44" hasCustomPrompt="1"/>
          </p:nvPr>
        </p:nvSpPr>
        <p:spPr>
          <a:xfrm>
            <a:off x="9302548" y="4109189"/>
            <a:ext cx="1982409"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36" name="文本占位符 23"/>
          <p:cNvSpPr>
            <a:spLocks noGrp="1"/>
          </p:cNvSpPr>
          <p:nvPr>
            <p:ph type="body" sz="quarter" idx="45" hasCustomPrompt="1"/>
          </p:nvPr>
        </p:nvSpPr>
        <p:spPr>
          <a:xfrm>
            <a:off x="9302549" y="3802271"/>
            <a:ext cx="1982409"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9" name="文本框 8"/>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5_自定义版式">
    <p:bg>
      <p:bgPr>
        <a:solidFill>
          <a:srgbClr val="E6F7FA"/>
        </a:solidFill>
        <a:effectLst/>
      </p:bgPr>
    </p:bg>
    <p:spTree>
      <p:nvGrpSpPr>
        <p:cNvPr id="1" name=""/>
        <p:cNvGrpSpPr/>
        <p:nvPr/>
      </p:nvGrpSpPr>
      <p:grpSpPr>
        <a:xfrm>
          <a:off x="0" y="0"/>
          <a:ext cx="0" cy="0"/>
          <a:chOff x="0" y="0"/>
          <a:chExt cx="0" cy="0"/>
        </a:xfrm>
      </p:grpSpPr>
      <p:sp>
        <p:nvSpPr>
          <p:cNvPr id="16" name="Image 2" descr="preencoded.png"/>
          <p:cNvSpPr/>
          <p:nvPr/>
        </p:nvSpPr>
        <p:spPr>
          <a:xfrm>
            <a:off x="3384550" y="3099634"/>
            <a:ext cx="2965660" cy="2965660"/>
          </a:xfrm>
          <a:custGeom>
            <a:avLst/>
            <a:gdLst>
              <a:gd name="connsiteX0" fmla="*/ 2965661 w 2965660"/>
              <a:gd name="connsiteY0" fmla="*/ 1482830 h 2965660"/>
              <a:gd name="connsiteX1" fmla="*/ 1482830 w 2965660"/>
              <a:gd name="connsiteY1" fmla="*/ 2965661 h 2965660"/>
              <a:gd name="connsiteX2" fmla="*/ 0 w 2965660"/>
              <a:gd name="connsiteY2" fmla="*/ 1482831 h 2965660"/>
              <a:gd name="connsiteX3" fmla="*/ 1482830 w 2965660"/>
              <a:gd name="connsiteY3" fmla="*/ 0 h 2965660"/>
              <a:gd name="connsiteX4" fmla="*/ 2965661 w 2965660"/>
              <a:gd name="connsiteY4" fmla="*/ 1482830 h 2965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5660" h="2965660">
                <a:moveTo>
                  <a:pt x="2965661" y="1482830"/>
                </a:moveTo>
                <a:cubicBezTo>
                  <a:pt x="2965661" y="2301775"/>
                  <a:pt x="2301775" y="2965661"/>
                  <a:pt x="1482830" y="2965661"/>
                </a:cubicBezTo>
                <a:cubicBezTo>
                  <a:pt x="663886" y="2965661"/>
                  <a:pt x="0" y="2301775"/>
                  <a:pt x="0" y="1482831"/>
                </a:cubicBezTo>
                <a:cubicBezTo>
                  <a:pt x="0" y="663886"/>
                  <a:pt x="663886" y="0"/>
                  <a:pt x="1482830" y="0"/>
                </a:cubicBezTo>
                <a:cubicBezTo>
                  <a:pt x="2301775" y="0"/>
                  <a:pt x="2965661" y="663886"/>
                  <a:pt x="2965661" y="1482830"/>
                </a:cubicBezTo>
                <a:close/>
              </a:path>
            </a:pathLst>
          </a:custGeom>
          <a:gradFill>
            <a:gsLst>
              <a:gs pos="0">
                <a:srgbClr val="E6F7FA">
                  <a:alpha val="0"/>
                </a:srgbClr>
              </a:gs>
              <a:gs pos="50000">
                <a:srgbClr val="99E1EB">
                  <a:alpha val="49804"/>
                </a:srgbClr>
              </a:gs>
              <a:gs pos="100000">
                <a:srgbClr val="008FA3"/>
              </a:gs>
            </a:gsLst>
            <a:lin ang="19560000" scaled="0"/>
          </a:gradFill>
          <a:ln w="633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zh-CN" altLang="en-US"/>
          </a:p>
        </p:txBody>
      </p:sp>
      <p:sp>
        <p:nvSpPr>
          <p:cNvPr id="15" name="Image 0" descr="preencoded.png"/>
          <p:cNvSpPr/>
          <p:nvPr/>
        </p:nvSpPr>
        <p:spPr>
          <a:xfrm>
            <a:off x="4616450" y="1009875"/>
            <a:ext cx="2965660" cy="2965660"/>
          </a:xfrm>
          <a:custGeom>
            <a:avLst/>
            <a:gdLst>
              <a:gd name="connsiteX0" fmla="*/ 2965661 w 2965660"/>
              <a:gd name="connsiteY0" fmla="*/ 1482830 h 2965660"/>
              <a:gd name="connsiteX1" fmla="*/ 1482830 w 2965660"/>
              <a:gd name="connsiteY1" fmla="*/ 2965661 h 2965660"/>
              <a:gd name="connsiteX2" fmla="*/ 0 w 2965660"/>
              <a:gd name="connsiteY2" fmla="*/ 1482831 h 2965660"/>
              <a:gd name="connsiteX3" fmla="*/ 1482830 w 2965660"/>
              <a:gd name="connsiteY3" fmla="*/ 0 h 2965660"/>
              <a:gd name="connsiteX4" fmla="*/ 2965661 w 2965660"/>
              <a:gd name="connsiteY4" fmla="*/ 1482830 h 2965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5660" h="2965660">
                <a:moveTo>
                  <a:pt x="2965661" y="1482830"/>
                </a:moveTo>
                <a:cubicBezTo>
                  <a:pt x="2965661" y="2301775"/>
                  <a:pt x="2301775" y="2965661"/>
                  <a:pt x="1482830" y="2965661"/>
                </a:cubicBezTo>
                <a:cubicBezTo>
                  <a:pt x="663886" y="2965661"/>
                  <a:pt x="0" y="2301775"/>
                  <a:pt x="0" y="1482831"/>
                </a:cubicBezTo>
                <a:cubicBezTo>
                  <a:pt x="0" y="663886"/>
                  <a:pt x="663886" y="0"/>
                  <a:pt x="1482830" y="0"/>
                </a:cubicBezTo>
                <a:cubicBezTo>
                  <a:pt x="2301775" y="0"/>
                  <a:pt x="2965661" y="663886"/>
                  <a:pt x="2965661" y="1482830"/>
                </a:cubicBezTo>
                <a:close/>
              </a:path>
            </a:pathLst>
          </a:custGeom>
          <a:gradFill>
            <a:gsLst>
              <a:gs pos="0">
                <a:srgbClr val="E6F7FA">
                  <a:alpha val="0"/>
                </a:srgbClr>
              </a:gs>
              <a:gs pos="50000">
                <a:srgbClr val="99E1EB">
                  <a:alpha val="49804"/>
                </a:srgbClr>
              </a:gs>
              <a:gs pos="100000">
                <a:srgbClr val="008FA3"/>
              </a:gs>
            </a:gsLst>
            <a:lin ang="5400000" scaled="0"/>
          </a:gradFill>
          <a:ln w="633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zh-CN" altLang="en-US" dirty="0"/>
          </a:p>
        </p:txBody>
      </p:sp>
      <p:sp>
        <p:nvSpPr>
          <p:cNvPr id="14" name="Image 4" descr="preencoded.png"/>
          <p:cNvSpPr/>
          <p:nvPr/>
        </p:nvSpPr>
        <p:spPr>
          <a:xfrm>
            <a:off x="5842000" y="3099634"/>
            <a:ext cx="2965660" cy="2965660"/>
          </a:xfrm>
          <a:custGeom>
            <a:avLst/>
            <a:gdLst>
              <a:gd name="connsiteX0" fmla="*/ 2965661 w 2965660"/>
              <a:gd name="connsiteY0" fmla="*/ 1482830 h 2965660"/>
              <a:gd name="connsiteX1" fmla="*/ 1482830 w 2965660"/>
              <a:gd name="connsiteY1" fmla="*/ 2965661 h 2965660"/>
              <a:gd name="connsiteX2" fmla="*/ 0 w 2965660"/>
              <a:gd name="connsiteY2" fmla="*/ 1482831 h 2965660"/>
              <a:gd name="connsiteX3" fmla="*/ 1482830 w 2965660"/>
              <a:gd name="connsiteY3" fmla="*/ 0 h 2965660"/>
              <a:gd name="connsiteX4" fmla="*/ 2965661 w 2965660"/>
              <a:gd name="connsiteY4" fmla="*/ 1482830 h 2965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5660" h="2965660">
                <a:moveTo>
                  <a:pt x="2965661" y="1482830"/>
                </a:moveTo>
                <a:cubicBezTo>
                  <a:pt x="2965661" y="2301775"/>
                  <a:pt x="2301775" y="2965661"/>
                  <a:pt x="1482830" y="2965661"/>
                </a:cubicBezTo>
                <a:cubicBezTo>
                  <a:pt x="663886" y="2965661"/>
                  <a:pt x="0" y="2301775"/>
                  <a:pt x="0" y="1482831"/>
                </a:cubicBezTo>
                <a:cubicBezTo>
                  <a:pt x="0" y="663886"/>
                  <a:pt x="663886" y="0"/>
                  <a:pt x="1482830" y="0"/>
                </a:cubicBezTo>
                <a:cubicBezTo>
                  <a:pt x="2301775" y="0"/>
                  <a:pt x="2965661" y="663886"/>
                  <a:pt x="2965661" y="1482830"/>
                </a:cubicBezTo>
                <a:close/>
              </a:path>
            </a:pathLst>
          </a:custGeom>
          <a:gradFill>
            <a:gsLst>
              <a:gs pos="0">
                <a:srgbClr val="E6F7FA">
                  <a:alpha val="0"/>
                </a:srgbClr>
              </a:gs>
              <a:gs pos="50000">
                <a:srgbClr val="99E1EB">
                  <a:alpha val="49804"/>
                </a:srgbClr>
              </a:gs>
              <a:gs pos="100000">
                <a:srgbClr val="008FA3"/>
              </a:gs>
            </a:gsLst>
            <a:lin ang="13440000" scaled="0"/>
          </a:gradFill>
          <a:ln w="6330" cap="flat">
            <a:noFill/>
            <a:prstDash val="solid"/>
            <a:miter/>
          </a:ln>
        </p:spPr>
        <p:txBody>
          <a:bodyPr rtlCol="0" anchor="ctr"/>
          <a:lstStyle/>
          <a:p>
            <a:endParaRPr lang="zh-CN" altLang="en-US"/>
          </a:p>
        </p:txBody>
      </p:sp>
      <p:sp>
        <p:nvSpPr>
          <p:cNvPr id="6"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9" name="文本占位符 23"/>
          <p:cNvSpPr>
            <a:spLocks noGrp="1"/>
          </p:cNvSpPr>
          <p:nvPr>
            <p:ph type="body" sz="quarter" idx="18" hasCustomPrompt="1"/>
          </p:nvPr>
        </p:nvSpPr>
        <p:spPr>
          <a:xfrm>
            <a:off x="5102749" y="2349742"/>
            <a:ext cx="1986502"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0" name="文本占位符 23"/>
          <p:cNvSpPr>
            <a:spLocks noGrp="1"/>
          </p:cNvSpPr>
          <p:nvPr>
            <p:ph type="body" sz="quarter" idx="19" hasCustomPrompt="1"/>
          </p:nvPr>
        </p:nvSpPr>
        <p:spPr>
          <a:xfrm>
            <a:off x="3875664" y="4439196"/>
            <a:ext cx="1986502"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3" name="文本占位符 23"/>
          <p:cNvSpPr>
            <a:spLocks noGrp="1"/>
          </p:cNvSpPr>
          <p:nvPr>
            <p:ph type="body" sz="quarter" idx="20" hasCustomPrompt="1"/>
          </p:nvPr>
        </p:nvSpPr>
        <p:spPr>
          <a:xfrm>
            <a:off x="6333114" y="4439196"/>
            <a:ext cx="1986502" cy="313932"/>
          </a:xfrm>
          <a:prstGeom prst="rect">
            <a:avLst/>
          </a:prstGeom>
        </p:spPr>
        <p:txBody>
          <a:bodyPr wrap="square">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pic>
        <p:nvPicPr>
          <p:cNvPr id="19" name="图形 1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280299" y="1939772"/>
            <a:ext cx="1209675" cy="1219200"/>
          </a:xfrm>
          <a:prstGeom prst="rect">
            <a:avLst/>
          </a:prstGeom>
        </p:spPr>
      </p:pic>
      <p:pic>
        <p:nvPicPr>
          <p:cNvPr id="23" name="图形 22"/>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454631" y="5504253"/>
            <a:ext cx="1209675" cy="1219200"/>
          </a:xfrm>
          <a:prstGeom prst="rect">
            <a:avLst/>
          </a:prstGeom>
        </p:spPr>
      </p:pic>
      <p:pic>
        <p:nvPicPr>
          <p:cNvPr id="25" name="图形 24"/>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91292" y="3363112"/>
            <a:ext cx="1209675" cy="1219200"/>
          </a:xfrm>
          <a:prstGeom prst="rect">
            <a:avLst/>
          </a:prstGeom>
        </p:spPr>
      </p:pic>
      <p:sp>
        <p:nvSpPr>
          <p:cNvPr id="32" name="Image 6" descr="preencoded.png"/>
          <p:cNvSpPr/>
          <p:nvPr userDrawn="1"/>
        </p:nvSpPr>
        <p:spPr>
          <a:xfrm>
            <a:off x="2354281" y="4890434"/>
            <a:ext cx="254000" cy="6315"/>
          </a:xfrm>
          <a:custGeom>
            <a:avLst/>
            <a:gdLst>
              <a:gd name="connsiteX0" fmla="*/ 0 w 254000"/>
              <a:gd name="connsiteY0" fmla="*/ 0 h 6315"/>
              <a:gd name="connsiteX1" fmla="*/ 254000 w 254000"/>
              <a:gd name="connsiteY1" fmla="*/ 0 h 6315"/>
            </a:gdLst>
            <a:ahLst/>
            <a:cxnLst>
              <a:cxn ang="0">
                <a:pos x="connsiteX0" y="connsiteY0"/>
              </a:cxn>
              <a:cxn ang="0">
                <a:pos x="connsiteX1" y="connsiteY1"/>
              </a:cxn>
            </a:cxnLst>
            <a:rect l="l" t="t" r="r" b="b"/>
            <a:pathLst>
              <a:path w="254000" h="6315">
                <a:moveTo>
                  <a:pt x="0" y="0"/>
                </a:moveTo>
                <a:lnTo>
                  <a:pt x="254000" y="0"/>
                </a:lnTo>
              </a:path>
            </a:pathLst>
          </a:custGeom>
          <a:noFill/>
          <a:ln w="31671" cap="flat">
            <a:solidFill>
              <a:srgbClr val="33C2D6"/>
            </a:solidFill>
            <a:prstDash val="solid"/>
            <a:miter/>
          </a:ln>
        </p:spPr>
        <p:txBody>
          <a:bodyPr rtlCol="0" anchor="ctr"/>
          <a:lstStyle/>
          <a:p>
            <a:endParaRPr lang="zh-CN" altLang="en-US"/>
          </a:p>
        </p:txBody>
      </p:sp>
      <p:sp>
        <p:nvSpPr>
          <p:cNvPr id="33" name="文本占位符 21"/>
          <p:cNvSpPr>
            <a:spLocks noGrp="1"/>
          </p:cNvSpPr>
          <p:nvPr>
            <p:ph type="body" sz="quarter" idx="34" hasCustomPrompt="1"/>
          </p:nvPr>
        </p:nvSpPr>
        <p:spPr>
          <a:xfrm>
            <a:off x="2354281" y="5028930"/>
            <a:ext cx="2504551" cy="258532"/>
          </a:xfrm>
          <a:prstGeom prst="rect">
            <a:avLst/>
          </a:prstGeom>
        </p:spPr>
        <p:txBody>
          <a:bodyPr wrap="square">
            <a:spAutoFit/>
          </a:bodyPr>
          <a:lstStyle>
            <a:lvl1pPr marL="0" indent="0">
              <a:buFont typeface="Arial" panose="020B0604020202020204" pitchFamily="34" charset="0"/>
              <a:buNone/>
              <a:defRPr lang="en-US" altLang="zh-CN" sz="1200" kern="1200" dirty="0" smtClean="0">
                <a:solidFill>
                  <a:srgbClr val="637175"/>
                </a:solidFill>
                <a:latin typeface="微软雅黑 Light" panose="020B0502040204020203" pitchFamily="34" charset="-122"/>
                <a:ea typeface="微软雅黑 Light" panose="020B0502040204020203"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zh-CN" altLang="en-US" dirty="0"/>
              <a:t>介绍字段</a:t>
            </a:r>
            <a:endParaRPr lang="en-US" altLang="zh-CN" dirty="0"/>
          </a:p>
        </p:txBody>
      </p:sp>
      <p:sp>
        <p:nvSpPr>
          <p:cNvPr id="34" name="Image 6" descr="preencoded.png"/>
          <p:cNvSpPr/>
          <p:nvPr userDrawn="1"/>
        </p:nvSpPr>
        <p:spPr>
          <a:xfrm>
            <a:off x="1784874" y="2141875"/>
            <a:ext cx="254000" cy="6315"/>
          </a:xfrm>
          <a:custGeom>
            <a:avLst/>
            <a:gdLst>
              <a:gd name="connsiteX0" fmla="*/ 0 w 254000"/>
              <a:gd name="connsiteY0" fmla="*/ 0 h 6315"/>
              <a:gd name="connsiteX1" fmla="*/ 254000 w 254000"/>
              <a:gd name="connsiteY1" fmla="*/ 0 h 6315"/>
            </a:gdLst>
            <a:ahLst/>
            <a:cxnLst>
              <a:cxn ang="0">
                <a:pos x="connsiteX0" y="connsiteY0"/>
              </a:cxn>
              <a:cxn ang="0">
                <a:pos x="connsiteX1" y="connsiteY1"/>
              </a:cxn>
            </a:cxnLst>
            <a:rect l="l" t="t" r="r" b="b"/>
            <a:pathLst>
              <a:path w="254000" h="6315">
                <a:moveTo>
                  <a:pt x="0" y="0"/>
                </a:moveTo>
                <a:lnTo>
                  <a:pt x="254000" y="0"/>
                </a:lnTo>
              </a:path>
            </a:pathLst>
          </a:custGeom>
          <a:noFill/>
          <a:ln w="31671" cap="flat">
            <a:solidFill>
              <a:srgbClr val="33C2D6"/>
            </a:solidFill>
            <a:prstDash val="solid"/>
            <a:miter/>
          </a:ln>
        </p:spPr>
        <p:txBody>
          <a:bodyPr rtlCol="0" anchor="ctr"/>
          <a:lstStyle/>
          <a:p>
            <a:endParaRPr lang="zh-CN" altLang="en-US"/>
          </a:p>
        </p:txBody>
      </p:sp>
      <p:sp>
        <p:nvSpPr>
          <p:cNvPr id="35" name="文本占位符 21"/>
          <p:cNvSpPr>
            <a:spLocks noGrp="1"/>
          </p:cNvSpPr>
          <p:nvPr>
            <p:ph type="body" sz="quarter" idx="35" hasCustomPrompt="1"/>
          </p:nvPr>
        </p:nvSpPr>
        <p:spPr>
          <a:xfrm>
            <a:off x="1784874" y="2280371"/>
            <a:ext cx="2504551" cy="258532"/>
          </a:xfrm>
          <a:prstGeom prst="rect">
            <a:avLst/>
          </a:prstGeom>
        </p:spPr>
        <p:txBody>
          <a:bodyPr wrap="square">
            <a:spAutoFit/>
          </a:bodyPr>
          <a:lstStyle>
            <a:lvl1pPr marL="0" indent="0">
              <a:buFont typeface="Arial" panose="020B0604020202020204" pitchFamily="34" charset="0"/>
              <a:buNone/>
              <a:defRPr lang="en-US" altLang="zh-CN" sz="1200" kern="1200" dirty="0" smtClean="0">
                <a:solidFill>
                  <a:srgbClr val="637175"/>
                </a:solidFill>
                <a:latin typeface="微软雅黑 Light" panose="020B0502040204020203" pitchFamily="34" charset="-122"/>
                <a:ea typeface="微软雅黑 Light" panose="020B0502040204020203"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zh-CN" altLang="en-US" dirty="0"/>
              <a:t>介绍字段</a:t>
            </a:r>
            <a:endParaRPr lang="en-US" altLang="zh-CN" dirty="0"/>
          </a:p>
        </p:txBody>
      </p:sp>
      <p:sp>
        <p:nvSpPr>
          <p:cNvPr id="36" name="Image 6" descr="preencoded.png"/>
          <p:cNvSpPr/>
          <p:nvPr userDrawn="1"/>
        </p:nvSpPr>
        <p:spPr>
          <a:xfrm>
            <a:off x="8763630" y="3029147"/>
            <a:ext cx="254000" cy="6315"/>
          </a:xfrm>
          <a:custGeom>
            <a:avLst/>
            <a:gdLst>
              <a:gd name="connsiteX0" fmla="*/ 0 w 254000"/>
              <a:gd name="connsiteY0" fmla="*/ 0 h 6315"/>
              <a:gd name="connsiteX1" fmla="*/ 254000 w 254000"/>
              <a:gd name="connsiteY1" fmla="*/ 0 h 6315"/>
            </a:gdLst>
            <a:ahLst/>
            <a:cxnLst>
              <a:cxn ang="0">
                <a:pos x="connsiteX0" y="connsiteY0"/>
              </a:cxn>
              <a:cxn ang="0">
                <a:pos x="connsiteX1" y="connsiteY1"/>
              </a:cxn>
            </a:cxnLst>
            <a:rect l="l" t="t" r="r" b="b"/>
            <a:pathLst>
              <a:path w="254000" h="6315">
                <a:moveTo>
                  <a:pt x="0" y="0"/>
                </a:moveTo>
                <a:lnTo>
                  <a:pt x="254000" y="0"/>
                </a:lnTo>
              </a:path>
            </a:pathLst>
          </a:custGeom>
          <a:noFill/>
          <a:ln w="31671" cap="flat">
            <a:solidFill>
              <a:srgbClr val="33C2D6"/>
            </a:solidFill>
            <a:prstDash val="solid"/>
            <a:miter/>
          </a:ln>
        </p:spPr>
        <p:txBody>
          <a:bodyPr rtlCol="0" anchor="ctr"/>
          <a:lstStyle/>
          <a:p>
            <a:endParaRPr lang="zh-CN" altLang="en-US"/>
          </a:p>
        </p:txBody>
      </p:sp>
      <p:sp>
        <p:nvSpPr>
          <p:cNvPr id="37" name="文本占位符 21"/>
          <p:cNvSpPr>
            <a:spLocks noGrp="1"/>
          </p:cNvSpPr>
          <p:nvPr>
            <p:ph type="body" sz="quarter" idx="36" hasCustomPrompt="1"/>
          </p:nvPr>
        </p:nvSpPr>
        <p:spPr>
          <a:xfrm>
            <a:off x="8763630" y="3167643"/>
            <a:ext cx="2504551" cy="258532"/>
          </a:xfrm>
          <a:prstGeom prst="rect">
            <a:avLst/>
          </a:prstGeom>
        </p:spPr>
        <p:txBody>
          <a:bodyPr wrap="square">
            <a:spAutoFit/>
          </a:bodyPr>
          <a:lstStyle>
            <a:lvl1pPr marL="0" indent="0">
              <a:buFont typeface="Arial" panose="020B0604020202020204" pitchFamily="34" charset="0"/>
              <a:buNone/>
              <a:defRPr lang="en-US" altLang="zh-CN" sz="1200" kern="1200" dirty="0" smtClean="0">
                <a:solidFill>
                  <a:srgbClr val="637175"/>
                </a:solidFill>
                <a:latin typeface="微软雅黑 Light" panose="020B0502040204020203" pitchFamily="34" charset="-122"/>
                <a:ea typeface="微软雅黑 Light" panose="020B0502040204020203"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zh-CN" altLang="en-US" dirty="0"/>
              <a:t>介绍字段</a:t>
            </a:r>
            <a:endParaRPr lang="en-US" altLang="zh-CN"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6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grpSp>
        <p:nvGrpSpPr>
          <p:cNvPr id="6" name="组合 5"/>
          <p:cNvGrpSpPr/>
          <p:nvPr userDrawn="1"/>
        </p:nvGrpSpPr>
        <p:grpSpPr>
          <a:xfrm flipV="1">
            <a:off x="3987021" y="4525385"/>
            <a:ext cx="1051944" cy="492442"/>
            <a:chOff x="3994675" y="2246302"/>
            <a:chExt cx="1051944" cy="492442"/>
          </a:xfrm>
        </p:grpSpPr>
        <p:cxnSp>
          <p:nvCxnSpPr>
            <p:cNvPr id="7" name="Straight Connector 37"/>
            <p:cNvCxnSpPr/>
            <p:nvPr/>
          </p:nvCxnSpPr>
          <p:spPr>
            <a:xfrm flipH="1" flipV="1">
              <a:off x="4506017" y="2248919"/>
              <a:ext cx="540602" cy="489825"/>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38"/>
            <p:cNvCxnSpPr/>
            <p:nvPr/>
          </p:nvCxnSpPr>
          <p:spPr>
            <a:xfrm flipH="1">
              <a:off x="3994675" y="2246302"/>
              <a:ext cx="511344" cy="0"/>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grpSp>
      <p:grpSp>
        <p:nvGrpSpPr>
          <p:cNvPr id="9" name="组合 8"/>
          <p:cNvGrpSpPr/>
          <p:nvPr userDrawn="1"/>
        </p:nvGrpSpPr>
        <p:grpSpPr>
          <a:xfrm rot="10800000">
            <a:off x="7253121" y="4525385"/>
            <a:ext cx="1051944" cy="492442"/>
            <a:chOff x="3994675" y="2246302"/>
            <a:chExt cx="1051944" cy="492442"/>
          </a:xfrm>
        </p:grpSpPr>
        <p:cxnSp>
          <p:nvCxnSpPr>
            <p:cNvPr id="10" name="Straight Connector 37"/>
            <p:cNvCxnSpPr/>
            <p:nvPr/>
          </p:nvCxnSpPr>
          <p:spPr>
            <a:xfrm flipH="1" flipV="1">
              <a:off x="4506017" y="2248919"/>
              <a:ext cx="540602" cy="489825"/>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38"/>
            <p:cNvCxnSpPr/>
            <p:nvPr/>
          </p:nvCxnSpPr>
          <p:spPr>
            <a:xfrm flipH="1">
              <a:off x="3994675" y="2246302"/>
              <a:ext cx="511344" cy="0"/>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userDrawn="1"/>
        </p:nvGrpSpPr>
        <p:grpSpPr>
          <a:xfrm>
            <a:off x="3994675" y="2246302"/>
            <a:ext cx="1051944" cy="492442"/>
            <a:chOff x="3994675" y="2246302"/>
            <a:chExt cx="1051944" cy="492442"/>
          </a:xfrm>
        </p:grpSpPr>
        <p:cxnSp>
          <p:nvCxnSpPr>
            <p:cNvPr id="13" name="Straight Connector 37"/>
            <p:cNvCxnSpPr/>
            <p:nvPr/>
          </p:nvCxnSpPr>
          <p:spPr>
            <a:xfrm flipH="1" flipV="1">
              <a:off x="4506017" y="2248919"/>
              <a:ext cx="540602" cy="489825"/>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38"/>
            <p:cNvCxnSpPr/>
            <p:nvPr/>
          </p:nvCxnSpPr>
          <p:spPr>
            <a:xfrm flipH="1">
              <a:off x="3994675" y="2246302"/>
              <a:ext cx="511344" cy="0"/>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userDrawn="1"/>
        </p:nvGrpSpPr>
        <p:grpSpPr>
          <a:xfrm>
            <a:off x="4178282" y="1825051"/>
            <a:ext cx="3835435" cy="3861041"/>
            <a:chOff x="4336726" y="1927485"/>
            <a:chExt cx="3835435" cy="3861041"/>
          </a:xfrm>
        </p:grpSpPr>
        <p:sp>
          <p:nvSpPr>
            <p:cNvPr id="16" name="Freeform 5"/>
            <p:cNvSpPr/>
            <p:nvPr/>
          </p:nvSpPr>
          <p:spPr bwMode="auto">
            <a:xfrm>
              <a:off x="4336726" y="3259811"/>
              <a:ext cx="1914459" cy="2297350"/>
            </a:xfrm>
            <a:custGeom>
              <a:avLst/>
              <a:gdLst/>
              <a:ahLst/>
              <a:cxnLst>
                <a:cxn ang="0">
                  <a:pos x="248" y="158"/>
                </a:cxn>
                <a:cxn ang="0">
                  <a:pos x="248" y="160"/>
                </a:cxn>
                <a:cxn ang="0">
                  <a:pos x="250" y="192"/>
                </a:cxn>
                <a:cxn ang="0">
                  <a:pos x="321" y="335"/>
                </a:cxn>
                <a:cxn ang="0">
                  <a:pos x="437" y="401"/>
                </a:cxn>
                <a:cxn ang="0">
                  <a:pos x="496" y="408"/>
                </a:cxn>
                <a:cxn ang="0">
                  <a:pos x="496" y="595"/>
                </a:cxn>
                <a:cxn ang="0">
                  <a:pos x="430" y="591"/>
                </a:cxn>
                <a:cxn ang="0">
                  <a:pos x="189" y="468"/>
                </a:cxn>
                <a:cxn ang="0">
                  <a:pos x="62" y="192"/>
                </a:cxn>
                <a:cxn ang="0">
                  <a:pos x="61" y="160"/>
                </a:cxn>
                <a:cxn ang="0">
                  <a:pos x="61" y="158"/>
                </a:cxn>
                <a:cxn ang="0">
                  <a:pos x="0" y="158"/>
                </a:cxn>
                <a:cxn ang="0">
                  <a:pos x="157" y="0"/>
                </a:cxn>
                <a:cxn ang="0">
                  <a:pos x="313" y="158"/>
                </a:cxn>
                <a:cxn ang="0">
                  <a:pos x="248" y="158"/>
                </a:cxn>
              </a:cxnLst>
              <a:rect l="0" t="0" r="r" b="b"/>
              <a:pathLst>
                <a:path w="496" h="595">
                  <a:moveTo>
                    <a:pt x="248" y="158"/>
                  </a:moveTo>
                  <a:cubicBezTo>
                    <a:pt x="248" y="158"/>
                    <a:pt x="248" y="159"/>
                    <a:pt x="248" y="160"/>
                  </a:cubicBezTo>
                  <a:cubicBezTo>
                    <a:pt x="248" y="171"/>
                    <a:pt x="249" y="182"/>
                    <a:pt x="250" y="192"/>
                  </a:cubicBezTo>
                  <a:cubicBezTo>
                    <a:pt x="257" y="247"/>
                    <a:pt x="281" y="295"/>
                    <a:pt x="321" y="335"/>
                  </a:cubicBezTo>
                  <a:cubicBezTo>
                    <a:pt x="355" y="369"/>
                    <a:pt x="393" y="391"/>
                    <a:pt x="437" y="401"/>
                  </a:cubicBezTo>
                  <a:cubicBezTo>
                    <a:pt x="456" y="406"/>
                    <a:pt x="475" y="408"/>
                    <a:pt x="496" y="408"/>
                  </a:cubicBezTo>
                  <a:cubicBezTo>
                    <a:pt x="496" y="595"/>
                    <a:pt x="496" y="595"/>
                    <a:pt x="496" y="595"/>
                  </a:cubicBezTo>
                  <a:cubicBezTo>
                    <a:pt x="474" y="595"/>
                    <a:pt x="452" y="594"/>
                    <a:pt x="430" y="591"/>
                  </a:cubicBezTo>
                  <a:cubicBezTo>
                    <a:pt x="338" y="578"/>
                    <a:pt x="258" y="537"/>
                    <a:pt x="189" y="468"/>
                  </a:cubicBezTo>
                  <a:cubicBezTo>
                    <a:pt x="112" y="390"/>
                    <a:pt x="69" y="299"/>
                    <a:pt x="62" y="192"/>
                  </a:cubicBezTo>
                  <a:cubicBezTo>
                    <a:pt x="61" y="182"/>
                    <a:pt x="61" y="171"/>
                    <a:pt x="61" y="160"/>
                  </a:cubicBezTo>
                  <a:cubicBezTo>
                    <a:pt x="61" y="159"/>
                    <a:pt x="61" y="158"/>
                    <a:pt x="61" y="158"/>
                  </a:cubicBezTo>
                  <a:cubicBezTo>
                    <a:pt x="0" y="158"/>
                    <a:pt x="0" y="158"/>
                    <a:pt x="0" y="158"/>
                  </a:cubicBezTo>
                  <a:cubicBezTo>
                    <a:pt x="157" y="0"/>
                    <a:pt x="157" y="0"/>
                    <a:pt x="157" y="0"/>
                  </a:cubicBezTo>
                  <a:cubicBezTo>
                    <a:pt x="313" y="158"/>
                    <a:pt x="313" y="158"/>
                    <a:pt x="313" y="158"/>
                  </a:cubicBezTo>
                  <a:lnTo>
                    <a:pt x="248" y="158"/>
                  </a:lnTo>
                  <a:close/>
                </a:path>
              </a:pathLst>
            </a:custGeom>
            <a:solidFill>
              <a:srgbClr val="00B3CC"/>
            </a:solidFill>
            <a:ln w="9525">
              <a:noFill/>
              <a:round/>
            </a:ln>
            <a:effectLst>
              <a:outerShdw blurRad="228600" sx="102000" sy="102000" algn="ctr" rotWithShape="0">
                <a:prstClr val="black">
                  <a:alpha val="5000"/>
                </a:prstClr>
              </a:outerShdw>
            </a:effectLst>
          </p:spPr>
          <p:txBody>
            <a:bodyPr vert="horz" wrap="square" lIns="121920" tIns="60960" rIns="121920" bIns="60960" numCol="1" anchor="t" anchorCtr="0" compatLnSpc="1"/>
            <a:lstStyle/>
            <a:p>
              <a:endParaRPr lang="en-US" sz="2400" dirty="0">
                <a:latin typeface="微软雅黑" panose="020B0503020204020204" pitchFamily="34" charset="-122"/>
              </a:endParaRPr>
            </a:p>
          </p:txBody>
        </p:sp>
        <p:sp>
          <p:nvSpPr>
            <p:cNvPr id="17" name="Freeform 6"/>
            <p:cNvSpPr/>
            <p:nvPr/>
          </p:nvSpPr>
          <p:spPr bwMode="auto">
            <a:xfrm>
              <a:off x="5633669" y="3869180"/>
              <a:ext cx="2303868" cy="1919346"/>
            </a:xfrm>
            <a:custGeom>
              <a:avLst/>
              <a:gdLst/>
              <a:ahLst/>
              <a:cxnLst>
                <a:cxn ang="0">
                  <a:pos x="403" y="61"/>
                </a:cxn>
                <a:cxn ang="0">
                  <a:pos x="410" y="2"/>
                </a:cxn>
                <a:cxn ang="0">
                  <a:pos x="410" y="0"/>
                </a:cxn>
                <a:cxn ang="0">
                  <a:pos x="597" y="0"/>
                </a:cxn>
                <a:cxn ang="0">
                  <a:pos x="597" y="2"/>
                </a:cxn>
                <a:cxn ang="0">
                  <a:pos x="592" y="68"/>
                </a:cxn>
                <a:cxn ang="0">
                  <a:pos x="469" y="310"/>
                </a:cxn>
                <a:cxn ang="0">
                  <a:pos x="161" y="437"/>
                </a:cxn>
                <a:cxn ang="0">
                  <a:pos x="160" y="437"/>
                </a:cxn>
                <a:cxn ang="0">
                  <a:pos x="160" y="497"/>
                </a:cxn>
                <a:cxn ang="0">
                  <a:pos x="0" y="341"/>
                </a:cxn>
                <a:cxn ang="0">
                  <a:pos x="160" y="185"/>
                </a:cxn>
                <a:cxn ang="0">
                  <a:pos x="160" y="250"/>
                </a:cxn>
                <a:cxn ang="0">
                  <a:pos x="161" y="250"/>
                </a:cxn>
                <a:cxn ang="0">
                  <a:pos x="337" y="177"/>
                </a:cxn>
                <a:cxn ang="0">
                  <a:pos x="403" y="61"/>
                </a:cxn>
              </a:cxnLst>
              <a:rect l="0" t="0" r="r" b="b"/>
              <a:pathLst>
                <a:path w="597" h="497">
                  <a:moveTo>
                    <a:pt x="403" y="61"/>
                  </a:moveTo>
                  <a:cubicBezTo>
                    <a:pt x="408" y="42"/>
                    <a:pt x="410" y="22"/>
                    <a:pt x="410" y="2"/>
                  </a:cubicBezTo>
                  <a:cubicBezTo>
                    <a:pt x="410" y="1"/>
                    <a:pt x="410" y="0"/>
                    <a:pt x="410" y="0"/>
                  </a:cubicBezTo>
                  <a:cubicBezTo>
                    <a:pt x="597" y="0"/>
                    <a:pt x="597" y="0"/>
                    <a:pt x="597" y="0"/>
                  </a:cubicBezTo>
                  <a:cubicBezTo>
                    <a:pt x="597" y="0"/>
                    <a:pt x="597" y="1"/>
                    <a:pt x="597" y="2"/>
                  </a:cubicBezTo>
                  <a:cubicBezTo>
                    <a:pt x="597" y="24"/>
                    <a:pt x="595" y="46"/>
                    <a:pt x="592" y="68"/>
                  </a:cubicBezTo>
                  <a:cubicBezTo>
                    <a:pt x="579" y="160"/>
                    <a:pt x="538" y="241"/>
                    <a:pt x="469" y="310"/>
                  </a:cubicBezTo>
                  <a:cubicBezTo>
                    <a:pt x="384" y="395"/>
                    <a:pt x="281" y="437"/>
                    <a:pt x="161" y="437"/>
                  </a:cubicBezTo>
                  <a:cubicBezTo>
                    <a:pt x="161" y="437"/>
                    <a:pt x="160" y="437"/>
                    <a:pt x="160" y="437"/>
                  </a:cubicBezTo>
                  <a:cubicBezTo>
                    <a:pt x="160" y="497"/>
                    <a:pt x="160" y="497"/>
                    <a:pt x="160" y="497"/>
                  </a:cubicBezTo>
                  <a:cubicBezTo>
                    <a:pt x="0" y="341"/>
                    <a:pt x="0" y="341"/>
                    <a:pt x="0" y="341"/>
                  </a:cubicBezTo>
                  <a:cubicBezTo>
                    <a:pt x="160" y="185"/>
                    <a:pt x="160" y="185"/>
                    <a:pt x="160" y="185"/>
                  </a:cubicBezTo>
                  <a:cubicBezTo>
                    <a:pt x="160" y="250"/>
                    <a:pt x="160" y="250"/>
                    <a:pt x="160" y="250"/>
                  </a:cubicBezTo>
                  <a:cubicBezTo>
                    <a:pt x="160" y="250"/>
                    <a:pt x="161" y="250"/>
                    <a:pt x="161" y="250"/>
                  </a:cubicBezTo>
                  <a:cubicBezTo>
                    <a:pt x="230" y="250"/>
                    <a:pt x="288" y="226"/>
                    <a:pt x="337" y="177"/>
                  </a:cubicBezTo>
                  <a:cubicBezTo>
                    <a:pt x="371" y="143"/>
                    <a:pt x="393" y="104"/>
                    <a:pt x="403" y="61"/>
                  </a:cubicBezTo>
                  <a:close/>
                </a:path>
              </a:pathLst>
            </a:custGeom>
            <a:solidFill>
              <a:srgbClr val="008FA3"/>
            </a:solidFill>
            <a:ln w="9525">
              <a:noFill/>
              <a:round/>
            </a:ln>
            <a:effectLst>
              <a:outerShdw blurRad="63500" sx="102000" sy="102000" algn="ctr" rotWithShape="0">
                <a:prstClr val="black">
                  <a:alpha val="5000"/>
                </a:prstClr>
              </a:outerShdw>
            </a:effectLst>
          </p:spPr>
          <p:txBody>
            <a:bodyPr vert="horz" wrap="square" lIns="121920" tIns="60960" rIns="121920" bIns="60960" numCol="1" anchor="t" anchorCtr="0" compatLnSpc="1"/>
            <a:lstStyle/>
            <a:p>
              <a:endParaRPr lang="en-US" sz="2400" dirty="0">
                <a:latin typeface="微软雅黑" panose="020B0503020204020204" pitchFamily="34" charset="-122"/>
              </a:endParaRPr>
            </a:p>
          </p:txBody>
        </p:sp>
        <p:sp>
          <p:nvSpPr>
            <p:cNvPr id="18" name="Freeform 7"/>
            <p:cNvSpPr/>
            <p:nvPr/>
          </p:nvSpPr>
          <p:spPr bwMode="auto">
            <a:xfrm>
              <a:off x="6251185" y="2189344"/>
              <a:ext cx="1920976" cy="2305496"/>
            </a:xfrm>
            <a:custGeom>
              <a:avLst/>
              <a:gdLst/>
              <a:ahLst/>
              <a:cxnLst>
                <a:cxn ang="0">
                  <a:pos x="67" y="5"/>
                </a:cxn>
                <a:cxn ang="0">
                  <a:pos x="309" y="129"/>
                </a:cxn>
                <a:cxn ang="0">
                  <a:pos x="437" y="435"/>
                </a:cxn>
                <a:cxn ang="0">
                  <a:pos x="498" y="435"/>
                </a:cxn>
                <a:cxn ang="0">
                  <a:pos x="341" y="597"/>
                </a:cxn>
                <a:cxn ang="0">
                  <a:pos x="184" y="435"/>
                </a:cxn>
                <a:cxn ang="0">
                  <a:pos x="250" y="435"/>
                </a:cxn>
                <a:cxn ang="0">
                  <a:pos x="177" y="261"/>
                </a:cxn>
                <a:cxn ang="0">
                  <a:pos x="60" y="194"/>
                </a:cxn>
                <a:cxn ang="0">
                  <a:pos x="1" y="188"/>
                </a:cxn>
                <a:cxn ang="0">
                  <a:pos x="0" y="188"/>
                </a:cxn>
                <a:cxn ang="0">
                  <a:pos x="0" y="0"/>
                </a:cxn>
                <a:cxn ang="0">
                  <a:pos x="1" y="0"/>
                </a:cxn>
                <a:cxn ang="0">
                  <a:pos x="67" y="5"/>
                </a:cxn>
              </a:cxnLst>
              <a:rect l="0" t="0" r="r" b="b"/>
              <a:pathLst>
                <a:path w="498" h="597">
                  <a:moveTo>
                    <a:pt x="67" y="5"/>
                  </a:moveTo>
                  <a:cubicBezTo>
                    <a:pt x="159" y="18"/>
                    <a:pt x="240" y="59"/>
                    <a:pt x="309" y="129"/>
                  </a:cubicBezTo>
                  <a:cubicBezTo>
                    <a:pt x="394" y="213"/>
                    <a:pt x="436" y="315"/>
                    <a:pt x="437" y="435"/>
                  </a:cubicBezTo>
                  <a:cubicBezTo>
                    <a:pt x="498" y="435"/>
                    <a:pt x="498" y="435"/>
                    <a:pt x="498" y="435"/>
                  </a:cubicBezTo>
                  <a:cubicBezTo>
                    <a:pt x="341" y="597"/>
                    <a:pt x="341" y="597"/>
                    <a:pt x="341" y="597"/>
                  </a:cubicBezTo>
                  <a:cubicBezTo>
                    <a:pt x="184" y="435"/>
                    <a:pt x="184" y="435"/>
                    <a:pt x="184" y="435"/>
                  </a:cubicBezTo>
                  <a:cubicBezTo>
                    <a:pt x="250" y="435"/>
                    <a:pt x="250" y="435"/>
                    <a:pt x="250" y="435"/>
                  </a:cubicBezTo>
                  <a:cubicBezTo>
                    <a:pt x="249" y="367"/>
                    <a:pt x="225" y="309"/>
                    <a:pt x="177" y="261"/>
                  </a:cubicBezTo>
                  <a:cubicBezTo>
                    <a:pt x="143" y="227"/>
                    <a:pt x="104" y="205"/>
                    <a:pt x="60" y="194"/>
                  </a:cubicBezTo>
                  <a:cubicBezTo>
                    <a:pt x="41" y="190"/>
                    <a:pt x="21" y="188"/>
                    <a:pt x="1" y="188"/>
                  </a:cubicBezTo>
                  <a:cubicBezTo>
                    <a:pt x="1" y="188"/>
                    <a:pt x="0" y="188"/>
                    <a:pt x="0" y="188"/>
                  </a:cubicBezTo>
                  <a:cubicBezTo>
                    <a:pt x="0" y="0"/>
                    <a:pt x="0" y="0"/>
                    <a:pt x="0" y="0"/>
                  </a:cubicBezTo>
                  <a:cubicBezTo>
                    <a:pt x="0" y="0"/>
                    <a:pt x="1" y="0"/>
                    <a:pt x="1" y="0"/>
                  </a:cubicBezTo>
                  <a:cubicBezTo>
                    <a:pt x="24" y="0"/>
                    <a:pt x="46" y="2"/>
                    <a:pt x="67" y="5"/>
                  </a:cubicBezTo>
                  <a:close/>
                </a:path>
              </a:pathLst>
            </a:custGeom>
            <a:solidFill>
              <a:srgbClr val="006B7A"/>
            </a:solidFill>
            <a:ln w="9525">
              <a:noFill/>
              <a:round/>
            </a:ln>
            <a:effectLst>
              <a:outerShdw blurRad="228600" sx="102000" sy="102000" algn="ctr" rotWithShape="0">
                <a:prstClr val="black">
                  <a:alpha val="5000"/>
                </a:prstClr>
              </a:outerShdw>
            </a:effectLst>
          </p:spPr>
          <p:txBody>
            <a:bodyPr vert="horz" wrap="square" lIns="121920" tIns="60960" rIns="121920" bIns="60960" numCol="1" anchor="t" anchorCtr="0" compatLnSpc="1"/>
            <a:lstStyle/>
            <a:p>
              <a:endParaRPr lang="en-US" sz="2400" dirty="0">
                <a:latin typeface="微软雅黑" panose="020B0503020204020204" pitchFamily="34" charset="-122"/>
              </a:endParaRPr>
            </a:p>
          </p:txBody>
        </p:sp>
        <p:sp>
          <p:nvSpPr>
            <p:cNvPr id="19" name="Freeform 8"/>
            <p:cNvSpPr>
              <a:spLocks noEditPoints="1"/>
            </p:cNvSpPr>
            <p:nvPr/>
          </p:nvSpPr>
          <p:spPr bwMode="auto">
            <a:xfrm>
              <a:off x="4558836" y="1927485"/>
              <a:ext cx="2297350" cy="1914458"/>
            </a:xfrm>
            <a:custGeom>
              <a:avLst/>
              <a:gdLst/>
              <a:ahLst/>
              <a:cxnLst>
                <a:cxn ang="0">
                  <a:pos x="96" y="338"/>
                </a:cxn>
                <a:cxn ang="0">
                  <a:pos x="95" y="338"/>
                </a:cxn>
                <a:cxn ang="0">
                  <a:pos x="96" y="338"/>
                </a:cxn>
                <a:cxn ang="0">
                  <a:pos x="435" y="0"/>
                </a:cxn>
                <a:cxn ang="0">
                  <a:pos x="595" y="157"/>
                </a:cxn>
                <a:cxn ang="0">
                  <a:pos x="435" y="314"/>
                </a:cxn>
                <a:cxn ang="0">
                  <a:pos x="435" y="249"/>
                </a:cxn>
                <a:cxn ang="0">
                  <a:pos x="260" y="322"/>
                </a:cxn>
                <a:cxn ang="0">
                  <a:pos x="194" y="437"/>
                </a:cxn>
                <a:cxn ang="0">
                  <a:pos x="187" y="496"/>
                </a:cxn>
                <a:cxn ang="0">
                  <a:pos x="0" y="496"/>
                </a:cxn>
                <a:cxn ang="0">
                  <a:pos x="5" y="429"/>
                </a:cxn>
                <a:cxn ang="0">
                  <a:pos x="128" y="190"/>
                </a:cxn>
                <a:cxn ang="0">
                  <a:pos x="435" y="61"/>
                </a:cxn>
                <a:cxn ang="0">
                  <a:pos x="435" y="0"/>
                </a:cxn>
              </a:cxnLst>
              <a:rect l="0" t="0" r="r" b="b"/>
              <a:pathLst>
                <a:path w="595" h="496">
                  <a:moveTo>
                    <a:pt x="96" y="338"/>
                  </a:moveTo>
                  <a:cubicBezTo>
                    <a:pt x="96" y="338"/>
                    <a:pt x="95" y="338"/>
                    <a:pt x="95" y="338"/>
                  </a:cubicBezTo>
                  <a:cubicBezTo>
                    <a:pt x="96" y="338"/>
                    <a:pt x="96" y="338"/>
                    <a:pt x="96" y="338"/>
                  </a:cubicBezTo>
                  <a:close/>
                  <a:moveTo>
                    <a:pt x="435" y="0"/>
                  </a:moveTo>
                  <a:cubicBezTo>
                    <a:pt x="595" y="157"/>
                    <a:pt x="595" y="157"/>
                    <a:pt x="595" y="157"/>
                  </a:cubicBezTo>
                  <a:cubicBezTo>
                    <a:pt x="435" y="314"/>
                    <a:pt x="435" y="314"/>
                    <a:pt x="435" y="314"/>
                  </a:cubicBezTo>
                  <a:cubicBezTo>
                    <a:pt x="435" y="249"/>
                    <a:pt x="435" y="249"/>
                    <a:pt x="435" y="249"/>
                  </a:cubicBezTo>
                  <a:cubicBezTo>
                    <a:pt x="367" y="249"/>
                    <a:pt x="309" y="273"/>
                    <a:pt x="260" y="322"/>
                  </a:cubicBezTo>
                  <a:cubicBezTo>
                    <a:pt x="227" y="356"/>
                    <a:pt x="204" y="394"/>
                    <a:pt x="194" y="437"/>
                  </a:cubicBezTo>
                  <a:cubicBezTo>
                    <a:pt x="190" y="456"/>
                    <a:pt x="187" y="475"/>
                    <a:pt x="187" y="496"/>
                  </a:cubicBezTo>
                  <a:cubicBezTo>
                    <a:pt x="0" y="496"/>
                    <a:pt x="0" y="496"/>
                    <a:pt x="0" y="496"/>
                  </a:cubicBezTo>
                  <a:cubicBezTo>
                    <a:pt x="0" y="473"/>
                    <a:pt x="2" y="451"/>
                    <a:pt x="5" y="429"/>
                  </a:cubicBezTo>
                  <a:cubicBezTo>
                    <a:pt x="18" y="338"/>
                    <a:pt x="59" y="258"/>
                    <a:pt x="128" y="190"/>
                  </a:cubicBezTo>
                  <a:cubicBezTo>
                    <a:pt x="213" y="104"/>
                    <a:pt x="315" y="62"/>
                    <a:pt x="435" y="61"/>
                  </a:cubicBezTo>
                  <a:lnTo>
                    <a:pt x="435" y="0"/>
                  </a:lnTo>
                  <a:close/>
                </a:path>
              </a:pathLst>
            </a:custGeom>
            <a:solidFill>
              <a:srgbClr val="004852"/>
            </a:solidFill>
            <a:ln w="9525">
              <a:noFill/>
              <a:round/>
            </a:ln>
            <a:effectLst>
              <a:outerShdw blurRad="228600" sx="102000" sy="102000" algn="ctr" rotWithShape="0">
                <a:prstClr val="black">
                  <a:alpha val="5000"/>
                </a:prstClr>
              </a:outerShdw>
            </a:effectLst>
          </p:spPr>
          <p:txBody>
            <a:bodyPr vert="horz" wrap="square" lIns="121920" tIns="60960" rIns="121920" bIns="60960" numCol="1" anchor="t" anchorCtr="0" compatLnSpc="1"/>
            <a:lstStyle/>
            <a:p>
              <a:endParaRPr lang="en-US" sz="2400" dirty="0">
                <a:latin typeface="微软雅黑" panose="020B0503020204020204" pitchFamily="34" charset="-122"/>
              </a:endParaRPr>
            </a:p>
          </p:txBody>
        </p:sp>
        <p:sp>
          <p:nvSpPr>
            <p:cNvPr id="20" name="Text Placeholder 3"/>
            <p:cNvSpPr txBox="1"/>
            <p:nvPr/>
          </p:nvSpPr>
          <p:spPr>
            <a:xfrm>
              <a:off x="6120243" y="2353088"/>
              <a:ext cx="378309" cy="369332"/>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200">
                <a:spcBef>
                  <a:spcPct val="20000"/>
                </a:spcBef>
                <a:defRPr/>
              </a:pPr>
              <a:r>
                <a:rPr lang="en-US" sz="24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02</a:t>
              </a:r>
              <a:endParaRPr lang="en-US" sz="24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 name="Text Placeholder 3"/>
            <p:cNvSpPr txBox="1"/>
            <p:nvPr/>
          </p:nvSpPr>
          <p:spPr>
            <a:xfrm>
              <a:off x="7367955" y="3888615"/>
              <a:ext cx="378309" cy="369332"/>
            </a:xfrm>
            <a:prstGeom prst="rect">
              <a:avLst/>
            </a:prstGeom>
          </p:spPr>
          <p:txBody>
            <a:bodyPr wrap="none" lIns="0" tIns="0" rIns="0" bIns="0" anchor="b">
              <a:spAutoFit/>
            </a:bodyPr>
            <a:lstStyle>
              <a:defPPr>
                <a:defRPr lang="zh-CN"/>
              </a:defPPr>
              <a:lvl1pPr indent="0" algn="ctr" defTabSz="1219200">
                <a:spcBef>
                  <a:spcPct val="20000"/>
                </a:spcBef>
                <a:buNone/>
                <a:defRPr sz="3200" b="1" baseline="0">
                  <a:solidFill>
                    <a:schemeClr val="bg1"/>
                  </a:solidFill>
                  <a:latin typeface="Arial" panose="020B0604020202020204" pitchFamily="34" charset="0"/>
                  <a:cs typeface="Arial" panose="020B0604020202020204" pitchFamily="34" charset="0"/>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r>
                <a:rPr lang="en-US" sz="2400" dirty="0">
                  <a:latin typeface="微软雅黑" panose="020B0503020204020204" pitchFamily="34" charset="-122"/>
                  <a:ea typeface="微软雅黑" panose="020B0503020204020204" pitchFamily="34" charset="-122"/>
                </a:rPr>
                <a:t>03</a:t>
              </a:r>
              <a:endParaRPr lang="en-US" sz="2400" dirty="0">
                <a:latin typeface="微软雅黑" panose="020B0503020204020204" pitchFamily="34" charset="-122"/>
                <a:ea typeface="微软雅黑" panose="020B0503020204020204" pitchFamily="34" charset="-122"/>
              </a:endParaRPr>
            </a:p>
          </p:txBody>
        </p:sp>
        <p:sp>
          <p:nvSpPr>
            <p:cNvPr id="22" name="Text Placeholder 3"/>
            <p:cNvSpPr txBox="1"/>
            <p:nvPr/>
          </p:nvSpPr>
          <p:spPr>
            <a:xfrm>
              <a:off x="6020689" y="5019435"/>
              <a:ext cx="378309" cy="369332"/>
            </a:xfrm>
            <a:prstGeom prst="rect">
              <a:avLst/>
            </a:prstGeom>
          </p:spPr>
          <p:txBody>
            <a:bodyPr wrap="none" lIns="0" tIns="0" rIns="0" bIns="0" anchor="b">
              <a:spAutoFit/>
            </a:bodyPr>
            <a:lstStyle>
              <a:defPPr>
                <a:defRPr lang="zh-CN"/>
              </a:defPPr>
              <a:lvl1pPr indent="0" algn="ctr" defTabSz="1219200">
                <a:spcBef>
                  <a:spcPct val="20000"/>
                </a:spcBef>
                <a:buNone/>
                <a:defRPr sz="3200" b="1" baseline="0">
                  <a:solidFill>
                    <a:schemeClr val="bg1"/>
                  </a:solidFill>
                  <a:latin typeface="Arial" panose="020B0604020202020204" pitchFamily="34" charset="0"/>
                  <a:cs typeface="Arial" panose="020B0604020202020204" pitchFamily="34" charset="0"/>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r>
                <a:rPr lang="en-US" sz="2400" dirty="0">
                  <a:latin typeface="微软雅黑" panose="020B0503020204020204" pitchFamily="34" charset="-122"/>
                  <a:ea typeface="微软雅黑" panose="020B0503020204020204" pitchFamily="34" charset="-122"/>
                </a:rPr>
                <a:t>04</a:t>
              </a:r>
              <a:endParaRPr lang="en-US" sz="2400" dirty="0">
                <a:latin typeface="微软雅黑" panose="020B0503020204020204" pitchFamily="34" charset="-122"/>
                <a:ea typeface="微软雅黑" panose="020B0503020204020204" pitchFamily="34" charset="-122"/>
              </a:endParaRPr>
            </a:p>
          </p:txBody>
        </p:sp>
        <p:sp>
          <p:nvSpPr>
            <p:cNvPr id="23" name="Freeform 9"/>
            <p:cNvSpPr/>
            <p:nvPr userDrawn="1"/>
          </p:nvSpPr>
          <p:spPr bwMode="auto">
            <a:xfrm>
              <a:off x="4338271" y="3264133"/>
              <a:ext cx="1207332" cy="739714"/>
            </a:xfrm>
            <a:custGeom>
              <a:avLst/>
              <a:gdLst/>
              <a:ahLst/>
              <a:cxnLst>
                <a:cxn ang="0">
                  <a:pos x="250" y="192"/>
                </a:cxn>
                <a:cxn ang="0">
                  <a:pos x="62" y="192"/>
                </a:cxn>
                <a:cxn ang="0">
                  <a:pos x="61" y="160"/>
                </a:cxn>
                <a:cxn ang="0">
                  <a:pos x="61" y="158"/>
                </a:cxn>
                <a:cxn ang="0">
                  <a:pos x="0" y="158"/>
                </a:cxn>
                <a:cxn ang="0">
                  <a:pos x="157" y="0"/>
                </a:cxn>
                <a:cxn ang="0">
                  <a:pos x="313" y="158"/>
                </a:cxn>
                <a:cxn ang="0">
                  <a:pos x="248" y="158"/>
                </a:cxn>
                <a:cxn ang="0">
                  <a:pos x="248" y="160"/>
                </a:cxn>
                <a:cxn ang="0">
                  <a:pos x="250" y="192"/>
                </a:cxn>
              </a:cxnLst>
              <a:rect l="0" t="0" r="r" b="b"/>
              <a:pathLst>
                <a:path w="313" h="192">
                  <a:moveTo>
                    <a:pt x="250" y="192"/>
                  </a:moveTo>
                  <a:cubicBezTo>
                    <a:pt x="62" y="192"/>
                    <a:pt x="62" y="192"/>
                    <a:pt x="62" y="192"/>
                  </a:cubicBezTo>
                  <a:cubicBezTo>
                    <a:pt x="61" y="182"/>
                    <a:pt x="61" y="171"/>
                    <a:pt x="61" y="160"/>
                  </a:cubicBezTo>
                  <a:cubicBezTo>
                    <a:pt x="61" y="159"/>
                    <a:pt x="61" y="158"/>
                    <a:pt x="61" y="158"/>
                  </a:cubicBezTo>
                  <a:cubicBezTo>
                    <a:pt x="0" y="158"/>
                    <a:pt x="0" y="158"/>
                    <a:pt x="0" y="158"/>
                  </a:cubicBezTo>
                  <a:cubicBezTo>
                    <a:pt x="157" y="0"/>
                    <a:pt x="157" y="0"/>
                    <a:pt x="157" y="0"/>
                  </a:cubicBezTo>
                  <a:cubicBezTo>
                    <a:pt x="313" y="158"/>
                    <a:pt x="313" y="158"/>
                    <a:pt x="313" y="158"/>
                  </a:cubicBezTo>
                  <a:cubicBezTo>
                    <a:pt x="248" y="158"/>
                    <a:pt x="248" y="158"/>
                    <a:pt x="248" y="158"/>
                  </a:cubicBezTo>
                  <a:cubicBezTo>
                    <a:pt x="248" y="158"/>
                    <a:pt x="248" y="159"/>
                    <a:pt x="248" y="160"/>
                  </a:cubicBezTo>
                  <a:cubicBezTo>
                    <a:pt x="248" y="171"/>
                    <a:pt x="249" y="182"/>
                    <a:pt x="250" y="192"/>
                  </a:cubicBezTo>
                  <a:close/>
                </a:path>
              </a:pathLst>
            </a:custGeom>
            <a:solidFill>
              <a:srgbClr val="00B3CC"/>
            </a:solidFill>
            <a:ln w="9525">
              <a:noFill/>
              <a:round/>
            </a:ln>
            <a:effectLst>
              <a:outerShdw blurRad="228600" sx="102000" sy="102000" algn="ctr" rotWithShape="0">
                <a:srgbClr val="DCE4F4">
                  <a:alpha val="24000"/>
                </a:srgbClr>
              </a:outerShdw>
            </a:effectLst>
          </p:spPr>
          <p:txBody>
            <a:bodyPr vert="horz" wrap="square" lIns="121920" tIns="60960" rIns="121920" bIns="60960" numCol="1" anchor="t" anchorCtr="0" compatLnSpc="1"/>
            <a:lstStyle/>
            <a:p>
              <a:endParaRPr lang="en-US" sz="2400" dirty="0">
                <a:latin typeface="微软雅黑" panose="020B0503020204020204" pitchFamily="34" charset="-122"/>
              </a:endParaRPr>
            </a:p>
          </p:txBody>
        </p:sp>
        <p:sp>
          <p:nvSpPr>
            <p:cNvPr id="24" name="Text Placeholder 3"/>
            <p:cNvSpPr txBox="1"/>
            <p:nvPr/>
          </p:nvSpPr>
          <p:spPr>
            <a:xfrm>
              <a:off x="4753105" y="3616259"/>
              <a:ext cx="378309" cy="369332"/>
            </a:xfrm>
            <a:prstGeom prst="rect">
              <a:avLst/>
            </a:prstGeom>
          </p:spPr>
          <p:txBody>
            <a:bodyPr wrap="none" lIns="0" tIns="0" rIns="0" bIns="0" anchor="b">
              <a:spAutoFit/>
            </a:bodyPr>
            <a:lstStyle>
              <a:defPPr>
                <a:defRPr lang="zh-CN"/>
              </a:defPPr>
              <a:lvl1pPr indent="0" algn="ctr" defTabSz="1219200">
                <a:spcBef>
                  <a:spcPct val="20000"/>
                </a:spcBef>
                <a:buNone/>
                <a:defRPr sz="3200" b="1" baseline="0">
                  <a:solidFill>
                    <a:schemeClr val="bg1"/>
                  </a:solidFill>
                  <a:latin typeface="Arial" panose="020B0604020202020204" pitchFamily="34" charset="0"/>
                  <a:cs typeface="Arial" panose="020B0604020202020204" pitchFamily="34" charset="0"/>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pPr>
                <a:defRPr/>
              </a:pPr>
              <a:r>
                <a:rPr lang="en-US" sz="2400" dirty="0">
                  <a:solidFill>
                    <a:schemeClr val="bg1"/>
                  </a:solidFill>
                  <a:latin typeface="微软雅黑" panose="020B0503020204020204" pitchFamily="34" charset="-122"/>
                  <a:ea typeface="微软雅黑" panose="020B0503020204020204" pitchFamily="34" charset="-122"/>
                </a:rPr>
                <a:t>01</a:t>
              </a:r>
              <a:endParaRPr 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25" name="组合 24"/>
          <p:cNvGrpSpPr/>
          <p:nvPr userDrawn="1"/>
        </p:nvGrpSpPr>
        <p:grpSpPr>
          <a:xfrm rot="10800000" flipV="1">
            <a:off x="7136876" y="2246302"/>
            <a:ext cx="1051944" cy="492442"/>
            <a:chOff x="3994675" y="2246302"/>
            <a:chExt cx="1051944" cy="492442"/>
          </a:xfrm>
        </p:grpSpPr>
        <p:cxnSp>
          <p:nvCxnSpPr>
            <p:cNvPr id="26" name="Straight Connector 37"/>
            <p:cNvCxnSpPr/>
            <p:nvPr/>
          </p:nvCxnSpPr>
          <p:spPr>
            <a:xfrm flipH="1" flipV="1">
              <a:off x="4506017" y="2248919"/>
              <a:ext cx="540602" cy="489825"/>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38"/>
            <p:cNvCxnSpPr/>
            <p:nvPr/>
          </p:nvCxnSpPr>
          <p:spPr>
            <a:xfrm flipH="1">
              <a:off x="3994675" y="2246302"/>
              <a:ext cx="511344" cy="0"/>
            </a:xfrm>
            <a:prstGeom prst="line">
              <a:avLst/>
            </a:prstGeom>
            <a:ln w="19050" cap="rnd">
              <a:solidFill>
                <a:srgbClr val="00B3CC"/>
              </a:solidFill>
              <a:prstDash val="solid"/>
            </a:ln>
          </p:spPr>
          <p:style>
            <a:lnRef idx="1">
              <a:schemeClr val="accent1"/>
            </a:lnRef>
            <a:fillRef idx="0">
              <a:schemeClr val="accent1"/>
            </a:fillRef>
            <a:effectRef idx="0">
              <a:schemeClr val="accent1"/>
            </a:effectRef>
            <a:fontRef idx="minor">
              <a:schemeClr val="tx1"/>
            </a:fontRef>
          </p:style>
        </p:cxnSp>
      </p:grpSp>
      <p:sp>
        <p:nvSpPr>
          <p:cNvPr id="28" name="文本占位符 21"/>
          <p:cNvSpPr>
            <a:spLocks noGrp="1"/>
          </p:cNvSpPr>
          <p:nvPr>
            <p:ph type="body" sz="quarter" idx="10" hasCustomPrompt="1"/>
          </p:nvPr>
        </p:nvSpPr>
        <p:spPr>
          <a:xfrm>
            <a:off x="501557" y="2085756"/>
            <a:ext cx="3392264"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29" name="文本占位符 23"/>
          <p:cNvSpPr>
            <a:spLocks noGrp="1"/>
          </p:cNvSpPr>
          <p:nvPr>
            <p:ph type="body" sz="quarter" idx="18" hasCustomPrompt="1"/>
          </p:nvPr>
        </p:nvSpPr>
        <p:spPr>
          <a:xfrm>
            <a:off x="501556" y="1707191"/>
            <a:ext cx="3058108"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0" name="文本占位符 21"/>
          <p:cNvSpPr>
            <a:spLocks noGrp="1"/>
          </p:cNvSpPr>
          <p:nvPr>
            <p:ph type="body" sz="quarter" idx="19" hasCustomPrompt="1"/>
          </p:nvPr>
        </p:nvSpPr>
        <p:spPr>
          <a:xfrm>
            <a:off x="501557" y="5138600"/>
            <a:ext cx="3392264"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31" name="文本占位符 23"/>
          <p:cNvSpPr>
            <a:spLocks noGrp="1"/>
          </p:cNvSpPr>
          <p:nvPr>
            <p:ph type="body" sz="quarter" idx="20" hasCustomPrompt="1"/>
          </p:nvPr>
        </p:nvSpPr>
        <p:spPr>
          <a:xfrm>
            <a:off x="501556" y="4760035"/>
            <a:ext cx="3058108"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2" name="文本占位符 21"/>
          <p:cNvSpPr>
            <a:spLocks noGrp="1"/>
          </p:cNvSpPr>
          <p:nvPr>
            <p:ph type="body" sz="quarter" idx="21" hasCustomPrompt="1"/>
          </p:nvPr>
        </p:nvSpPr>
        <p:spPr>
          <a:xfrm>
            <a:off x="8396610" y="2085756"/>
            <a:ext cx="3392264"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33" name="文本占位符 23"/>
          <p:cNvSpPr>
            <a:spLocks noGrp="1"/>
          </p:cNvSpPr>
          <p:nvPr>
            <p:ph type="body" sz="quarter" idx="22" hasCustomPrompt="1"/>
          </p:nvPr>
        </p:nvSpPr>
        <p:spPr>
          <a:xfrm>
            <a:off x="8396609" y="1707191"/>
            <a:ext cx="3058108"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4" name="文本占位符 21"/>
          <p:cNvSpPr>
            <a:spLocks noGrp="1"/>
          </p:cNvSpPr>
          <p:nvPr>
            <p:ph type="body" sz="quarter" idx="23" hasCustomPrompt="1"/>
          </p:nvPr>
        </p:nvSpPr>
        <p:spPr>
          <a:xfrm>
            <a:off x="8396610" y="5138600"/>
            <a:ext cx="3392264" cy="55297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a:p>
            <a:pPr lvl="0"/>
            <a:endParaRPr lang="en-US" altLang="zh-CN" dirty="0"/>
          </a:p>
        </p:txBody>
      </p:sp>
      <p:sp>
        <p:nvSpPr>
          <p:cNvPr id="35" name="文本占位符 23"/>
          <p:cNvSpPr>
            <a:spLocks noGrp="1"/>
          </p:cNvSpPr>
          <p:nvPr>
            <p:ph type="body" sz="quarter" idx="24" hasCustomPrompt="1"/>
          </p:nvPr>
        </p:nvSpPr>
        <p:spPr>
          <a:xfrm>
            <a:off x="8396609" y="4760035"/>
            <a:ext cx="3058108"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9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pic>
        <p:nvPicPr>
          <p:cNvPr id="25" name="图片 7"/>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4996187" y="3951171"/>
            <a:ext cx="2196439" cy="2649775"/>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4997780" y="1233488"/>
            <a:ext cx="2196439" cy="2649775"/>
          </a:xfrm>
          <a:prstGeom prst="rect">
            <a:avLst/>
          </a:prstGeom>
        </p:spPr>
      </p:pic>
      <p:pic>
        <p:nvPicPr>
          <p:cNvPr id="31" name="图片 7"/>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6200000" flipH="1" flipV="1">
            <a:off x="6356218" y="2592435"/>
            <a:ext cx="2196439" cy="2649775"/>
          </a:xfrm>
          <a:prstGeom prst="rect">
            <a:avLst/>
          </a:prstGeom>
        </p:spPr>
      </p:pic>
      <p:pic>
        <p:nvPicPr>
          <p:cNvPr id="28" name="图片 7"/>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6200000">
            <a:off x="3641250" y="2590692"/>
            <a:ext cx="2196439" cy="2649775"/>
          </a:xfrm>
          <a:prstGeom prst="rect">
            <a:avLst/>
          </a:prstGeom>
        </p:spPr>
      </p:pic>
      <p:sp>
        <p:nvSpPr>
          <p:cNvPr id="11" name="文本占位符 21"/>
          <p:cNvSpPr>
            <a:spLocks noGrp="1"/>
          </p:cNvSpPr>
          <p:nvPr userDrawn="1">
            <p:ph type="body" sz="quarter" idx="10" hasCustomPrompt="1"/>
          </p:nvPr>
        </p:nvSpPr>
        <p:spPr>
          <a:xfrm>
            <a:off x="5181600" y="2167805"/>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2" name="文本占位符 23"/>
          <p:cNvSpPr>
            <a:spLocks noGrp="1"/>
          </p:cNvSpPr>
          <p:nvPr userDrawn="1">
            <p:ph type="body" sz="quarter" idx="18" hasCustomPrompt="1"/>
          </p:nvPr>
        </p:nvSpPr>
        <p:spPr>
          <a:xfrm>
            <a:off x="5181600" y="1789240"/>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3" name="文本占位符 21"/>
          <p:cNvSpPr>
            <a:spLocks noGrp="1"/>
          </p:cNvSpPr>
          <p:nvPr userDrawn="1">
            <p:ph type="body" sz="quarter" idx="19" hasCustomPrompt="1"/>
          </p:nvPr>
        </p:nvSpPr>
        <p:spPr>
          <a:xfrm>
            <a:off x="5181600" y="5334227"/>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4" name="文本占位符 23"/>
          <p:cNvSpPr>
            <a:spLocks noGrp="1"/>
          </p:cNvSpPr>
          <p:nvPr userDrawn="1">
            <p:ph type="body" sz="quarter" idx="20" hasCustomPrompt="1"/>
          </p:nvPr>
        </p:nvSpPr>
        <p:spPr>
          <a:xfrm>
            <a:off x="5181600" y="4955662"/>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5" name="文本占位符 21"/>
          <p:cNvSpPr>
            <a:spLocks noGrp="1"/>
          </p:cNvSpPr>
          <p:nvPr userDrawn="1">
            <p:ph type="body" sz="quarter" idx="21" hasCustomPrompt="1"/>
          </p:nvPr>
        </p:nvSpPr>
        <p:spPr>
          <a:xfrm>
            <a:off x="3638427" y="3799389"/>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6" name="文本占位符 23"/>
          <p:cNvSpPr>
            <a:spLocks noGrp="1"/>
          </p:cNvSpPr>
          <p:nvPr userDrawn="1">
            <p:ph type="body" sz="quarter" idx="22" hasCustomPrompt="1"/>
          </p:nvPr>
        </p:nvSpPr>
        <p:spPr>
          <a:xfrm>
            <a:off x="3638427" y="3420824"/>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7" name="文本占位符 21"/>
          <p:cNvSpPr>
            <a:spLocks noGrp="1"/>
          </p:cNvSpPr>
          <p:nvPr userDrawn="1">
            <p:ph type="body" sz="quarter" idx="23" hasCustomPrompt="1"/>
          </p:nvPr>
        </p:nvSpPr>
        <p:spPr>
          <a:xfrm>
            <a:off x="6754220" y="3799389"/>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8" name="文本占位符 23"/>
          <p:cNvSpPr>
            <a:spLocks noGrp="1"/>
          </p:cNvSpPr>
          <p:nvPr userDrawn="1">
            <p:ph type="body" sz="quarter" idx="24" hasCustomPrompt="1"/>
          </p:nvPr>
        </p:nvSpPr>
        <p:spPr>
          <a:xfrm>
            <a:off x="6754220" y="3420824"/>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8_自定义版式">
    <p:bg>
      <p:bgPr>
        <a:solidFill>
          <a:srgbClr val="E6F7FA"/>
        </a:solidFill>
        <a:effectLst/>
      </p:bgPr>
    </p:bg>
    <p:spTree>
      <p:nvGrpSpPr>
        <p:cNvPr id="1" name=""/>
        <p:cNvGrpSpPr/>
        <p:nvPr/>
      </p:nvGrpSpPr>
      <p:grpSpPr>
        <a:xfrm>
          <a:off x="0" y="0"/>
          <a:ext cx="0" cy="0"/>
          <a:chOff x="0" y="0"/>
          <a:chExt cx="0" cy="0"/>
        </a:xfrm>
      </p:grpSpPr>
      <p:sp>
        <p:nvSpPr>
          <p:cNvPr id="4" name="Oval 23"/>
          <p:cNvSpPr/>
          <p:nvPr/>
        </p:nvSpPr>
        <p:spPr>
          <a:xfrm>
            <a:off x="6550911" y="1906318"/>
            <a:ext cx="2351648" cy="2351648"/>
          </a:xfrm>
          <a:prstGeom prst="ellipse">
            <a:avLst/>
          </a:prstGeom>
          <a:solidFill>
            <a:srgbClr val="13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14"/>
          <p:cNvSpPr/>
          <p:nvPr/>
        </p:nvSpPr>
        <p:spPr>
          <a:xfrm>
            <a:off x="8582535" y="2085415"/>
            <a:ext cx="2172551" cy="2172551"/>
          </a:xfrm>
          <a:prstGeom prst="ellipse">
            <a:avLst/>
          </a:prstGeom>
          <a:solidFill>
            <a:srgbClr val="00B3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6" name="Oval 7"/>
          <p:cNvSpPr/>
          <p:nvPr/>
        </p:nvSpPr>
        <p:spPr>
          <a:xfrm>
            <a:off x="2962471" y="1656141"/>
            <a:ext cx="2601825" cy="2601826"/>
          </a:xfrm>
          <a:prstGeom prst="ellipse">
            <a:avLst/>
          </a:prstGeom>
          <a:solidFill>
            <a:srgbClr val="1353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9" name="Oval 20"/>
          <p:cNvSpPr/>
          <p:nvPr/>
        </p:nvSpPr>
        <p:spPr>
          <a:xfrm>
            <a:off x="5244272" y="2631304"/>
            <a:ext cx="1626662" cy="1626662"/>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pPr>
            <a:endParaRPr kumimoji="0" lang="id-ID" b="0" i="0" u="none" strike="noStrike" cap="none" spc="0" normalizeH="0" baseline="0" noProof="0" dirty="0">
              <a:ln>
                <a:noFill/>
              </a:ln>
              <a:solidFill>
                <a:srgbClr val="FFFFFF"/>
              </a:solidFill>
              <a:effectLst/>
              <a:uLnTx/>
              <a:uFillTx/>
              <a:latin typeface="Calibri" panose="020F0502020204030204"/>
            </a:endParaRPr>
          </a:p>
        </p:txBody>
      </p:sp>
      <p:sp>
        <p:nvSpPr>
          <p:cNvPr id="31" name="Oval 2"/>
          <p:cNvSpPr/>
          <p:nvPr/>
        </p:nvSpPr>
        <p:spPr>
          <a:xfrm>
            <a:off x="1436914" y="2412384"/>
            <a:ext cx="1845582" cy="1845582"/>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3" name="Rectangle 26"/>
          <p:cNvSpPr/>
          <p:nvPr userDrawn="1"/>
        </p:nvSpPr>
        <p:spPr>
          <a:xfrm>
            <a:off x="0" y="3279454"/>
            <a:ext cx="12192000" cy="3578546"/>
          </a:xfrm>
          <a:prstGeom prst="rect">
            <a:avLst/>
          </a:prstGeom>
          <a:solidFill>
            <a:srgbClr val="E6F7FA"/>
          </a:solidFill>
          <a:ln>
            <a:noFill/>
          </a:ln>
          <a:effectLst>
            <a:outerShdw blurRad="622300" dist="292100" dir="16200000" sx="94000" sy="94000"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4"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文本占位符 21"/>
          <p:cNvSpPr>
            <a:spLocks noGrp="1"/>
          </p:cNvSpPr>
          <p:nvPr>
            <p:ph type="body" sz="quarter" idx="10" hasCustomPrompt="1"/>
          </p:nvPr>
        </p:nvSpPr>
        <p:spPr>
          <a:xfrm>
            <a:off x="503999" y="4145545"/>
            <a:ext cx="11183999" cy="258532"/>
          </a:xfrm>
          <a:prstGeom prst="rect">
            <a:avLst/>
          </a:prstGeom>
        </p:spPr>
        <p:txBody>
          <a:bodyPr wrap="square">
            <a:spAutoFit/>
          </a:bodyPr>
          <a:lstStyle>
            <a:lvl1pPr marL="0" indent="0">
              <a:buFontTx/>
              <a:buNone/>
              <a:defRPr sz="1200">
                <a:solidFill>
                  <a:srgbClr val="031E26"/>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5" name="文本占位符 23"/>
          <p:cNvSpPr>
            <a:spLocks noGrp="1"/>
          </p:cNvSpPr>
          <p:nvPr>
            <p:ph type="body" sz="quarter" idx="18" hasCustomPrompt="1"/>
          </p:nvPr>
        </p:nvSpPr>
        <p:spPr>
          <a:xfrm>
            <a:off x="504001" y="3818155"/>
            <a:ext cx="3275420" cy="313932"/>
          </a:xfrm>
          <a:prstGeom prst="rect">
            <a:avLst/>
          </a:prstGeom>
        </p:spPr>
        <p:txBody>
          <a:bodyPr wrap="square">
            <a:spAutoFit/>
          </a:bodyPr>
          <a:lstStyle>
            <a:lvl1pPr marL="0" indent="0">
              <a:buFontTx/>
              <a:buNone/>
              <a:defRPr lang="zh-CN" altLang="en-US" sz="1600" kern="1200" dirty="0" smtClean="0">
                <a:solidFill>
                  <a:srgbClr val="042028"/>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7"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10" name="文本占位符 23"/>
          <p:cNvSpPr>
            <a:spLocks noGrp="1"/>
          </p:cNvSpPr>
          <p:nvPr>
            <p:ph type="body" sz="quarter" idx="26" hasCustomPrompt="1"/>
          </p:nvPr>
        </p:nvSpPr>
        <p:spPr>
          <a:xfrm>
            <a:off x="3343257" y="2583493"/>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E6F7FA"/>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1" name="文本占位符 23"/>
          <p:cNvSpPr>
            <a:spLocks noGrp="1"/>
          </p:cNvSpPr>
          <p:nvPr>
            <p:ph type="body" sz="quarter" idx="27" hasCustomPrompt="1"/>
          </p:nvPr>
        </p:nvSpPr>
        <p:spPr>
          <a:xfrm>
            <a:off x="6812335" y="2631303"/>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E6F7FA"/>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2" name="文本占位符 23"/>
          <p:cNvSpPr>
            <a:spLocks noGrp="1"/>
          </p:cNvSpPr>
          <p:nvPr>
            <p:ph type="body" sz="quarter" idx="28" hasCustomPrompt="1"/>
          </p:nvPr>
        </p:nvSpPr>
        <p:spPr>
          <a:xfrm>
            <a:off x="1702586" y="2857758"/>
            <a:ext cx="1308111" cy="313932"/>
          </a:xfrm>
          <a:prstGeom prst="rect">
            <a:avLst/>
          </a:prstGeom>
        </p:spPr>
        <p:txBody>
          <a:bodyPr wrap="square" anchor="ctr" anchorCtr="0">
            <a:spAutoFit/>
          </a:bodyPr>
          <a:lstStyle>
            <a:lvl1pPr marL="0" indent="0" algn="ctr">
              <a:buFontTx/>
              <a:buNone/>
              <a:defRPr lang="zh-CN" altLang="en-US" sz="1600" kern="1200" dirty="0" smtClean="0">
                <a:solidFill>
                  <a:srgbClr val="E6F7FA"/>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3" name="文本占位符 23"/>
          <p:cNvSpPr>
            <a:spLocks noGrp="1"/>
          </p:cNvSpPr>
          <p:nvPr>
            <p:ph type="body" sz="quarter" idx="29" hasCustomPrompt="1"/>
          </p:nvPr>
        </p:nvSpPr>
        <p:spPr>
          <a:xfrm>
            <a:off x="5606387" y="2866522"/>
            <a:ext cx="976566" cy="313932"/>
          </a:xfrm>
          <a:prstGeom prst="rect">
            <a:avLst/>
          </a:prstGeom>
        </p:spPr>
        <p:txBody>
          <a:bodyPr wrap="square" anchor="ctr" anchorCtr="0">
            <a:spAutoFit/>
          </a:bodyPr>
          <a:lstStyle>
            <a:lvl1pPr marL="0" indent="0" algn="ctr">
              <a:buFontTx/>
              <a:buNone/>
              <a:defRPr lang="zh-CN" altLang="en-US" sz="1600" kern="1200" dirty="0" smtClean="0">
                <a:solidFill>
                  <a:srgbClr val="E6F7FA"/>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4" name="文本占位符 23"/>
          <p:cNvSpPr>
            <a:spLocks noGrp="1"/>
          </p:cNvSpPr>
          <p:nvPr>
            <p:ph type="body" sz="quarter" idx="30" hasCustomPrompt="1"/>
          </p:nvPr>
        </p:nvSpPr>
        <p:spPr>
          <a:xfrm>
            <a:off x="9014754" y="2866522"/>
            <a:ext cx="1308111" cy="313932"/>
          </a:xfrm>
          <a:prstGeom prst="rect">
            <a:avLst/>
          </a:prstGeom>
        </p:spPr>
        <p:txBody>
          <a:bodyPr wrap="square" anchor="ctr" anchorCtr="0">
            <a:spAutoFit/>
          </a:bodyPr>
          <a:lstStyle>
            <a:lvl1pPr marL="0" indent="0" algn="ctr">
              <a:buFontTx/>
              <a:buNone/>
              <a:defRPr lang="zh-CN" altLang="en-US" sz="1600" kern="1200" dirty="0" smtClean="0">
                <a:solidFill>
                  <a:srgbClr val="E6F7FA"/>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6" name="文本框 5"/>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grpSp>
        <p:nvGrpSpPr>
          <p:cNvPr id="6" name="组合 5"/>
          <p:cNvGrpSpPr/>
          <p:nvPr userDrawn="1"/>
        </p:nvGrpSpPr>
        <p:grpSpPr>
          <a:xfrm>
            <a:off x="1788526" y="2103880"/>
            <a:ext cx="8742314" cy="3217422"/>
            <a:chOff x="2175241" y="2429082"/>
            <a:chExt cx="7968884" cy="2932778"/>
          </a:xfrm>
        </p:grpSpPr>
        <p:sp>
          <p:nvSpPr>
            <p:cNvPr id="7" name="Freeform 5"/>
            <p:cNvSpPr/>
            <p:nvPr/>
          </p:nvSpPr>
          <p:spPr bwMode="auto">
            <a:xfrm>
              <a:off x="7715206" y="2985075"/>
              <a:ext cx="1832616" cy="1822284"/>
            </a:xfrm>
            <a:custGeom>
              <a:avLst/>
              <a:gdLst>
                <a:gd name="T0" fmla="*/ 0 w 320"/>
                <a:gd name="T1" fmla="*/ 189 h 316"/>
                <a:gd name="T2" fmla="*/ 200 w 320"/>
                <a:gd name="T3" fmla="*/ 0 h 316"/>
                <a:gd name="T4" fmla="*/ 320 w 320"/>
                <a:gd name="T5" fmla="*/ 127 h 316"/>
                <a:gd name="T6" fmla="*/ 120 w 320"/>
                <a:gd name="T7" fmla="*/ 316 h 316"/>
                <a:gd name="T8" fmla="*/ 0 w 320"/>
                <a:gd name="T9" fmla="*/ 189 h 316"/>
              </a:gdLst>
              <a:ahLst/>
              <a:cxnLst>
                <a:cxn ang="0">
                  <a:pos x="T0" y="T1"/>
                </a:cxn>
                <a:cxn ang="0">
                  <a:pos x="T2" y="T3"/>
                </a:cxn>
                <a:cxn ang="0">
                  <a:pos x="T4" y="T5"/>
                </a:cxn>
                <a:cxn ang="0">
                  <a:pos x="T6" y="T7"/>
                </a:cxn>
                <a:cxn ang="0">
                  <a:pos x="T8" y="T9"/>
                </a:cxn>
              </a:cxnLst>
              <a:rect l="0" t="0" r="r" b="b"/>
              <a:pathLst>
                <a:path w="320" h="316">
                  <a:moveTo>
                    <a:pt x="0" y="189"/>
                  </a:moveTo>
                  <a:cubicBezTo>
                    <a:pt x="102" y="179"/>
                    <a:pt x="185" y="101"/>
                    <a:pt x="200" y="0"/>
                  </a:cubicBezTo>
                  <a:cubicBezTo>
                    <a:pt x="320" y="127"/>
                    <a:pt x="320" y="127"/>
                    <a:pt x="320" y="127"/>
                  </a:cubicBezTo>
                  <a:cubicBezTo>
                    <a:pt x="218" y="137"/>
                    <a:pt x="135" y="215"/>
                    <a:pt x="120" y="316"/>
                  </a:cubicBezTo>
                  <a:lnTo>
                    <a:pt x="0" y="189"/>
                  </a:lnTo>
                  <a:close/>
                </a:path>
              </a:pathLst>
            </a:custGeom>
            <a:gradFill flip="none" rotWithShape="1">
              <a:gsLst>
                <a:gs pos="0">
                  <a:srgbClr val="00B3CC"/>
                </a:gs>
                <a:gs pos="100000">
                  <a:srgbClr val="B3E8F0"/>
                </a:gs>
              </a:gsLst>
              <a:lin ang="8100000" scaled="0"/>
              <a:tileRect/>
            </a:gradFill>
            <a:ln>
              <a:noFill/>
            </a:ln>
          </p:spPr>
          <p:txBody>
            <a:bodyPr vert="horz" wrap="square" lIns="91440" tIns="45720" rIns="91440" bIns="45720" numCol="1" anchor="t" anchorCtr="0" compatLnSpc="1"/>
            <a:lstStyle/>
            <a:p>
              <a:pPr marR="0" lvl="0" indent="0" defTabSz="457200" fontAlgn="auto">
                <a:lnSpc>
                  <a:spcPct val="100000"/>
                </a:lnSpc>
                <a:spcBef>
                  <a:spcPts val="0"/>
                </a:spcBef>
                <a:spcAft>
                  <a:spcPts val="0"/>
                </a:spcAft>
                <a:buClrTx/>
                <a:buSzTx/>
                <a:buFontTx/>
                <a:buNone/>
              </a:pPr>
              <a:endParaRPr kumimoji="0" lang="en-US" b="0" i="0" u="none" strike="noStrike" cap="none" spc="0" normalizeH="0" baseline="0">
                <a:ln>
                  <a:noFill/>
                </a:ln>
                <a:solidFill>
                  <a:srgbClr val="333333"/>
                </a:solidFill>
                <a:effectLst/>
                <a:uLnTx/>
                <a:uFillTx/>
                <a:latin typeface="Open Sans"/>
              </a:endParaRPr>
            </a:p>
          </p:txBody>
        </p:sp>
        <p:sp>
          <p:nvSpPr>
            <p:cNvPr id="8" name="Freeform 6"/>
            <p:cNvSpPr/>
            <p:nvPr/>
          </p:nvSpPr>
          <p:spPr bwMode="auto">
            <a:xfrm>
              <a:off x="2731814" y="2991272"/>
              <a:ext cx="1799559" cy="1816087"/>
            </a:xfrm>
            <a:custGeom>
              <a:avLst/>
              <a:gdLst>
                <a:gd name="T0" fmla="*/ 127 w 314"/>
                <a:gd name="T1" fmla="*/ 0 h 315"/>
                <a:gd name="T2" fmla="*/ 314 w 314"/>
                <a:gd name="T3" fmla="*/ 189 h 315"/>
                <a:gd name="T4" fmla="*/ 187 w 314"/>
                <a:gd name="T5" fmla="*/ 315 h 315"/>
                <a:gd name="T6" fmla="*/ 0 w 314"/>
                <a:gd name="T7" fmla="*/ 125 h 315"/>
                <a:gd name="T8" fmla="*/ 127 w 314"/>
                <a:gd name="T9" fmla="*/ 0 h 315"/>
              </a:gdLst>
              <a:ahLst/>
              <a:cxnLst>
                <a:cxn ang="0">
                  <a:pos x="T0" y="T1"/>
                </a:cxn>
                <a:cxn ang="0">
                  <a:pos x="T2" y="T3"/>
                </a:cxn>
                <a:cxn ang="0">
                  <a:pos x="T4" y="T5"/>
                </a:cxn>
                <a:cxn ang="0">
                  <a:pos x="T6" y="T7"/>
                </a:cxn>
                <a:cxn ang="0">
                  <a:pos x="T8" y="T9"/>
                </a:cxn>
              </a:cxnLst>
              <a:rect l="0" t="0" r="r" b="b"/>
              <a:pathLst>
                <a:path w="314" h="315">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flip="none" rotWithShape="1">
              <a:gsLst>
                <a:gs pos="0">
                  <a:srgbClr val="00B3CC"/>
                </a:gs>
                <a:gs pos="100000">
                  <a:srgbClr val="B3E8F0"/>
                </a:gs>
              </a:gsLst>
              <a:lin ang="27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333333"/>
                </a:solidFill>
                <a:effectLst/>
                <a:uLnTx/>
                <a:uFillTx/>
                <a:latin typeface="Open Sans"/>
                <a:ea typeface="+mn-ea"/>
                <a:cs typeface="+mn-cs"/>
              </a:endParaRPr>
            </a:p>
          </p:txBody>
        </p:sp>
        <p:sp>
          <p:nvSpPr>
            <p:cNvPr id="9" name="Freeform 7"/>
            <p:cNvSpPr/>
            <p:nvPr/>
          </p:nvSpPr>
          <p:spPr bwMode="auto">
            <a:xfrm>
              <a:off x="4370219" y="2985075"/>
              <a:ext cx="1838814" cy="1822284"/>
            </a:xfrm>
            <a:custGeom>
              <a:avLst/>
              <a:gdLst>
                <a:gd name="T0" fmla="*/ 0 w 321"/>
                <a:gd name="T1" fmla="*/ 189 h 316"/>
                <a:gd name="T2" fmla="*/ 201 w 321"/>
                <a:gd name="T3" fmla="*/ 0 h 316"/>
                <a:gd name="T4" fmla="*/ 321 w 321"/>
                <a:gd name="T5" fmla="*/ 127 h 316"/>
                <a:gd name="T6" fmla="*/ 120 w 321"/>
                <a:gd name="T7" fmla="*/ 316 h 316"/>
                <a:gd name="T8" fmla="*/ 0 w 321"/>
                <a:gd name="T9" fmla="*/ 189 h 316"/>
              </a:gdLst>
              <a:ahLst/>
              <a:cxnLst>
                <a:cxn ang="0">
                  <a:pos x="T0" y="T1"/>
                </a:cxn>
                <a:cxn ang="0">
                  <a:pos x="T2" y="T3"/>
                </a:cxn>
                <a:cxn ang="0">
                  <a:pos x="T4" y="T5"/>
                </a:cxn>
                <a:cxn ang="0">
                  <a:pos x="T6" y="T7"/>
                </a:cxn>
                <a:cxn ang="0">
                  <a:pos x="T8" y="T9"/>
                </a:cxn>
              </a:cxnLst>
              <a:rect l="0" t="0" r="r" b="b"/>
              <a:pathLst>
                <a:path w="321" h="316">
                  <a:moveTo>
                    <a:pt x="0" y="189"/>
                  </a:moveTo>
                  <a:cubicBezTo>
                    <a:pt x="102" y="179"/>
                    <a:pt x="185" y="101"/>
                    <a:pt x="201" y="0"/>
                  </a:cubicBezTo>
                  <a:cubicBezTo>
                    <a:pt x="321" y="127"/>
                    <a:pt x="321" y="127"/>
                    <a:pt x="321" y="127"/>
                  </a:cubicBezTo>
                  <a:cubicBezTo>
                    <a:pt x="218" y="137"/>
                    <a:pt x="136" y="215"/>
                    <a:pt x="120" y="316"/>
                  </a:cubicBezTo>
                  <a:lnTo>
                    <a:pt x="0" y="189"/>
                  </a:lnTo>
                  <a:close/>
                </a:path>
              </a:pathLst>
            </a:custGeom>
            <a:gradFill flip="none" rotWithShape="1">
              <a:gsLst>
                <a:gs pos="0">
                  <a:srgbClr val="00B3CC"/>
                </a:gs>
                <a:gs pos="100000">
                  <a:srgbClr val="B3E8F0"/>
                </a:gs>
              </a:gsLst>
              <a:lin ang="8100000" scaled="0"/>
              <a:tileRect/>
            </a:gradFill>
            <a:ln>
              <a:noFill/>
            </a:ln>
          </p:spPr>
          <p:txBody>
            <a:bodyPr vert="horz" wrap="square" lIns="91440" tIns="45720" rIns="91440" bIns="45720" numCol="1" anchor="t" anchorCtr="0" compatLnSpc="1"/>
            <a:lstStyle/>
            <a:p>
              <a:pPr marR="0" lvl="0" indent="0" defTabSz="457200" fontAlgn="auto">
                <a:lnSpc>
                  <a:spcPct val="100000"/>
                </a:lnSpc>
                <a:spcBef>
                  <a:spcPts val="0"/>
                </a:spcBef>
                <a:spcAft>
                  <a:spcPts val="0"/>
                </a:spcAft>
                <a:buClrTx/>
                <a:buSzTx/>
                <a:buFontTx/>
                <a:buNone/>
              </a:pPr>
              <a:endParaRPr kumimoji="0" lang="en-US" b="0" i="0" u="none" strike="noStrike" cap="none" spc="0" normalizeH="0" baseline="0">
                <a:ln>
                  <a:noFill/>
                </a:ln>
                <a:solidFill>
                  <a:srgbClr val="333333"/>
                </a:solidFill>
                <a:effectLst/>
                <a:uLnTx/>
                <a:uFillTx/>
                <a:latin typeface="Open Sans"/>
              </a:endParaRPr>
            </a:p>
          </p:txBody>
        </p:sp>
        <p:sp>
          <p:nvSpPr>
            <p:cNvPr id="10" name="Freeform 8"/>
            <p:cNvSpPr/>
            <p:nvPr/>
          </p:nvSpPr>
          <p:spPr bwMode="auto">
            <a:xfrm>
              <a:off x="6054075" y="2985075"/>
              <a:ext cx="1809888" cy="1822284"/>
            </a:xfrm>
            <a:custGeom>
              <a:avLst/>
              <a:gdLst>
                <a:gd name="T0" fmla="*/ 126 w 316"/>
                <a:gd name="T1" fmla="*/ 0 h 316"/>
                <a:gd name="T2" fmla="*/ 316 w 316"/>
                <a:gd name="T3" fmla="*/ 190 h 316"/>
                <a:gd name="T4" fmla="*/ 191 w 316"/>
                <a:gd name="T5" fmla="*/ 316 h 316"/>
                <a:gd name="T6" fmla="*/ 0 w 316"/>
                <a:gd name="T7" fmla="*/ 126 h 316"/>
                <a:gd name="T8" fmla="*/ 126 w 316"/>
                <a:gd name="T9" fmla="*/ 0 h 316"/>
              </a:gdLst>
              <a:ahLst/>
              <a:cxnLst>
                <a:cxn ang="0">
                  <a:pos x="T0" y="T1"/>
                </a:cxn>
                <a:cxn ang="0">
                  <a:pos x="T2" y="T3"/>
                </a:cxn>
                <a:cxn ang="0">
                  <a:pos x="T4" y="T5"/>
                </a:cxn>
                <a:cxn ang="0">
                  <a:pos x="T6" y="T7"/>
                </a:cxn>
                <a:cxn ang="0">
                  <a:pos x="T8" y="T9"/>
                </a:cxn>
              </a:cxnLst>
              <a:rect l="0" t="0" r="r" b="b"/>
              <a:pathLst>
                <a:path w="316" h="316">
                  <a:moveTo>
                    <a:pt x="126" y="0"/>
                  </a:moveTo>
                  <a:cubicBezTo>
                    <a:pt x="140" y="99"/>
                    <a:pt x="218" y="176"/>
                    <a:pt x="316" y="190"/>
                  </a:cubicBezTo>
                  <a:cubicBezTo>
                    <a:pt x="191" y="316"/>
                    <a:pt x="191" y="316"/>
                    <a:pt x="191" y="316"/>
                  </a:cubicBezTo>
                  <a:cubicBezTo>
                    <a:pt x="176" y="217"/>
                    <a:pt x="99" y="140"/>
                    <a:pt x="0" y="126"/>
                  </a:cubicBezTo>
                  <a:lnTo>
                    <a:pt x="126" y="0"/>
                  </a:lnTo>
                  <a:close/>
                </a:path>
              </a:pathLst>
            </a:custGeom>
            <a:gradFill flip="none" rotWithShape="1">
              <a:gsLst>
                <a:gs pos="0">
                  <a:srgbClr val="00B3CC"/>
                </a:gs>
                <a:gs pos="100000">
                  <a:srgbClr val="B3E8F0"/>
                </a:gs>
              </a:gsLst>
              <a:lin ang="2700000" scaled="1"/>
              <a:tileRect/>
            </a:gradFill>
            <a:ln>
              <a:noFill/>
            </a:ln>
          </p:spPr>
          <p:txBody>
            <a:bodyPr vert="horz" wrap="square" lIns="91440" tIns="45720" rIns="91440" bIns="45720" numCol="1" anchor="t" anchorCtr="0" compatLnSpc="1"/>
            <a:lstStyle/>
            <a:p>
              <a:pPr marR="0" lvl="0" indent="0" defTabSz="457200" fontAlgn="auto">
                <a:lnSpc>
                  <a:spcPct val="100000"/>
                </a:lnSpc>
                <a:spcBef>
                  <a:spcPts val="0"/>
                </a:spcBef>
                <a:spcAft>
                  <a:spcPts val="0"/>
                </a:spcAft>
                <a:buClrTx/>
                <a:buSzTx/>
                <a:buFontTx/>
                <a:buNone/>
              </a:pPr>
              <a:endParaRPr kumimoji="0" lang="en-US" b="0" i="0" u="none" strike="noStrike" cap="none" spc="0" normalizeH="0" baseline="0" dirty="0">
                <a:ln>
                  <a:noFill/>
                </a:ln>
                <a:solidFill>
                  <a:srgbClr val="333333"/>
                </a:solidFill>
                <a:effectLst/>
                <a:uLnTx/>
                <a:uFillTx/>
                <a:latin typeface="Open Sans"/>
              </a:endParaRPr>
            </a:p>
          </p:txBody>
        </p:sp>
        <p:sp>
          <p:nvSpPr>
            <p:cNvPr id="11" name="Oval 36"/>
            <p:cNvSpPr/>
            <p:nvPr/>
          </p:nvSpPr>
          <p:spPr>
            <a:xfrm>
              <a:off x="2175241" y="2429082"/>
              <a:ext cx="1292099" cy="1292096"/>
            </a:xfrm>
            <a:prstGeom prst="ellipse">
              <a:avLst/>
            </a:prstGeom>
            <a:solidFill>
              <a:srgbClr val="00B3CC"/>
            </a:solidFill>
            <a:ln>
              <a:noFill/>
            </a:ln>
            <a:effectLst>
              <a:outerShdw blurRad="228600" dist="50800" dir="5400000" sx="80000" sy="80000" algn="ctr" rotWithShape="0">
                <a:srgbClr val="0E3C49"/>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30000"/>
                </a:lnSpc>
                <a:spcBef>
                  <a:spcPts val="1000"/>
                </a:spcBef>
                <a:spcAft>
                  <a:spcPts val="0"/>
                </a:spcAft>
                <a:buClrTx/>
                <a:buSzTx/>
                <a:buFontTx/>
                <a:buNone/>
                <a:defRPr/>
              </a:pPr>
              <a:endParaRPr kumimoji="0" lang="en-US" sz="1600" b="1" i="0" u="none" strike="noStrike" kern="1200" cap="none" spc="0" normalizeH="0" baseline="0" noProof="0" dirty="0">
                <a:ln>
                  <a:noFill/>
                </a:ln>
                <a:solidFill>
                  <a:prstClr val="white"/>
                </a:solidFill>
                <a:effectLst/>
                <a:uLnTx/>
                <a:uFillTx/>
                <a:latin typeface="Montserrat Bold"/>
                <a:ea typeface="+mn-ea"/>
                <a:cs typeface="+mn-cs"/>
              </a:endParaRPr>
            </a:p>
          </p:txBody>
        </p:sp>
        <p:sp>
          <p:nvSpPr>
            <p:cNvPr id="12" name="Oval 37"/>
            <p:cNvSpPr/>
            <p:nvPr/>
          </p:nvSpPr>
          <p:spPr>
            <a:xfrm>
              <a:off x="5491306" y="2429082"/>
              <a:ext cx="1292099" cy="1292096"/>
            </a:xfrm>
            <a:prstGeom prst="ellipse">
              <a:avLst/>
            </a:prstGeom>
            <a:solidFill>
              <a:srgbClr val="00B3CC"/>
            </a:solidFill>
            <a:ln>
              <a:noFill/>
            </a:ln>
            <a:effectLst>
              <a:outerShdw blurRad="228600" dist="50800" dir="5400000" sx="80000" sy="80000" algn="ctr" rotWithShape="0">
                <a:srgbClr val="0E3C49"/>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30000"/>
                </a:lnSpc>
                <a:spcBef>
                  <a:spcPts val="1000"/>
                </a:spcBef>
                <a:spcAft>
                  <a:spcPts val="0"/>
                </a:spcAft>
                <a:buClrTx/>
                <a:buSzTx/>
                <a:buFontTx/>
                <a:buNone/>
                <a:defRPr/>
              </a:pPr>
              <a:endParaRPr kumimoji="0" lang="en-US" sz="1600" b="1" i="0" u="none" strike="noStrike" kern="1200" cap="none" spc="0" normalizeH="0" baseline="0" noProof="0" dirty="0">
                <a:ln>
                  <a:noFill/>
                </a:ln>
                <a:solidFill>
                  <a:prstClr val="white"/>
                </a:solidFill>
                <a:effectLst/>
                <a:uLnTx/>
                <a:uFillTx/>
                <a:latin typeface="Montserrat Bold"/>
                <a:ea typeface="+mn-ea"/>
                <a:cs typeface="+mn-cs"/>
              </a:endParaRPr>
            </a:p>
          </p:txBody>
        </p:sp>
        <p:sp>
          <p:nvSpPr>
            <p:cNvPr id="13" name="Oval 39"/>
            <p:cNvSpPr/>
            <p:nvPr/>
          </p:nvSpPr>
          <p:spPr>
            <a:xfrm>
              <a:off x="8852026" y="2429082"/>
              <a:ext cx="1292099" cy="1292096"/>
            </a:xfrm>
            <a:prstGeom prst="ellipse">
              <a:avLst/>
            </a:prstGeom>
            <a:solidFill>
              <a:srgbClr val="00B3CC"/>
            </a:solidFill>
            <a:ln>
              <a:noFill/>
            </a:ln>
            <a:effectLst>
              <a:outerShdw blurRad="228600" dist="50800" dir="5400000" sx="80000" sy="80000" algn="ctr" rotWithShape="0">
                <a:srgbClr val="0E3C49"/>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30000"/>
                </a:lnSpc>
                <a:spcBef>
                  <a:spcPts val="1000"/>
                </a:spcBef>
                <a:spcAft>
                  <a:spcPts val="0"/>
                </a:spcAft>
                <a:buClrTx/>
                <a:buSzTx/>
                <a:buFontTx/>
                <a:buNone/>
                <a:defRPr/>
              </a:pPr>
              <a:endParaRPr kumimoji="0" lang="en-US" sz="1600" b="1" i="0" u="none" strike="noStrike" kern="1200" cap="none" spc="0" normalizeH="0" baseline="0" noProof="0" dirty="0">
                <a:ln>
                  <a:noFill/>
                </a:ln>
                <a:solidFill>
                  <a:prstClr val="white"/>
                </a:solidFill>
                <a:effectLst/>
                <a:uLnTx/>
                <a:uFillTx/>
                <a:latin typeface="Montserrat Bold"/>
                <a:ea typeface="+mn-ea"/>
                <a:cs typeface="+mn-cs"/>
              </a:endParaRPr>
            </a:p>
          </p:txBody>
        </p:sp>
        <p:sp>
          <p:nvSpPr>
            <p:cNvPr id="14" name="Oval 42"/>
            <p:cNvSpPr/>
            <p:nvPr/>
          </p:nvSpPr>
          <p:spPr>
            <a:xfrm>
              <a:off x="7140833" y="4069764"/>
              <a:ext cx="1292099" cy="1292096"/>
            </a:xfrm>
            <a:prstGeom prst="ellipse">
              <a:avLst/>
            </a:prstGeom>
            <a:solidFill>
              <a:srgbClr val="B3E8F0"/>
            </a:solidFill>
            <a:ln>
              <a:noFill/>
            </a:ln>
            <a:effectLst>
              <a:outerShdw blurRad="228600" dist="50800" dir="5400000" sx="80000" sy="80000" algn="ctr" rotWithShape="0">
                <a:srgbClr val="0E3C49"/>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457200" fontAlgn="auto">
                <a:lnSpc>
                  <a:spcPct val="130000"/>
                </a:lnSpc>
                <a:spcBef>
                  <a:spcPts val="1000"/>
                </a:spcBef>
                <a:spcAft>
                  <a:spcPts val="0"/>
                </a:spcAft>
                <a:buClrTx/>
                <a:buSzTx/>
                <a:buFontTx/>
                <a:buNone/>
              </a:pPr>
              <a:endParaRPr kumimoji="0" lang="en-US" sz="1600" b="1" i="0" u="none" strike="noStrike" cap="none" spc="0" normalizeH="0" baseline="0" noProof="0" dirty="0">
                <a:ln>
                  <a:noFill/>
                </a:ln>
                <a:solidFill>
                  <a:prstClr val="white"/>
                </a:solidFill>
                <a:effectLst/>
                <a:uLnTx/>
                <a:uFillTx/>
                <a:latin typeface="Montserrat Bold"/>
              </a:endParaRPr>
            </a:p>
          </p:txBody>
        </p:sp>
        <p:sp>
          <p:nvSpPr>
            <p:cNvPr id="15" name="Oval 43"/>
            <p:cNvSpPr/>
            <p:nvPr/>
          </p:nvSpPr>
          <p:spPr>
            <a:xfrm>
              <a:off x="3786312" y="4069764"/>
              <a:ext cx="1292099" cy="1292096"/>
            </a:xfrm>
            <a:prstGeom prst="ellipse">
              <a:avLst/>
            </a:prstGeom>
            <a:solidFill>
              <a:srgbClr val="B3E8F0"/>
            </a:solidFill>
            <a:ln>
              <a:noFill/>
            </a:ln>
            <a:effectLst>
              <a:outerShdw blurRad="228600" dist="50800" dir="5400000" sx="80000" sy="80000" algn="ctr" rotWithShape="0">
                <a:srgbClr val="0E3C49"/>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30000"/>
                </a:lnSpc>
                <a:spcBef>
                  <a:spcPts val="1000"/>
                </a:spcBef>
                <a:spcAft>
                  <a:spcPts val="0"/>
                </a:spcAft>
                <a:buClrTx/>
                <a:buSzTx/>
                <a:buFontTx/>
                <a:buNone/>
                <a:defRPr/>
              </a:pPr>
              <a:endParaRPr kumimoji="0" lang="en-US" sz="1600" b="1" i="0" u="none" strike="noStrike" kern="1200" cap="none" spc="0" normalizeH="0" baseline="0" noProof="0" dirty="0">
                <a:ln>
                  <a:noFill/>
                </a:ln>
                <a:solidFill>
                  <a:prstClr val="white"/>
                </a:solidFill>
                <a:effectLst/>
                <a:uLnTx/>
                <a:uFillTx/>
                <a:latin typeface="Montserrat Bold"/>
                <a:ea typeface="+mn-ea"/>
                <a:cs typeface="+mn-cs"/>
              </a:endParaRPr>
            </a:p>
          </p:txBody>
        </p:sp>
      </p:grpSp>
      <p:sp>
        <p:nvSpPr>
          <p:cNvPr id="16" name="文本占位符 21"/>
          <p:cNvSpPr>
            <a:spLocks noGrp="1"/>
          </p:cNvSpPr>
          <p:nvPr>
            <p:ph type="body" sz="quarter" idx="10" hasCustomPrompt="1"/>
          </p:nvPr>
        </p:nvSpPr>
        <p:spPr>
          <a:xfrm>
            <a:off x="3401833" y="2695668"/>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7" name="文本占位符 23"/>
          <p:cNvSpPr>
            <a:spLocks noGrp="1"/>
          </p:cNvSpPr>
          <p:nvPr>
            <p:ph type="body" sz="quarter" idx="18" hasCustomPrompt="1"/>
          </p:nvPr>
        </p:nvSpPr>
        <p:spPr>
          <a:xfrm>
            <a:off x="3401833" y="2317103"/>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8" name="文本占位符 21"/>
          <p:cNvSpPr>
            <a:spLocks noGrp="1"/>
          </p:cNvSpPr>
          <p:nvPr>
            <p:ph type="body" sz="quarter" idx="19" hasCustomPrompt="1"/>
          </p:nvPr>
        </p:nvSpPr>
        <p:spPr>
          <a:xfrm>
            <a:off x="7063141" y="2695668"/>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9" name="文本占位符 23"/>
          <p:cNvSpPr>
            <a:spLocks noGrp="1"/>
          </p:cNvSpPr>
          <p:nvPr>
            <p:ph type="body" sz="quarter" idx="20" hasCustomPrompt="1"/>
          </p:nvPr>
        </p:nvSpPr>
        <p:spPr>
          <a:xfrm>
            <a:off x="7063141" y="2317103"/>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0" name="文本占位符 21"/>
          <p:cNvSpPr>
            <a:spLocks noGrp="1"/>
          </p:cNvSpPr>
          <p:nvPr>
            <p:ph type="body" sz="quarter" idx="21" hasCustomPrompt="1"/>
          </p:nvPr>
        </p:nvSpPr>
        <p:spPr>
          <a:xfrm>
            <a:off x="5196513" y="4513764"/>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1" name="文本占位符 23"/>
          <p:cNvSpPr>
            <a:spLocks noGrp="1"/>
          </p:cNvSpPr>
          <p:nvPr>
            <p:ph type="body" sz="quarter" idx="22" hasCustomPrompt="1"/>
          </p:nvPr>
        </p:nvSpPr>
        <p:spPr>
          <a:xfrm>
            <a:off x="5196513" y="4135199"/>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2" name="文本占位符 21"/>
          <p:cNvSpPr>
            <a:spLocks noGrp="1"/>
          </p:cNvSpPr>
          <p:nvPr>
            <p:ph type="body" sz="quarter" idx="23" hasCustomPrompt="1"/>
          </p:nvPr>
        </p:nvSpPr>
        <p:spPr>
          <a:xfrm>
            <a:off x="1459409" y="4513764"/>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3" name="文本占位符 23"/>
          <p:cNvSpPr>
            <a:spLocks noGrp="1"/>
          </p:cNvSpPr>
          <p:nvPr>
            <p:ph type="body" sz="quarter" idx="24" hasCustomPrompt="1"/>
          </p:nvPr>
        </p:nvSpPr>
        <p:spPr>
          <a:xfrm>
            <a:off x="1459409" y="4135199"/>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4" name="文本占位符 21"/>
          <p:cNvSpPr>
            <a:spLocks noGrp="1"/>
          </p:cNvSpPr>
          <p:nvPr>
            <p:ph type="body" sz="quarter" idx="25" hasCustomPrompt="1"/>
          </p:nvPr>
        </p:nvSpPr>
        <p:spPr>
          <a:xfrm>
            <a:off x="8904638" y="4513764"/>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5" name="文本占位符 23"/>
          <p:cNvSpPr>
            <a:spLocks noGrp="1"/>
          </p:cNvSpPr>
          <p:nvPr>
            <p:ph type="body" sz="quarter" idx="26" hasCustomPrompt="1"/>
          </p:nvPr>
        </p:nvSpPr>
        <p:spPr>
          <a:xfrm>
            <a:off x="8904638" y="4135199"/>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pic>
        <p:nvPicPr>
          <p:cNvPr id="29" name="图形 28" descr="网络 纯色填充"/>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43122" y="2441383"/>
            <a:ext cx="720000" cy="720000"/>
          </a:xfrm>
          <a:prstGeom prst="rect">
            <a:avLst/>
          </a:prstGeom>
        </p:spPr>
      </p:pic>
      <p:pic>
        <p:nvPicPr>
          <p:cNvPr id="31" name="图形 30" descr="循环流程图 纯色填充"/>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83332" y="4226611"/>
            <a:ext cx="720000" cy="720000"/>
          </a:xfrm>
          <a:prstGeom prst="rect">
            <a:avLst/>
          </a:prstGeom>
        </p:spPr>
      </p:pic>
      <p:pic>
        <p:nvPicPr>
          <p:cNvPr id="34" name="图形 33" descr="网络 纯色填充"/>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0913" y="2441383"/>
            <a:ext cx="720000" cy="720000"/>
          </a:xfrm>
          <a:prstGeom prst="rect">
            <a:avLst/>
          </a:prstGeom>
        </p:spPr>
      </p:pic>
      <p:pic>
        <p:nvPicPr>
          <p:cNvPr id="35" name="图形 34" descr="网络 纯色填充"/>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59038" y="2441383"/>
            <a:ext cx="720000" cy="720000"/>
          </a:xfrm>
          <a:prstGeom prst="rect">
            <a:avLst/>
          </a:prstGeom>
        </p:spPr>
      </p:pic>
      <p:pic>
        <p:nvPicPr>
          <p:cNvPr id="36" name="图形 35" descr="循环流程图 纯色填充"/>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05598" y="4226611"/>
            <a:ext cx="720000" cy="720000"/>
          </a:xfrm>
          <a:prstGeom prst="rect">
            <a:avLst/>
          </a:prstGeom>
        </p:spPr>
      </p:pic>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0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6" name="Freeform 5"/>
          <p:cNvSpPr/>
          <p:nvPr userDrawn="1"/>
        </p:nvSpPr>
        <p:spPr bwMode="auto">
          <a:xfrm rot="16200000">
            <a:off x="4020967" y="619313"/>
            <a:ext cx="4148975" cy="8427602"/>
          </a:xfrm>
          <a:custGeom>
            <a:avLst/>
            <a:gdLst>
              <a:gd name="T0" fmla="*/ 0 w 483"/>
              <a:gd name="T1" fmla="*/ 965 h 965"/>
              <a:gd name="T2" fmla="*/ 483 w 483"/>
              <a:gd name="T3" fmla="*/ 482 h 965"/>
              <a:gd name="T4" fmla="*/ 0 w 483"/>
              <a:gd name="T5" fmla="*/ 0 h 965"/>
              <a:gd name="T6" fmla="*/ 0 w 483"/>
              <a:gd name="T7" fmla="*/ 965 h 965"/>
            </a:gdLst>
            <a:ahLst/>
            <a:cxnLst>
              <a:cxn ang="0">
                <a:pos x="T0" y="T1"/>
              </a:cxn>
              <a:cxn ang="0">
                <a:pos x="T2" y="T3"/>
              </a:cxn>
              <a:cxn ang="0">
                <a:pos x="T4" y="T5"/>
              </a:cxn>
              <a:cxn ang="0">
                <a:pos x="T6" y="T7"/>
              </a:cxn>
            </a:cxnLst>
            <a:rect l="0" t="0" r="r" b="b"/>
            <a:pathLst>
              <a:path w="483" h="965">
                <a:moveTo>
                  <a:pt x="0" y="965"/>
                </a:moveTo>
                <a:cubicBezTo>
                  <a:pt x="267" y="965"/>
                  <a:pt x="483" y="749"/>
                  <a:pt x="483" y="482"/>
                </a:cubicBezTo>
                <a:cubicBezTo>
                  <a:pt x="483" y="216"/>
                  <a:pt x="267" y="0"/>
                  <a:pt x="0" y="0"/>
                </a:cubicBezTo>
                <a:lnTo>
                  <a:pt x="0" y="965"/>
                </a:lnTo>
                <a:close/>
              </a:path>
            </a:pathLst>
          </a:custGeom>
          <a:noFill/>
          <a:ln>
            <a:solidFill>
              <a:schemeClr val="tx1">
                <a:alpha val="20000"/>
              </a:schemeClr>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7" name="Oval 8"/>
          <p:cNvSpPr/>
          <p:nvPr userDrawn="1"/>
        </p:nvSpPr>
        <p:spPr>
          <a:xfrm rot="10800000">
            <a:off x="1981273" y="5626964"/>
            <a:ext cx="188919" cy="188919"/>
          </a:xfrm>
          <a:prstGeom prst="ellipse">
            <a:avLst/>
          </a:prstGeom>
          <a:solidFill>
            <a:srgbClr val="E6FAFB"/>
          </a:solidFill>
          <a:ln w="25400">
            <a:solidFill>
              <a:srgbClr val="00B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8" name="Oval 9"/>
          <p:cNvSpPr/>
          <p:nvPr userDrawn="1"/>
        </p:nvSpPr>
        <p:spPr>
          <a:xfrm rot="10800000">
            <a:off x="2916705" y="3988990"/>
            <a:ext cx="188919" cy="188919"/>
          </a:xfrm>
          <a:prstGeom prst="ellipse">
            <a:avLst/>
          </a:prstGeom>
          <a:solidFill>
            <a:srgbClr val="E6FAFB"/>
          </a:solidFill>
          <a:ln w="25400">
            <a:solidFill>
              <a:srgbClr val="00B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Oval 10"/>
          <p:cNvSpPr/>
          <p:nvPr userDrawn="1"/>
        </p:nvSpPr>
        <p:spPr>
          <a:xfrm rot="10800000">
            <a:off x="9118454" y="4035733"/>
            <a:ext cx="188919" cy="188919"/>
          </a:xfrm>
          <a:prstGeom prst="ellipse">
            <a:avLst/>
          </a:prstGeom>
          <a:solidFill>
            <a:srgbClr val="E6FAFB"/>
          </a:solidFill>
          <a:ln w="25400">
            <a:solidFill>
              <a:srgbClr val="00B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0" name="Oval 11"/>
          <p:cNvSpPr/>
          <p:nvPr userDrawn="1"/>
        </p:nvSpPr>
        <p:spPr>
          <a:xfrm rot="10800000">
            <a:off x="10046573" y="5625584"/>
            <a:ext cx="188919" cy="188919"/>
          </a:xfrm>
          <a:prstGeom prst="ellipse">
            <a:avLst/>
          </a:prstGeom>
          <a:solidFill>
            <a:srgbClr val="E6FAFB"/>
          </a:solidFill>
          <a:ln w="25400">
            <a:solidFill>
              <a:srgbClr val="00B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Oval 12"/>
          <p:cNvSpPr/>
          <p:nvPr userDrawn="1"/>
        </p:nvSpPr>
        <p:spPr>
          <a:xfrm rot="10800000">
            <a:off x="6004158" y="2651289"/>
            <a:ext cx="188919" cy="188919"/>
          </a:xfrm>
          <a:prstGeom prst="ellipse">
            <a:avLst/>
          </a:prstGeom>
          <a:solidFill>
            <a:srgbClr val="E6FAFB"/>
          </a:solidFill>
          <a:ln w="25400">
            <a:solidFill>
              <a:srgbClr val="00B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2" name="文本占位符 21"/>
          <p:cNvSpPr>
            <a:spLocks noGrp="1"/>
          </p:cNvSpPr>
          <p:nvPr>
            <p:ph type="body" sz="quarter" idx="23" hasCustomPrompt="1"/>
          </p:nvPr>
        </p:nvSpPr>
        <p:spPr>
          <a:xfrm>
            <a:off x="2269812" y="6004149"/>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3" name="文本占位符 23"/>
          <p:cNvSpPr>
            <a:spLocks noGrp="1"/>
          </p:cNvSpPr>
          <p:nvPr>
            <p:ph type="body" sz="quarter" idx="24" hasCustomPrompt="1"/>
          </p:nvPr>
        </p:nvSpPr>
        <p:spPr>
          <a:xfrm>
            <a:off x="2269812" y="5625584"/>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4" name="文本占位符 21"/>
          <p:cNvSpPr>
            <a:spLocks noGrp="1"/>
          </p:cNvSpPr>
          <p:nvPr>
            <p:ph type="body" sz="quarter" idx="25" hasCustomPrompt="1"/>
          </p:nvPr>
        </p:nvSpPr>
        <p:spPr>
          <a:xfrm>
            <a:off x="3184212" y="4399509"/>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5" name="文本占位符 23"/>
          <p:cNvSpPr>
            <a:spLocks noGrp="1"/>
          </p:cNvSpPr>
          <p:nvPr>
            <p:ph type="body" sz="quarter" idx="26" hasCustomPrompt="1"/>
          </p:nvPr>
        </p:nvSpPr>
        <p:spPr>
          <a:xfrm>
            <a:off x="3184212" y="4020944"/>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6" name="文本占位符 21"/>
          <p:cNvSpPr>
            <a:spLocks noGrp="1"/>
          </p:cNvSpPr>
          <p:nvPr>
            <p:ph type="body" sz="quarter" idx="27" hasCustomPrompt="1"/>
          </p:nvPr>
        </p:nvSpPr>
        <p:spPr>
          <a:xfrm>
            <a:off x="5181600" y="3326110"/>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7" name="文本占位符 23"/>
          <p:cNvSpPr>
            <a:spLocks noGrp="1"/>
          </p:cNvSpPr>
          <p:nvPr>
            <p:ph type="body" sz="quarter" idx="28" hasCustomPrompt="1"/>
          </p:nvPr>
        </p:nvSpPr>
        <p:spPr>
          <a:xfrm>
            <a:off x="5181600" y="2947545"/>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8" name="文本占位符 21"/>
          <p:cNvSpPr>
            <a:spLocks noGrp="1"/>
          </p:cNvSpPr>
          <p:nvPr>
            <p:ph type="body" sz="quarter" idx="29" hasCustomPrompt="1"/>
          </p:nvPr>
        </p:nvSpPr>
        <p:spPr>
          <a:xfrm>
            <a:off x="7178990" y="4399509"/>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9" name="文本占位符 23"/>
          <p:cNvSpPr>
            <a:spLocks noGrp="1"/>
          </p:cNvSpPr>
          <p:nvPr>
            <p:ph type="body" sz="quarter" idx="30" hasCustomPrompt="1"/>
          </p:nvPr>
        </p:nvSpPr>
        <p:spPr>
          <a:xfrm>
            <a:off x="7178990" y="4020944"/>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0" name="文本占位符 21"/>
          <p:cNvSpPr>
            <a:spLocks noGrp="1"/>
          </p:cNvSpPr>
          <p:nvPr>
            <p:ph type="body" sz="quarter" idx="31" hasCustomPrompt="1"/>
          </p:nvPr>
        </p:nvSpPr>
        <p:spPr>
          <a:xfrm>
            <a:off x="8118153" y="6004149"/>
            <a:ext cx="1828800" cy="258532"/>
          </a:xfrm>
          <a:prstGeom prst="rect">
            <a:avLst/>
          </a:prstGeom>
        </p:spPr>
        <p:txBody>
          <a:bodyPr wrap="square">
            <a:spAutoFit/>
          </a:bodyPr>
          <a:lstStyle>
            <a:lvl1pPr marL="0" indent="0" algn="ctr">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1" name="文本占位符 23"/>
          <p:cNvSpPr>
            <a:spLocks noGrp="1"/>
          </p:cNvSpPr>
          <p:nvPr>
            <p:ph type="body" sz="quarter" idx="32" hasCustomPrompt="1"/>
          </p:nvPr>
        </p:nvSpPr>
        <p:spPr>
          <a:xfrm>
            <a:off x="8118153" y="5625584"/>
            <a:ext cx="1828800" cy="313932"/>
          </a:xfrm>
          <a:prstGeom prst="rect">
            <a:avLst/>
          </a:prstGeom>
        </p:spPr>
        <p:txBody>
          <a:bodyPr wrap="square" anchor="ctr" anchorCtr="0">
            <a:spAutoFit/>
          </a:bodyPr>
          <a:lstStyle>
            <a:lvl1pPr marL="0" indent="0" algn="ctr">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5" name="文本框 4"/>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1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grpSp>
        <p:nvGrpSpPr>
          <p:cNvPr id="6" name="组合 5"/>
          <p:cNvGrpSpPr/>
          <p:nvPr userDrawn="1"/>
        </p:nvGrpSpPr>
        <p:grpSpPr>
          <a:xfrm>
            <a:off x="4424798" y="2126861"/>
            <a:ext cx="3240000" cy="3240000"/>
            <a:chOff x="4388172" y="2235404"/>
            <a:chExt cx="3240000" cy="3240000"/>
          </a:xfrm>
        </p:grpSpPr>
        <p:sp>
          <p:nvSpPr>
            <p:cNvPr id="7" name="图形"/>
            <p:cNvSpPr>
              <a:spLocks noChangeArrowheads="1"/>
            </p:cNvSpPr>
            <p:nvPr/>
          </p:nvSpPr>
          <p:spPr bwMode="auto">
            <a:xfrm>
              <a:off x="4748172" y="2595404"/>
              <a:ext cx="2520000" cy="2520000"/>
            </a:xfrm>
            <a:prstGeom prst="ellipse">
              <a:avLst/>
            </a:prstGeom>
            <a:noFill/>
            <a:ln w="9525">
              <a:solidFill>
                <a:srgbClr val="00B3CC">
                  <a:alpha val="50000"/>
                </a:srgbClr>
              </a:solidFill>
              <a:round/>
            </a:ln>
            <a:effectLst/>
            <a:extLst>
              <a:ext uri="{909E8E84-426E-40DD-AFC4-6F175D3DCCD1}">
                <a14:hiddenFill xmlns:a14="http://schemas.microsoft.com/office/drawing/2010/main">
                  <a:solidFill>
                    <a:schemeClr val="accent1">
                      <a:alpha val="65097"/>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dirty="0">
                <a:solidFill>
                  <a:srgbClr val="000000"/>
                </a:solidFill>
                <a:ea typeface="思源黑体 CN Medium" panose="020B0600000000000000" charset="-122"/>
                <a:cs typeface="字魂58号-创中黑" panose="00000500000000000000" charset="-122"/>
              </a:endParaRPr>
            </a:p>
          </p:txBody>
        </p:sp>
        <p:sp>
          <p:nvSpPr>
            <p:cNvPr id="8" name="图形"/>
            <p:cNvSpPr>
              <a:spLocks noChangeArrowheads="1"/>
            </p:cNvSpPr>
            <p:nvPr/>
          </p:nvSpPr>
          <p:spPr bwMode="auto">
            <a:xfrm>
              <a:off x="4388172" y="2235404"/>
              <a:ext cx="3240000" cy="3240000"/>
            </a:xfrm>
            <a:prstGeom prst="ellipse">
              <a:avLst/>
            </a:prstGeom>
            <a:noFill/>
            <a:ln w="6350">
              <a:solidFill>
                <a:srgbClr val="00B3CC">
                  <a:alpha val="40000"/>
                </a:srgbClr>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dirty="0">
                <a:solidFill>
                  <a:srgbClr val="000000"/>
                </a:solidFill>
                <a:ea typeface="思源黑体 CN Medium" panose="020B0600000000000000" charset="-122"/>
                <a:cs typeface="字魂58号-创中黑" panose="00000500000000000000" charset="-122"/>
              </a:endParaRPr>
            </a:p>
          </p:txBody>
        </p:sp>
        <p:sp>
          <p:nvSpPr>
            <p:cNvPr id="9" name="图形"/>
            <p:cNvSpPr>
              <a:spLocks noChangeArrowheads="1"/>
            </p:cNvSpPr>
            <p:nvPr/>
          </p:nvSpPr>
          <p:spPr bwMode="auto">
            <a:xfrm>
              <a:off x="5108172" y="2955404"/>
              <a:ext cx="1800000" cy="1800000"/>
            </a:xfrm>
            <a:prstGeom prst="ellipse">
              <a:avLst/>
            </a:prstGeom>
            <a:noFill/>
            <a:ln w="12700">
              <a:solidFill>
                <a:srgbClr val="00B3CC"/>
              </a:solidFill>
              <a:round/>
            </a:ln>
            <a:effectLst/>
          </p:spPr>
          <p:txBody>
            <a:bodyPr wrap="none" anchor="ctr"/>
            <a:lstStyle/>
            <a:p>
              <a:pPr eaLnBrk="1" hangingPunct="1"/>
              <a:endParaRPr lang="zh-CN" altLang="en-US">
                <a:solidFill>
                  <a:srgbClr val="000000"/>
                </a:solidFill>
                <a:ea typeface="思源黑体 CN Medium" panose="020B0600000000000000" charset="-122"/>
                <a:cs typeface="字魂58号-创中黑" panose="00000500000000000000" charset="-122"/>
              </a:endParaRPr>
            </a:p>
          </p:txBody>
        </p:sp>
        <p:sp>
          <p:nvSpPr>
            <p:cNvPr id="10" name="图形"/>
            <p:cNvSpPr>
              <a:spLocks noChangeArrowheads="1"/>
            </p:cNvSpPr>
            <p:nvPr/>
          </p:nvSpPr>
          <p:spPr bwMode="auto">
            <a:xfrm>
              <a:off x="5468172" y="3315404"/>
              <a:ext cx="1080000" cy="1080000"/>
            </a:xfrm>
            <a:prstGeom prst="ellipse">
              <a:avLst/>
            </a:prstGeom>
            <a:solidFill>
              <a:srgbClr val="00B3CC"/>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17961" dir="2700000" algn="ctr" rotWithShape="0">
                      <a:srgbClr val="000000">
                        <a:alpha val="50000"/>
                      </a:srgbClr>
                    </a:outerShdw>
                  </a:effectLst>
                </a14:hiddenEffects>
              </a:ext>
            </a:extLst>
          </p:spPr>
          <p:txBody>
            <a:bodyPr wrap="none" anchor="ctr"/>
            <a:lstStyle/>
            <a:p>
              <a:pPr algn="ctr" eaLnBrk="1" hangingPunct="1"/>
              <a:endParaRPr lang="zh-CN" altLang="en-US" sz="2800" b="1" dirty="0">
                <a:solidFill>
                  <a:srgbClr val="FFFFFF"/>
                </a:solidFill>
                <a:ea typeface="思源黑体 CN Medium" panose="020B0600000000000000" charset="-122"/>
                <a:cs typeface="字魂58号-创中黑" panose="00000500000000000000" charset="-122"/>
              </a:endParaRPr>
            </a:p>
          </p:txBody>
        </p:sp>
      </p:grpSp>
      <p:cxnSp>
        <p:nvCxnSpPr>
          <p:cNvPr id="35" name="图形"/>
          <p:cNvCxnSpPr/>
          <p:nvPr/>
        </p:nvCxnSpPr>
        <p:spPr>
          <a:xfrm flipH="1">
            <a:off x="504000" y="2836969"/>
            <a:ext cx="3659060" cy="0"/>
          </a:xfrm>
          <a:prstGeom prst="line">
            <a:avLst/>
          </a:prstGeom>
          <a:ln w="3175">
            <a:solidFill>
              <a:schemeClr val="bg2">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3448050" y="1861555"/>
            <a:ext cx="715010" cy="715010"/>
            <a:chOff x="3448050" y="2005330"/>
            <a:chExt cx="715010" cy="715010"/>
          </a:xfrm>
        </p:grpSpPr>
        <p:sp>
          <p:nvSpPr>
            <p:cNvPr id="37" name="图形"/>
            <p:cNvSpPr/>
            <p:nvPr/>
          </p:nvSpPr>
          <p:spPr>
            <a:xfrm flipH="1">
              <a:off x="3448050" y="2005330"/>
              <a:ext cx="715010" cy="715010"/>
            </a:xfrm>
            <a:prstGeom prst="ellipse">
              <a:avLst/>
            </a:prstGeom>
            <a:solidFill>
              <a:srgbClr val="00B3CC">
                <a:alpha val="2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5400" dirty="0">
                <a:cs typeface="+mn-ea"/>
                <a:sym typeface="+mn-lt"/>
              </a:endParaRPr>
            </a:p>
          </p:txBody>
        </p:sp>
        <p:grpSp>
          <p:nvGrpSpPr>
            <p:cNvPr id="38" name="图形"/>
            <p:cNvGrpSpPr/>
            <p:nvPr/>
          </p:nvGrpSpPr>
          <p:grpSpPr>
            <a:xfrm flipH="1">
              <a:off x="3614103" y="2169477"/>
              <a:ext cx="382905" cy="382905"/>
              <a:chOff x="12481" y="7994"/>
              <a:chExt cx="603" cy="603"/>
            </a:xfrm>
          </p:grpSpPr>
          <p:sp>
            <p:nvSpPr>
              <p:cNvPr id="39" name="图形"/>
              <p:cNvSpPr/>
              <p:nvPr/>
            </p:nvSpPr>
            <p:spPr>
              <a:xfrm>
                <a:off x="12481" y="7994"/>
                <a:ext cx="603" cy="603"/>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字魂58号-创中黑" panose="00000500000000000000" charset="-122"/>
                </a:endParaRPr>
              </a:p>
            </p:txBody>
          </p:sp>
          <p:cxnSp>
            <p:nvCxnSpPr>
              <p:cNvPr id="40" name="图形"/>
              <p:cNvCxnSpPr>
                <a:stCxn id="39" idx="2"/>
              </p:cNvCxnSpPr>
              <p:nvPr/>
            </p:nvCxnSpPr>
            <p:spPr>
              <a:xfrm>
                <a:off x="12481" y="8296"/>
                <a:ext cx="455" cy="0"/>
              </a:xfrm>
              <a:prstGeom prst="straightConnector1">
                <a:avLst/>
              </a:prstGeom>
              <a:ln w="38100">
                <a:solidFill>
                  <a:schemeClr val="bg1"/>
                </a:solidFill>
                <a:round/>
                <a:tailEnd type="triangle" w="lg" len="med"/>
              </a:ln>
            </p:spPr>
            <p:style>
              <a:lnRef idx="1">
                <a:schemeClr val="accent1"/>
              </a:lnRef>
              <a:fillRef idx="0">
                <a:schemeClr val="accent1"/>
              </a:fillRef>
              <a:effectRef idx="0">
                <a:schemeClr val="accent1"/>
              </a:effectRef>
              <a:fontRef idx="minor">
                <a:schemeClr val="tx1"/>
              </a:fontRef>
            </p:style>
          </p:cxnSp>
        </p:grpSp>
      </p:grpSp>
      <p:cxnSp>
        <p:nvCxnSpPr>
          <p:cNvPr id="26" name="图形"/>
          <p:cNvCxnSpPr/>
          <p:nvPr/>
        </p:nvCxnSpPr>
        <p:spPr>
          <a:xfrm flipH="1">
            <a:off x="504000" y="4305239"/>
            <a:ext cx="3659060" cy="0"/>
          </a:xfrm>
          <a:prstGeom prst="line">
            <a:avLst/>
          </a:prstGeom>
          <a:ln w="3175">
            <a:solidFill>
              <a:schemeClr val="bg2">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3448050" y="3329825"/>
            <a:ext cx="715010" cy="715010"/>
            <a:chOff x="3448050" y="2005330"/>
            <a:chExt cx="715010" cy="715010"/>
          </a:xfrm>
        </p:grpSpPr>
        <p:sp>
          <p:nvSpPr>
            <p:cNvPr id="28" name="图形"/>
            <p:cNvSpPr/>
            <p:nvPr/>
          </p:nvSpPr>
          <p:spPr>
            <a:xfrm flipH="1">
              <a:off x="3448050" y="2005330"/>
              <a:ext cx="715010" cy="715010"/>
            </a:xfrm>
            <a:prstGeom prst="ellipse">
              <a:avLst/>
            </a:prstGeom>
            <a:solidFill>
              <a:srgbClr val="00B3CC">
                <a:alpha val="2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5400" dirty="0">
                <a:cs typeface="+mn-ea"/>
                <a:sym typeface="+mn-lt"/>
              </a:endParaRPr>
            </a:p>
          </p:txBody>
        </p:sp>
        <p:grpSp>
          <p:nvGrpSpPr>
            <p:cNvPr id="29" name="图形"/>
            <p:cNvGrpSpPr/>
            <p:nvPr/>
          </p:nvGrpSpPr>
          <p:grpSpPr>
            <a:xfrm flipH="1">
              <a:off x="3614103" y="2169477"/>
              <a:ext cx="382905" cy="382905"/>
              <a:chOff x="12481" y="7994"/>
              <a:chExt cx="603" cy="603"/>
            </a:xfrm>
          </p:grpSpPr>
          <p:sp>
            <p:nvSpPr>
              <p:cNvPr id="30" name="图形"/>
              <p:cNvSpPr/>
              <p:nvPr/>
            </p:nvSpPr>
            <p:spPr>
              <a:xfrm>
                <a:off x="12481" y="7994"/>
                <a:ext cx="603" cy="603"/>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字魂58号-创中黑" panose="00000500000000000000" charset="-122"/>
                </a:endParaRPr>
              </a:p>
            </p:txBody>
          </p:sp>
          <p:cxnSp>
            <p:nvCxnSpPr>
              <p:cNvPr id="31" name="图形"/>
              <p:cNvCxnSpPr>
                <a:stCxn id="30" idx="2"/>
              </p:cNvCxnSpPr>
              <p:nvPr/>
            </p:nvCxnSpPr>
            <p:spPr>
              <a:xfrm>
                <a:off x="12481" y="8296"/>
                <a:ext cx="455" cy="0"/>
              </a:xfrm>
              <a:prstGeom prst="straightConnector1">
                <a:avLst/>
              </a:prstGeom>
              <a:ln w="38100">
                <a:solidFill>
                  <a:schemeClr val="bg1"/>
                </a:solidFill>
                <a:round/>
                <a:tailEnd type="triangle" w="lg" len="med"/>
              </a:ln>
            </p:spPr>
            <p:style>
              <a:lnRef idx="1">
                <a:schemeClr val="accent1"/>
              </a:lnRef>
              <a:fillRef idx="0">
                <a:schemeClr val="accent1"/>
              </a:fillRef>
              <a:effectRef idx="0">
                <a:schemeClr val="accent1"/>
              </a:effectRef>
              <a:fontRef idx="minor">
                <a:schemeClr val="tx1"/>
              </a:fontRef>
            </p:style>
          </p:cxnSp>
        </p:grpSp>
      </p:grpSp>
      <p:cxnSp>
        <p:nvCxnSpPr>
          <p:cNvPr id="17" name="图形"/>
          <p:cNvCxnSpPr/>
          <p:nvPr/>
        </p:nvCxnSpPr>
        <p:spPr>
          <a:xfrm flipH="1">
            <a:off x="504000" y="5773509"/>
            <a:ext cx="3659060" cy="0"/>
          </a:xfrm>
          <a:prstGeom prst="line">
            <a:avLst/>
          </a:prstGeom>
          <a:ln w="3175">
            <a:solidFill>
              <a:schemeClr val="bg2">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3448050" y="4798095"/>
            <a:ext cx="715010" cy="715010"/>
            <a:chOff x="3448050" y="2005330"/>
            <a:chExt cx="715010" cy="715010"/>
          </a:xfrm>
        </p:grpSpPr>
        <p:sp>
          <p:nvSpPr>
            <p:cNvPr id="19" name="图形"/>
            <p:cNvSpPr/>
            <p:nvPr/>
          </p:nvSpPr>
          <p:spPr>
            <a:xfrm flipH="1">
              <a:off x="3448050" y="2005330"/>
              <a:ext cx="715010" cy="715010"/>
            </a:xfrm>
            <a:prstGeom prst="ellipse">
              <a:avLst/>
            </a:prstGeom>
            <a:solidFill>
              <a:srgbClr val="00B3CC">
                <a:alpha val="2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5400" dirty="0">
                <a:cs typeface="+mn-ea"/>
                <a:sym typeface="+mn-lt"/>
              </a:endParaRPr>
            </a:p>
          </p:txBody>
        </p:sp>
        <p:grpSp>
          <p:nvGrpSpPr>
            <p:cNvPr id="20" name="图形"/>
            <p:cNvGrpSpPr/>
            <p:nvPr/>
          </p:nvGrpSpPr>
          <p:grpSpPr>
            <a:xfrm flipH="1">
              <a:off x="3614103" y="2169477"/>
              <a:ext cx="382905" cy="382905"/>
              <a:chOff x="12481" y="7994"/>
              <a:chExt cx="603" cy="603"/>
            </a:xfrm>
          </p:grpSpPr>
          <p:sp>
            <p:nvSpPr>
              <p:cNvPr id="21" name="图形"/>
              <p:cNvSpPr/>
              <p:nvPr/>
            </p:nvSpPr>
            <p:spPr>
              <a:xfrm>
                <a:off x="12481" y="7994"/>
                <a:ext cx="603" cy="603"/>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字魂58号-创中黑" panose="00000500000000000000" charset="-122"/>
                </a:endParaRPr>
              </a:p>
            </p:txBody>
          </p:sp>
          <p:cxnSp>
            <p:nvCxnSpPr>
              <p:cNvPr id="22" name="图形"/>
              <p:cNvCxnSpPr>
                <a:stCxn id="21" idx="2"/>
              </p:cNvCxnSpPr>
              <p:nvPr/>
            </p:nvCxnSpPr>
            <p:spPr>
              <a:xfrm>
                <a:off x="12481" y="8296"/>
                <a:ext cx="455" cy="0"/>
              </a:xfrm>
              <a:prstGeom prst="straightConnector1">
                <a:avLst/>
              </a:prstGeom>
              <a:ln w="38100">
                <a:solidFill>
                  <a:schemeClr val="bg1"/>
                </a:solidFill>
                <a:round/>
                <a:tailEnd type="triangle" w="lg" len="med"/>
              </a:ln>
            </p:spPr>
            <p:style>
              <a:lnRef idx="1">
                <a:schemeClr val="accent1"/>
              </a:lnRef>
              <a:fillRef idx="0">
                <a:schemeClr val="accent1"/>
              </a:fillRef>
              <a:effectRef idx="0">
                <a:schemeClr val="accent1"/>
              </a:effectRef>
              <a:fontRef idx="minor">
                <a:schemeClr val="tx1"/>
              </a:fontRef>
            </p:style>
          </p:cxnSp>
        </p:grpSp>
      </p:grpSp>
      <p:cxnSp>
        <p:nvCxnSpPr>
          <p:cNvPr id="66" name="图形"/>
          <p:cNvCxnSpPr/>
          <p:nvPr/>
        </p:nvCxnSpPr>
        <p:spPr>
          <a:xfrm flipH="1">
            <a:off x="7926536" y="2805456"/>
            <a:ext cx="3659060" cy="0"/>
          </a:xfrm>
          <a:prstGeom prst="line">
            <a:avLst/>
          </a:prstGeom>
          <a:ln w="3175">
            <a:solidFill>
              <a:schemeClr val="bg2">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67" name="组合 66"/>
          <p:cNvGrpSpPr/>
          <p:nvPr/>
        </p:nvGrpSpPr>
        <p:grpSpPr>
          <a:xfrm rot="10800000">
            <a:off x="8024116" y="1830042"/>
            <a:ext cx="715010" cy="715010"/>
            <a:chOff x="3448050" y="2005330"/>
            <a:chExt cx="715010" cy="715010"/>
          </a:xfrm>
        </p:grpSpPr>
        <p:sp>
          <p:nvSpPr>
            <p:cNvPr id="68" name="图形"/>
            <p:cNvSpPr/>
            <p:nvPr/>
          </p:nvSpPr>
          <p:spPr>
            <a:xfrm flipH="1">
              <a:off x="3448050" y="2005330"/>
              <a:ext cx="715010" cy="715010"/>
            </a:xfrm>
            <a:prstGeom prst="ellipse">
              <a:avLst/>
            </a:prstGeom>
            <a:solidFill>
              <a:srgbClr val="00B3CC">
                <a:alpha val="2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5400" dirty="0">
                <a:cs typeface="+mn-ea"/>
                <a:sym typeface="+mn-lt"/>
              </a:endParaRPr>
            </a:p>
          </p:txBody>
        </p:sp>
        <p:grpSp>
          <p:nvGrpSpPr>
            <p:cNvPr id="69" name="图形"/>
            <p:cNvGrpSpPr/>
            <p:nvPr/>
          </p:nvGrpSpPr>
          <p:grpSpPr>
            <a:xfrm flipH="1">
              <a:off x="3614103" y="2169477"/>
              <a:ext cx="382905" cy="382905"/>
              <a:chOff x="12481" y="7994"/>
              <a:chExt cx="603" cy="603"/>
            </a:xfrm>
          </p:grpSpPr>
          <p:sp>
            <p:nvSpPr>
              <p:cNvPr id="70" name="图形"/>
              <p:cNvSpPr/>
              <p:nvPr/>
            </p:nvSpPr>
            <p:spPr>
              <a:xfrm>
                <a:off x="12481" y="7994"/>
                <a:ext cx="603" cy="603"/>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字魂58号-创中黑" panose="00000500000000000000" charset="-122"/>
                </a:endParaRPr>
              </a:p>
            </p:txBody>
          </p:sp>
          <p:cxnSp>
            <p:nvCxnSpPr>
              <p:cNvPr id="71" name="图形"/>
              <p:cNvCxnSpPr>
                <a:stCxn id="70" idx="2"/>
              </p:cNvCxnSpPr>
              <p:nvPr/>
            </p:nvCxnSpPr>
            <p:spPr>
              <a:xfrm>
                <a:off x="12481" y="8296"/>
                <a:ext cx="455" cy="0"/>
              </a:xfrm>
              <a:prstGeom prst="straightConnector1">
                <a:avLst/>
              </a:prstGeom>
              <a:ln w="38100">
                <a:solidFill>
                  <a:schemeClr val="bg1"/>
                </a:solidFill>
                <a:round/>
                <a:tailEnd type="triangle" w="lg" len="med"/>
              </a:ln>
            </p:spPr>
            <p:style>
              <a:lnRef idx="1">
                <a:schemeClr val="accent1"/>
              </a:lnRef>
              <a:fillRef idx="0">
                <a:schemeClr val="accent1"/>
              </a:fillRef>
              <a:effectRef idx="0">
                <a:schemeClr val="accent1"/>
              </a:effectRef>
              <a:fontRef idx="minor">
                <a:schemeClr val="tx1"/>
              </a:fontRef>
            </p:style>
          </p:cxnSp>
        </p:grpSp>
      </p:grpSp>
      <p:cxnSp>
        <p:nvCxnSpPr>
          <p:cNvPr id="57" name="图形"/>
          <p:cNvCxnSpPr/>
          <p:nvPr/>
        </p:nvCxnSpPr>
        <p:spPr>
          <a:xfrm flipH="1">
            <a:off x="7926536" y="4273726"/>
            <a:ext cx="3659060" cy="0"/>
          </a:xfrm>
          <a:prstGeom prst="line">
            <a:avLst/>
          </a:prstGeom>
          <a:ln w="3175">
            <a:solidFill>
              <a:schemeClr val="bg2">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rot="10800000">
            <a:off x="8024116" y="3298312"/>
            <a:ext cx="715010" cy="715010"/>
            <a:chOff x="3448050" y="2005330"/>
            <a:chExt cx="715010" cy="715010"/>
          </a:xfrm>
        </p:grpSpPr>
        <p:sp>
          <p:nvSpPr>
            <p:cNvPr id="59" name="图形"/>
            <p:cNvSpPr/>
            <p:nvPr/>
          </p:nvSpPr>
          <p:spPr>
            <a:xfrm flipH="1">
              <a:off x="3448050" y="2005330"/>
              <a:ext cx="715010" cy="715010"/>
            </a:xfrm>
            <a:prstGeom prst="ellipse">
              <a:avLst/>
            </a:prstGeom>
            <a:solidFill>
              <a:srgbClr val="00B3CC">
                <a:alpha val="2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5400" dirty="0">
                <a:cs typeface="+mn-ea"/>
                <a:sym typeface="+mn-lt"/>
              </a:endParaRPr>
            </a:p>
          </p:txBody>
        </p:sp>
        <p:grpSp>
          <p:nvGrpSpPr>
            <p:cNvPr id="60" name="图形"/>
            <p:cNvGrpSpPr/>
            <p:nvPr/>
          </p:nvGrpSpPr>
          <p:grpSpPr>
            <a:xfrm flipH="1">
              <a:off x="3614103" y="2169477"/>
              <a:ext cx="382905" cy="382905"/>
              <a:chOff x="12481" y="7994"/>
              <a:chExt cx="603" cy="603"/>
            </a:xfrm>
          </p:grpSpPr>
          <p:sp>
            <p:nvSpPr>
              <p:cNvPr id="61" name="图形"/>
              <p:cNvSpPr/>
              <p:nvPr/>
            </p:nvSpPr>
            <p:spPr>
              <a:xfrm>
                <a:off x="12481" y="7994"/>
                <a:ext cx="603" cy="603"/>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字魂58号-创中黑" panose="00000500000000000000" charset="-122"/>
                </a:endParaRPr>
              </a:p>
            </p:txBody>
          </p:sp>
          <p:cxnSp>
            <p:nvCxnSpPr>
              <p:cNvPr id="62" name="图形"/>
              <p:cNvCxnSpPr>
                <a:stCxn id="61" idx="2"/>
              </p:cNvCxnSpPr>
              <p:nvPr/>
            </p:nvCxnSpPr>
            <p:spPr>
              <a:xfrm>
                <a:off x="12481" y="8296"/>
                <a:ext cx="455" cy="0"/>
              </a:xfrm>
              <a:prstGeom prst="straightConnector1">
                <a:avLst/>
              </a:prstGeom>
              <a:ln w="38100">
                <a:solidFill>
                  <a:schemeClr val="bg1"/>
                </a:solidFill>
                <a:round/>
                <a:tailEnd type="triangle" w="lg" len="med"/>
              </a:ln>
            </p:spPr>
            <p:style>
              <a:lnRef idx="1">
                <a:schemeClr val="accent1"/>
              </a:lnRef>
              <a:fillRef idx="0">
                <a:schemeClr val="accent1"/>
              </a:fillRef>
              <a:effectRef idx="0">
                <a:schemeClr val="accent1"/>
              </a:effectRef>
              <a:fontRef idx="minor">
                <a:schemeClr val="tx1"/>
              </a:fontRef>
            </p:style>
          </p:cxnSp>
        </p:grpSp>
      </p:grpSp>
      <p:cxnSp>
        <p:nvCxnSpPr>
          <p:cNvPr id="48" name="图形"/>
          <p:cNvCxnSpPr/>
          <p:nvPr/>
        </p:nvCxnSpPr>
        <p:spPr>
          <a:xfrm flipH="1">
            <a:off x="7926536" y="5741996"/>
            <a:ext cx="3659060" cy="0"/>
          </a:xfrm>
          <a:prstGeom prst="line">
            <a:avLst/>
          </a:prstGeom>
          <a:ln w="3175">
            <a:solidFill>
              <a:schemeClr val="bg2">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a:xfrm rot="10800000">
            <a:off x="8024116" y="4766582"/>
            <a:ext cx="715010" cy="715010"/>
            <a:chOff x="3448050" y="2005330"/>
            <a:chExt cx="715010" cy="715010"/>
          </a:xfrm>
        </p:grpSpPr>
        <p:sp>
          <p:nvSpPr>
            <p:cNvPr id="50" name="图形"/>
            <p:cNvSpPr/>
            <p:nvPr/>
          </p:nvSpPr>
          <p:spPr>
            <a:xfrm flipH="1">
              <a:off x="3448050" y="2005330"/>
              <a:ext cx="715010" cy="715010"/>
            </a:xfrm>
            <a:prstGeom prst="ellipse">
              <a:avLst/>
            </a:prstGeom>
            <a:solidFill>
              <a:srgbClr val="00B3CC">
                <a:alpha val="2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5400" dirty="0">
                <a:cs typeface="+mn-ea"/>
                <a:sym typeface="+mn-lt"/>
              </a:endParaRPr>
            </a:p>
          </p:txBody>
        </p:sp>
        <p:grpSp>
          <p:nvGrpSpPr>
            <p:cNvPr id="51" name="图形"/>
            <p:cNvGrpSpPr/>
            <p:nvPr/>
          </p:nvGrpSpPr>
          <p:grpSpPr>
            <a:xfrm flipH="1">
              <a:off x="3614103" y="2169477"/>
              <a:ext cx="382905" cy="382905"/>
              <a:chOff x="12481" y="7994"/>
              <a:chExt cx="603" cy="603"/>
            </a:xfrm>
          </p:grpSpPr>
          <p:sp>
            <p:nvSpPr>
              <p:cNvPr id="52" name="图形"/>
              <p:cNvSpPr/>
              <p:nvPr/>
            </p:nvSpPr>
            <p:spPr>
              <a:xfrm>
                <a:off x="12481" y="7994"/>
                <a:ext cx="603" cy="603"/>
              </a:xfrm>
              <a:prstGeom prst="ellipse">
                <a:avLst/>
              </a:prstGeom>
              <a:solidFill>
                <a:srgbClr val="00B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字魂58号-创中黑" panose="00000500000000000000" charset="-122"/>
                </a:endParaRPr>
              </a:p>
            </p:txBody>
          </p:sp>
          <p:cxnSp>
            <p:nvCxnSpPr>
              <p:cNvPr id="53" name="图形"/>
              <p:cNvCxnSpPr>
                <a:stCxn id="52" idx="2"/>
              </p:cNvCxnSpPr>
              <p:nvPr/>
            </p:nvCxnSpPr>
            <p:spPr>
              <a:xfrm>
                <a:off x="12481" y="8296"/>
                <a:ext cx="455" cy="0"/>
              </a:xfrm>
              <a:prstGeom prst="straightConnector1">
                <a:avLst/>
              </a:prstGeom>
              <a:ln w="38100">
                <a:solidFill>
                  <a:schemeClr val="bg1"/>
                </a:solidFill>
                <a:round/>
                <a:tailEnd type="triangle" w="lg" len="med"/>
              </a:ln>
            </p:spPr>
            <p:style>
              <a:lnRef idx="1">
                <a:schemeClr val="accent1"/>
              </a:lnRef>
              <a:fillRef idx="0">
                <a:schemeClr val="accent1"/>
              </a:fillRef>
              <a:effectRef idx="0">
                <a:schemeClr val="accent1"/>
              </a:effectRef>
              <a:fontRef idx="minor">
                <a:schemeClr val="tx1"/>
              </a:fontRef>
            </p:style>
          </p:cxnSp>
        </p:grpSp>
      </p:grpSp>
      <p:sp>
        <p:nvSpPr>
          <p:cNvPr id="74" name="文本占位符 21"/>
          <p:cNvSpPr>
            <a:spLocks noGrp="1"/>
          </p:cNvSpPr>
          <p:nvPr>
            <p:ph type="body" sz="quarter" idx="25" hasCustomPrompt="1"/>
          </p:nvPr>
        </p:nvSpPr>
        <p:spPr>
          <a:xfrm>
            <a:off x="622452" y="2206072"/>
            <a:ext cx="2563860" cy="258532"/>
          </a:xfrm>
          <a:prstGeom prst="rect">
            <a:avLst/>
          </a:prstGeom>
        </p:spPr>
        <p:txBody>
          <a:bodyPr wrap="square">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75" name="文本占位符 23"/>
          <p:cNvSpPr>
            <a:spLocks noGrp="1"/>
          </p:cNvSpPr>
          <p:nvPr>
            <p:ph type="body" sz="quarter" idx="26" hasCustomPrompt="1"/>
          </p:nvPr>
        </p:nvSpPr>
        <p:spPr>
          <a:xfrm>
            <a:off x="622452" y="1827507"/>
            <a:ext cx="1828800"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78" name="文本占位符 21"/>
          <p:cNvSpPr>
            <a:spLocks noGrp="1"/>
          </p:cNvSpPr>
          <p:nvPr>
            <p:ph type="body" sz="quarter" idx="27" hasCustomPrompt="1"/>
          </p:nvPr>
        </p:nvSpPr>
        <p:spPr>
          <a:xfrm>
            <a:off x="622452" y="3681668"/>
            <a:ext cx="2563860" cy="258532"/>
          </a:xfrm>
          <a:prstGeom prst="rect">
            <a:avLst/>
          </a:prstGeom>
        </p:spPr>
        <p:txBody>
          <a:bodyPr wrap="square">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79" name="文本占位符 23"/>
          <p:cNvSpPr>
            <a:spLocks noGrp="1"/>
          </p:cNvSpPr>
          <p:nvPr>
            <p:ph type="body" sz="quarter" idx="28" hasCustomPrompt="1"/>
          </p:nvPr>
        </p:nvSpPr>
        <p:spPr>
          <a:xfrm>
            <a:off x="622452" y="3303103"/>
            <a:ext cx="1828800"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0" name="文本占位符 21"/>
          <p:cNvSpPr>
            <a:spLocks noGrp="1"/>
          </p:cNvSpPr>
          <p:nvPr>
            <p:ph type="body" sz="quarter" idx="29" hasCustomPrompt="1"/>
          </p:nvPr>
        </p:nvSpPr>
        <p:spPr>
          <a:xfrm>
            <a:off x="622452" y="5149937"/>
            <a:ext cx="2563860" cy="258532"/>
          </a:xfrm>
          <a:prstGeom prst="rect">
            <a:avLst/>
          </a:prstGeom>
        </p:spPr>
        <p:txBody>
          <a:bodyPr wrap="square">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81" name="文本占位符 23"/>
          <p:cNvSpPr>
            <a:spLocks noGrp="1"/>
          </p:cNvSpPr>
          <p:nvPr>
            <p:ph type="body" sz="quarter" idx="30" hasCustomPrompt="1"/>
          </p:nvPr>
        </p:nvSpPr>
        <p:spPr>
          <a:xfrm>
            <a:off x="622452" y="4771372"/>
            <a:ext cx="1828800"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2" name="文本占位符 21"/>
          <p:cNvSpPr>
            <a:spLocks noGrp="1"/>
          </p:cNvSpPr>
          <p:nvPr>
            <p:ph type="body" sz="quarter" idx="31" hasCustomPrompt="1"/>
          </p:nvPr>
        </p:nvSpPr>
        <p:spPr>
          <a:xfrm>
            <a:off x="8987345" y="2206072"/>
            <a:ext cx="2563860" cy="258532"/>
          </a:xfrm>
          <a:prstGeom prst="rect">
            <a:avLst/>
          </a:prstGeom>
        </p:spPr>
        <p:txBody>
          <a:bodyPr wrap="square">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83" name="文本占位符 23"/>
          <p:cNvSpPr>
            <a:spLocks noGrp="1"/>
          </p:cNvSpPr>
          <p:nvPr>
            <p:ph type="body" sz="quarter" idx="32" hasCustomPrompt="1"/>
          </p:nvPr>
        </p:nvSpPr>
        <p:spPr>
          <a:xfrm>
            <a:off x="8987345" y="1827507"/>
            <a:ext cx="1828800"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4" name="文本占位符 21"/>
          <p:cNvSpPr>
            <a:spLocks noGrp="1"/>
          </p:cNvSpPr>
          <p:nvPr>
            <p:ph type="body" sz="quarter" idx="33" hasCustomPrompt="1"/>
          </p:nvPr>
        </p:nvSpPr>
        <p:spPr>
          <a:xfrm>
            <a:off x="8987345" y="3682481"/>
            <a:ext cx="2563860" cy="258532"/>
          </a:xfrm>
          <a:prstGeom prst="rect">
            <a:avLst/>
          </a:prstGeom>
        </p:spPr>
        <p:txBody>
          <a:bodyPr wrap="square">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85" name="文本占位符 23"/>
          <p:cNvSpPr>
            <a:spLocks noGrp="1"/>
          </p:cNvSpPr>
          <p:nvPr>
            <p:ph type="body" sz="quarter" idx="34" hasCustomPrompt="1"/>
          </p:nvPr>
        </p:nvSpPr>
        <p:spPr>
          <a:xfrm>
            <a:off x="8987345" y="3303916"/>
            <a:ext cx="1828800"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6" name="文本占位符 21"/>
          <p:cNvSpPr>
            <a:spLocks noGrp="1"/>
          </p:cNvSpPr>
          <p:nvPr>
            <p:ph type="body" sz="quarter" idx="35" hasCustomPrompt="1"/>
          </p:nvPr>
        </p:nvSpPr>
        <p:spPr>
          <a:xfrm>
            <a:off x="8987345" y="5145147"/>
            <a:ext cx="2563860" cy="258532"/>
          </a:xfrm>
          <a:prstGeom prst="rect">
            <a:avLst/>
          </a:prstGeom>
        </p:spPr>
        <p:txBody>
          <a:bodyPr wrap="square">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87" name="文本占位符 23"/>
          <p:cNvSpPr>
            <a:spLocks noGrp="1"/>
          </p:cNvSpPr>
          <p:nvPr>
            <p:ph type="body" sz="quarter" idx="36" hasCustomPrompt="1"/>
          </p:nvPr>
        </p:nvSpPr>
        <p:spPr>
          <a:xfrm>
            <a:off x="8987345" y="4766582"/>
            <a:ext cx="1828800" cy="313932"/>
          </a:xfrm>
          <a:prstGeom prst="rect">
            <a:avLst/>
          </a:prstGeom>
        </p:spPr>
        <p:txBody>
          <a:bodyPr wrap="square"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4"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2" name="文本框 1"/>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2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9" name="文本框 8"/>
          <p:cNvSpPr txBox="1"/>
          <p:nvPr/>
        </p:nvSpPr>
        <p:spPr>
          <a:xfrm>
            <a:off x="560070" y="2040972"/>
            <a:ext cx="625925" cy="615553"/>
          </a:xfrm>
          <a:prstGeom prst="rect">
            <a:avLst/>
          </a:prstGeom>
          <a:noFill/>
        </p:spPr>
        <p:txBody>
          <a:bodyPr wrap="square" lIns="0" tIns="0" rIns="0" bIns="0" rtlCol="0">
            <a:spAutoFit/>
          </a:bodyPr>
          <a:lstStyle/>
          <a:p>
            <a:r>
              <a:rPr lang="en-US" altLang="zh-CN" sz="4000" dirty="0">
                <a:solidFill>
                  <a:srgbClr val="00B3CC"/>
                </a:solidFill>
                <a:latin typeface="微软雅黑" panose="020B0503020204020204" pitchFamily="34" charset="-122"/>
                <a:ea typeface="微软雅黑" panose="020B0503020204020204" pitchFamily="34" charset="-122"/>
              </a:rPr>
              <a:t>01</a:t>
            </a:r>
            <a:endParaRPr lang="zh-CN" altLang="en-US" sz="4000" dirty="0">
              <a:solidFill>
                <a:srgbClr val="00B3CC"/>
              </a:solidFill>
              <a:latin typeface="微软雅黑" panose="020B0503020204020204" pitchFamily="34" charset="-122"/>
              <a:ea typeface="微软雅黑" panose="020B0503020204020204" pitchFamily="34" charset="-122"/>
            </a:endParaRPr>
          </a:p>
        </p:txBody>
      </p:sp>
      <p:sp>
        <p:nvSpPr>
          <p:cNvPr id="10" name="文本占位符 21"/>
          <p:cNvSpPr>
            <a:spLocks noGrp="1"/>
          </p:cNvSpPr>
          <p:nvPr userDrawn="1">
            <p:ph type="body" sz="quarter" idx="11" hasCustomPrompt="1"/>
          </p:nvPr>
        </p:nvSpPr>
        <p:spPr>
          <a:xfrm>
            <a:off x="1185994" y="2397993"/>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1" name="文本占位符 23"/>
          <p:cNvSpPr>
            <a:spLocks noGrp="1"/>
          </p:cNvSpPr>
          <p:nvPr userDrawn="1">
            <p:ph type="body" sz="quarter" idx="18" hasCustomPrompt="1"/>
          </p:nvPr>
        </p:nvSpPr>
        <p:spPr>
          <a:xfrm>
            <a:off x="1185996" y="2091075"/>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3" name="文本框 12"/>
          <p:cNvSpPr txBox="1"/>
          <p:nvPr userDrawn="1"/>
        </p:nvSpPr>
        <p:spPr>
          <a:xfrm>
            <a:off x="6552573" y="2040972"/>
            <a:ext cx="625925" cy="615553"/>
          </a:xfrm>
          <a:prstGeom prst="rect">
            <a:avLst/>
          </a:prstGeom>
          <a:noFill/>
        </p:spPr>
        <p:txBody>
          <a:bodyPr wrap="square" lIns="0" tIns="0" rIns="0" bIns="0" rtlCol="0">
            <a:spAutoFit/>
          </a:bodyPr>
          <a:lstStyle/>
          <a:p>
            <a:r>
              <a:rPr lang="en-US" altLang="zh-CN" sz="4000" dirty="0">
                <a:solidFill>
                  <a:srgbClr val="00B3CC"/>
                </a:solidFill>
                <a:latin typeface="微软雅黑" panose="020B0503020204020204" pitchFamily="34" charset="-122"/>
                <a:ea typeface="微软雅黑" panose="020B0503020204020204" pitchFamily="34" charset="-122"/>
              </a:rPr>
              <a:t>02</a:t>
            </a:r>
            <a:endParaRPr lang="zh-CN" altLang="en-US" sz="4000" dirty="0">
              <a:solidFill>
                <a:srgbClr val="00B3CC"/>
              </a:solidFill>
              <a:latin typeface="微软雅黑" panose="020B0503020204020204" pitchFamily="34" charset="-122"/>
              <a:ea typeface="微软雅黑" panose="020B0503020204020204" pitchFamily="34" charset="-122"/>
            </a:endParaRPr>
          </a:p>
        </p:txBody>
      </p:sp>
      <p:sp>
        <p:nvSpPr>
          <p:cNvPr id="14" name="文本占位符 21"/>
          <p:cNvSpPr>
            <a:spLocks noGrp="1"/>
          </p:cNvSpPr>
          <p:nvPr>
            <p:ph type="body" sz="quarter" idx="19" hasCustomPrompt="1"/>
          </p:nvPr>
        </p:nvSpPr>
        <p:spPr>
          <a:xfrm>
            <a:off x="7178497" y="2397993"/>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5" name="文本占位符 23"/>
          <p:cNvSpPr>
            <a:spLocks noGrp="1"/>
          </p:cNvSpPr>
          <p:nvPr>
            <p:ph type="body" sz="quarter" idx="20" hasCustomPrompt="1"/>
          </p:nvPr>
        </p:nvSpPr>
        <p:spPr>
          <a:xfrm>
            <a:off x="7178499" y="2091075"/>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6" name="文本框 15"/>
          <p:cNvSpPr txBox="1"/>
          <p:nvPr userDrawn="1"/>
        </p:nvSpPr>
        <p:spPr>
          <a:xfrm>
            <a:off x="560070" y="3167893"/>
            <a:ext cx="625925" cy="615553"/>
          </a:xfrm>
          <a:prstGeom prst="rect">
            <a:avLst/>
          </a:prstGeom>
          <a:noFill/>
        </p:spPr>
        <p:txBody>
          <a:bodyPr wrap="square" lIns="0" tIns="0" rIns="0" bIns="0" rtlCol="0">
            <a:spAutoFit/>
          </a:bodyPr>
          <a:lstStyle/>
          <a:p>
            <a:r>
              <a:rPr lang="en-US" altLang="zh-CN" sz="4000" dirty="0">
                <a:solidFill>
                  <a:srgbClr val="00B3CC"/>
                </a:solidFill>
                <a:latin typeface="微软雅黑" panose="020B0503020204020204" pitchFamily="34" charset="-122"/>
                <a:ea typeface="微软雅黑" panose="020B0503020204020204" pitchFamily="34" charset="-122"/>
              </a:rPr>
              <a:t>03</a:t>
            </a:r>
            <a:endParaRPr lang="zh-CN" altLang="en-US" sz="4000" dirty="0">
              <a:solidFill>
                <a:srgbClr val="00B3CC"/>
              </a:solidFill>
              <a:latin typeface="微软雅黑" panose="020B0503020204020204" pitchFamily="34" charset="-122"/>
              <a:ea typeface="微软雅黑" panose="020B0503020204020204" pitchFamily="34" charset="-122"/>
            </a:endParaRPr>
          </a:p>
        </p:txBody>
      </p:sp>
      <p:sp>
        <p:nvSpPr>
          <p:cNvPr id="17" name="文本占位符 21"/>
          <p:cNvSpPr>
            <a:spLocks noGrp="1"/>
          </p:cNvSpPr>
          <p:nvPr>
            <p:ph type="body" sz="quarter" idx="21" hasCustomPrompt="1"/>
          </p:nvPr>
        </p:nvSpPr>
        <p:spPr>
          <a:xfrm>
            <a:off x="1185994" y="3524914"/>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8" name="文本占位符 23"/>
          <p:cNvSpPr>
            <a:spLocks noGrp="1"/>
          </p:cNvSpPr>
          <p:nvPr>
            <p:ph type="body" sz="quarter" idx="22" hasCustomPrompt="1"/>
          </p:nvPr>
        </p:nvSpPr>
        <p:spPr>
          <a:xfrm>
            <a:off x="1185996" y="3217996"/>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9" name="文本框 18"/>
          <p:cNvSpPr txBox="1"/>
          <p:nvPr userDrawn="1"/>
        </p:nvSpPr>
        <p:spPr>
          <a:xfrm>
            <a:off x="6552573" y="3167893"/>
            <a:ext cx="625925" cy="615553"/>
          </a:xfrm>
          <a:prstGeom prst="rect">
            <a:avLst/>
          </a:prstGeom>
          <a:noFill/>
        </p:spPr>
        <p:txBody>
          <a:bodyPr wrap="square" lIns="0" tIns="0" rIns="0" bIns="0" rtlCol="0">
            <a:spAutoFit/>
          </a:bodyPr>
          <a:lstStyle/>
          <a:p>
            <a:r>
              <a:rPr lang="en-US" altLang="zh-CN" sz="4000" dirty="0">
                <a:solidFill>
                  <a:srgbClr val="00B3CC"/>
                </a:solidFill>
                <a:latin typeface="微软雅黑" panose="020B0503020204020204" pitchFamily="34" charset="-122"/>
                <a:ea typeface="微软雅黑" panose="020B0503020204020204" pitchFamily="34" charset="-122"/>
              </a:rPr>
              <a:t>04</a:t>
            </a:r>
            <a:endParaRPr lang="zh-CN" altLang="en-US" sz="4000" dirty="0">
              <a:solidFill>
                <a:srgbClr val="00B3CC"/>
              </a:solidFill>
              <a:latin typeface="微软雅黑" panose="020B0503020204020204" pitchFamily="34" charset="-122"/>
              <a:ea typeface="微软雅黑" panose="020B0503020204020204" pitchFamily="34" charset="-122"/>
            </a:endParaRPr>
          </a:p>
        </p:txBody>
      </p:sp>
      <p:sp>
        <p:nvSpPr>
          <p:cNvPr id="20" name="文本占位符 21"/>
          <p:cNvSpPr>
            <a:spLocks noGrp="1"/>
          </p:cNvSpPr>
          <p:nvPr>
            <p:ph type="body" sz="quarter" idx="23" hasCustomPrompt="1"/>
          </p:nvPr>
        </p:nvSpPr>
        <p:spPr>
          <a:xfrm>
            <a:off x="7178497" y="3524914"/>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1" name="文本占位符 23"/>
          <p:cNvSpPr>
            <a:spLocks noGrp="1"/>
          </p:cNvSpPr>
          <p:nvPr>
            <p:ph type="body" sz="quarter" idx="24" hasCustomPrompt="1"/>
          </p:nvPr>
        </p:nvSpPr>
        <p:spPr>
          <a:xfrm>
            <a:off x="7178499" y="3217996"/>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2" name="文本框 21"/>
          <p:cNvSpPr txBox="1"/>
          <p:nvPr userDrawn="1"/>
        </p:nvSpPr>
        <p:spPr>
          <a:xfrm>
            <a:off x="560070" y="4293266"/>
            <a:ext cx="625925" cy="615553"/>
          </a:xfrm>
          <a:prstGeom prst="rect">
            <a:avLst/>
          </a:prstGeom>
          <a:noFill/>
        </p:spPr>
        <p:txBody>
          <a:bodyPr wrap="square" lIns="0" tIns="0" rIns="0" bIns="0" rtlCol="0">
            <a:spAutoFit/>
          </a:bodyPr>
          <a:lstStyle/>
          <a:p>
            <a:r>
              <a:rPr lang="en-US" altLang="zh-CN" sz="4000" dirty="0">
                <a:solidFill>
                  <a:srgbClr val="00B3CC"/>
                </a:solidFill>
                <a:latin typeface="微软雅黑" panose="020B0503020204020204" pitchFamily="34" charset="-122"/>
                <a:ea typeface="微软雅黑" panose="020B0503020204020204" pitchFamily="34" charset="-122"/>
              </a:rPr>
              <a:t>05</a:t>
            </a:r>
            <a:endParaRPr lang="zh-CN" altLang="en-US" sz="4000" dirty="0">
              <a:solidFill>
                <a:srgbClr val="00B3CC"/>
              </a:solidFill>
              <a:latin typeface="微软雅黑" panose="020B0503020204020204" pitchFamily="34" charset="-122"/>
              <a:ea typeface="微软雅黑" panose="020B0503020204020204" pitchFamily="34" charset="-122"/>
            </a:endParaRPr>
          </a:p>
        </p:txBody>
      </p:sp>
      <p:sp>
        <p:nvSpPr>
          <p:cNvPr id="23" name="文本占位符 21"/>
          <p:cNvSpPr>
            <a:spLocks noGrp="1"/>
          </p:cNvSpPr>
          <p:nvPr>
            <p:ph type="body" sz="quarter" idx="25" hasCustomPrompt="1"/>
          </p:nvPr>
        </p:nvSpPr>
        <p:spPr>
          <a:xfrm>
            <a:off x="1185994" y="4650287"/>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4" name="文本占位符 23"/>
          <p:cNvSpPr>
            <a:spLocks noGrp="1"/>
          </p:cNvSpPr>
          <p:nvPr>
            <p:ph type="body" sz="quarter" idx="26" hasCustomPrompt="1"/>
          </p:nvPr>
        </p:nvSpPr>
        <p:spPr>
          <a:xfrm>
            <a:off x="1185996" y="4343369"/>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5" name="文本框 24"/>
          <p:cNvSpPr txBox="1"/>
          <p:nvPr userDrawn="1"/>
        </p:nvSpPr>
        <p:spPr>
          <a:xfrm>
            <a:off x="6552573" y="4293266"/>
            <a:ext cx="625925" cy="615553"/>
          </a:xfrm>
          <a:prstGeom prst="rect">
            <a:avLst/>
          </a:prstGeom>
          <a:noFill/>
        </p:spPr>
        <p:txBody>
          <a:bodyPr wrap="square" lIns="0" tIns="0" rIns="0" bIns="0" rtlCol="0">
            <a:spAutoFit/>
          </a:bodyPr>
          <a:lstStyle/>
          <a:p>
            <a:r>
              <a:rPr lang="en-US" altLang="zh-CN" sz="4000" dirty="0">
                <a:solidFill>
                  <a:srgbClr val="00B3CC"/>
                </a:solidFill>
                <a:latin typeface="微软雅黑" panose="020B0503020204020204" pitchFamily="34" charset="-122"/>
                <a:ea typeface="微软雅黑" panose="020B0503020204020204" pitchFamily="34" charset="-122"/>
              </a:rPr>
              <a:t>06</a:t>
            </a:r>
            <a:endParaRPr lang="zh-CN" altLang="en-US" sz="4000" dirty="0">
              <a:solidFill>
                <a:srgbClr val="00B3CC"/>
              </a:solidFill>
              <a:latin typeface="微软雅黑" panose="020B0503020204020204" pitchFamily="34" charset="-122"/>
              <a:ea typeface="微软雅黑" panose="020B0503020204020204" pitchFamily="34" charset="-122"/>
            </a:endParaRPr>
          </a:p>
        </p:txBody>
      </p:sp>
      <p:sp>
        <p:nvSpPr>
          <p:cNvPr id="26" name="文本占位符 21"/>
          <p:cNvSpPr>
            <a:spLocks noGrp="1"/>
          </p:cNvSpPr>
          <p:nvPr>
            <p:ph type="body" sz="quarter" idx="27" hasCustomPrompt="1"/>
          </p:nvPr>
        </p:nvSpPr>
        <p:spPr>
          <a:xfrm>
            <a:off x="7178497" y="4650287"/>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7" name="文本占位符 23"/>
          <p:cNvSpPr>
            <a:spLocks noGrp="1"/>
          </p:cNvSpPr>
          <p:nvPr>
            <p:ph type="body" sz="quarter" idx="28" hasCustomPrompt="1"/>
          </p:nvPr>
        </p:nvSpPr>
        <p:spPr>
          <a:xfrm>
            <a:off x="7178499" y="4343369"/>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3_自定义版式">
    <p:bg>
      <p:bgPr>
        <a:solidFill>
          <a:srgbClr val="E6F7FA"/>
        </a:solidFill>
        <a:effectLst/>
      </p:bgPr>
    </p:bg>
    <p:spTree>
      <p:nvGrpSpPr>
        <p:cNvPr id="1" name=""/>
        <p:cNvGrpSpPr/>
        <p:nvPr/>
      </p:nvGrpSpPr>
      <p:grpSpPr>
        <a:xfrm>
          <a:off x="0" y="0"/>
          <a:ext cx="0" cy="0"/>
          <a:chOff x="0" y="0"/>
          <a:chExt cx="0" cy="0"/>
        </a:xfrm>
      </p:grpSpPr>
      <p:sp>
        <p:nvSpPr>
          <p:cNvPr id="39" name="任意多边形: 形状 38"/>
          <p:cNvSpPr>
            <a:spLocks noGrp="1" noRot="1" noMove="1" noResize="1" noEditPoints="1" noAdjustHandles="1" noChangeArrowheads="1" noChangeShapeType="1"/>
          </p:cNvSpPr>
          <p:nvPr userDrawn="1"/>
        </p:nvSpPr>
        <p:spPr>
          <a:xfrm>
            <a:off x="3733800" y="0"/>
            <a:ext cx="8458200" cy="6858000"/>
          </a:xfrm>
          <a:custGeom>
            <a:avLst/>
            <a:gdLst>
              <a:gd name="connsiteX0" fmla="*/ 0 w 12687300"/>
              <a:gd name="connsiteY0" fmla="*/ 0 h 5829300"/>
              <a:gd name="connsiteX1" fmla="*/ 12687300 w 12687300"/>
              <a:gd name="connsiteY1" fmla="*/ 0 h 5829300"/>
              <a:gd name="connsiteX2" fmla="*/ 12687300 w 12687300"/>
              <a:gd name="connsiteY2" fmla="*/ 5829300 h 5829300"/>
              <a:gd name="connsiteX3" fmla="*/ 0 w 12687300"/>
              <a:gd name="connsiteY3" fmla="*/ 5829300 h 5829300"/>
            </a:gdLst>
            <a:ahLst/>
            <a:cxnLst>
              <a:cxn ang="0">
                <a:pos x="connsiteX0" y="connsiteY0"/>
              </a:cxn>
              <a:cxn ang="0">
                <a:pos x="connsiteX1" y="connsiteY1"/>
              </a:cxn>
              <a:cxn ang="0">
                <a:pos x="connsiteX2" y="connsiteY2"/>
              </a:cxn>
              <a:cxn ang="0">
                <a:pos x="connsiteX3" y="connsiteY3"/>
              </a:cxn>
            </a:cxnLst>
            <a:rect l="l" t="t" r="r" b="b"/>
            <a:pathLst>
              <a:path w="12687300" h="5829300">
                <a:moveTo>
                  <a:pt x="0" y="0"/>
                </a:moveTo>
                <a:lnTo>
                  <a:pt x="12687300" y="0"/>
                </a:lnTo>
                <a:lnTo>
                  <a:pt x="12687300" y="5829300"/>
                </a:lnTo>
                <a:lnTo>
                  <a:pt x="0" y="5829300"/>
                </a:lnTo>
                <a:close/>
              </a:path>
            </a:pathLst>
          </a:custGeom>
          <a:solidFill>
            <a:srgbClr val="DAEEF2"/>
          </a:solidFill>
          <a:ln w="9525" cap="flat">
            <a:noFill/>
            <a:prstDash val="solid"/>
            <a:miter/>
          </a:ln>
        </p:spPr>
        <p:txBody>
          <a:bodyPr rtlCol="0" anchor="ctr"/>
          <a:lstStyle/>
          <a:p>
            <a:endParaRPr lang="zh-CN" altLang="en-US" sz="800" dirty="0"/>
          </a:p>
        </p:txBody>
      </p:sp>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 name="Image 0" descr="preencoded.png"/>
          <p:cNvSpPr/>
          <p:nvPr userDrawn="1"/>
        </p:nvSpPr>
        <p:spPr>
          <a:xfrm>
            <a:off x="508000" y="1962150"/>
            <a:ext cx="2781300" cy="6350"/>
          </a:xfrm>
          <a:custGeom>
            <a:avLst/>
            <a:gdLst>
              <a:gd name="connsiteX0" fmla="*/ 0 w 4171950"/>
              <a:gd name="connsiteY0" fmla="*/ 0 h 9525"/>
              <a:gd name="connsiteX1" fmla="*/ 4171950 w 4171950"/>
              <a:gd name="connsiteY1" fmla="*/ 0 h 9525"/>
            </a:gdLst>
            <a:ahLst/>
            <a:cxnLst>
              <a:cxn ang="0">
                <a:pos x="connsiteX0" y="connsiteY0"/>
              </a:cxn>
              <a:cxn ang="0">
                <a:pos x="connsiteX1" y="connsiteY1"/>
              </a:cxn>
            </a:cxnLst>
            <a:rect l="l" t="t" r="r" b="b"/>
            <a:pathLst>
              <a:path w="4171950" h="9525">
                <a:moveTo>
                  <a:pt x="0" y="0"/>
                </a:moveTo>
                <a:lnTo>
                  <a:pt x="4171950"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30" name="文本占位符 21"/>
          <p:cNvSpPr>
            <a:spLocks noGrp="1"/>
          </p:cNvSpPr>
          <p:nvPr>
            <p:ph type="body" sz="quarter" idx="25" hasCustomPrompt="1"/>
          </p:nvPr>
        </p:nvSpPr>
        <p:spPr>
          <a:xfrm>
            <a:off x="507999" y="2044260"/>
            <a:ext cx="2777301"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32" name="文本占位符 23"/>
          <p:cNvSpPr>
            <a:spLocks noGrp="1"/>
          </p:cNvSpPr>
          <p:nvPr>
            <p:ph type="body" sz="quarter" idx="26" hasCustomPrompt="1"/>
          </p:nvPr>
        </p:nvSpPr>
        <p:spPr>
          <a:xfrm>
            <a:off x="508000" y="1577985"/>
            <a:ext cx="1828800"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6" name="Image 0" descr="preencoded.png"/>
          <p:cNvSpPr/>
          <p:nvPr userDrawn="1"/>
        </p:nvSpPr>
        <p:spPr>
          <a:xfrm>
            <a:off x="508000" y="3966955"/>
            <a:ext cx="2781300" cy="6350"/>
          </a:xfrm>
          <a:custGeom>
            <a:avLst/>
            <a:gdLst>
              <a:gd name="connsiteX0" fmla="*/ 0 w 4171950"/>
              <a:gd name="connsiteY0" fmla="*/ 0 h 9525"/>
              <a:gd name="connsiteX1" fmla="*/ 4171950 w 4171950"/>
              <a:gd name="connsiteY1" fmla="*/ 0 h 9525"/>
            </a:gdLst>
            <a:ahLst/>
            <a:cxnLst>
              <a:cxn ang="0">
                <a:pos x="connsiteX0" y="connsiteY0"/>
              </a:cxn>
              <a:cxn ang="0">
                <a:pos x="connsiteX1" y="connsiteY1"/>
              </a:cxn>
            </a:cxnLst>
            <a:rect l="l" t="t" r="r" b="b"/>
            <a:pathLst>
              <a:path w="4171950" h="9525">
                <a:moveTo>
                  <a:pt x="0" y="0"/>
                </a:moveTo>
                <a:lnTo>
                  <a:pt x="4171950"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37" name="文本占位符 21"/>
          <p:cNvSpPr>
            <a:spLocks noGrp="1"/>
          </p:cNvSpPr>
          <p:nvPr>
            <p:ph type="body" sz="quarter" idx="27" hasCustomPrompt="1"/>
          </p:nvPr>
        </p:nvSpPr>
        <p:spPr>
          <a:xfrm>
            <a:off x="507999" y="4049065"/>
            <a:ext cx="2777301"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38" name="文本占位符 23"/>
          <p:cNvSpPr>
            <a:spLocks noGrp="1"/>
          </p:cNvSpPr>
          <p:nvPr>
            <p:ph type="body" sz="quarter" idx="28" hasCustomPrompt="1"/>
          </p:nvPr>
        </p:nvSpPr>
        <p:spPr>
          <a:xfrm>
            <a:off x="508000" y="3582790"/>
            <a:ext cx="1828800"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grpSp>
        <p:nvGrpSpPr>
          <p:cNvPr id="47" name="组合 46"/>
          <p:cNvGrpSpPr/>
          <p:nvPr userDrawn="1"/>
        </p:nvGrpSpPr>
        <p:grpSpPr>
          <a:xfrm>
            <a:off x="4178300" y="2969154"/>
            <a:ext cx="7505700" cy="6350"/>
            <a:chOff x="6267450" y="5972175"/>
            <a:chExt cx="11258550" cy="9525"/>
          </a:xfrm>
        </p:grpSpPr>
        <p:sp>
          <p:nvSpPr>
            <p:cNvPr id="48" name="任意多边形: 形状 47"/>
            <p:cNvSpPr/>
            <p:nvPr/>
          </p:nvSpPr>
          <p:spPr>
            <a:xfrm>
              <a:off x="6267450" y="5972175"/>
              <a:ext cx="1990725" cy="9525"/>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49" name="任意多边形: 形状 48"/>
            <p:cNvSpPr/>
            <p:nvPr/>
          </p:nvSpPr>
          <p:spPr>
            <a:xfrm>
              <a:off x="8448675" y="5972175"/>
              <a:ext cx="9077325" cy="9525"/>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grpSp>
      <p:grpSp>
        <p:nvGrpSpPr>
          <p:cNvPr id="50" name="组合 49"/>
          <p:cNvGrpSpPr/>
          <p:nvPr userDrawn="1"/>
        </p:nvGrpSpPr>
        <p:grpSpPr>
          <a:xfrm>
            <a:off x="4178300" y="3982508"/>
            <a:ext cx="7505700" cy="6350"/>
            <a:chOff x="6267450" y="7115175"/>
            <a:chExt cx="11258550" cy="9525"/>
          </a:xfrm>
        </p:grpSpPr>
        <p:sp>
          <p:nvSpPr>
            <p:cNvPr id="51" name="任意多边形: 形状 50"/>
            <p:cNvSpPr/>
            <p:nvPr/>
          </p:nvSpPr>
          <p:spPr>
            <a:xfrm>
              <a:off x="6267450" y="7115175"/>
              <a:ext cx="1990725" cy="9525"/>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52" name="任意多边形: 形状 51"/>
            <p:cNvSpPr/>
            <p:nvPr/>
          </p:nvSpPr>
          <p:spPr>
            <a:xfrm>
              <a:off x="8448675" y="7115175"/>
              <a:ext cx="9077325" cy="9525"/>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grpSp>
      <p:grpSp>
        <p:nvGrpSpPr>
          <p:cNvPr id="53" name="组合 52"/>
          <p:cNvGrpSpPr/>
          <p:nvPr userDrawn="1"/>
        </p:nvGrpSpPr>
        <p:grpSpPr>
          <a:xfrm>
            <a:off x="4178300" y="4995862"/>
            <a:ext cx="7505700" cy="6350"/>
            <a:chOff x="6267450" y="8258175"/>
            <a:chExt cx="11258550" cy="9525"/>
          </a:xfrm>
        </p:grpSpPr>
        <p:sp>
          <p:nvSpPr>
            <p:cNvPr id="54" name="任意多边形: 形状 53"/>
            <p:cNvSpPr/>
            <p:nvPr/>
          </p:nvSpPr>
          <p:spPr>
            <a:xfrm>
              <a:off x="6267450" y="8258175"/>
              <a:ext cx="1990725" cy="9525"/>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55" name="任意多边形: 形状 54"/>
            <p:cNvSpPr/>
            <p:nvPr/>
          </p:nvSpPr>
          <p:spPr>
            <a:xfrm>
              <a:off x="8448675" y="8258175"/>
              <a:ext cx="9077325" cy="9525"/>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grpSp>
      <p:grpSp>
        <p:nvGrpSpPr>
          <p:cNvPr id="56" name="组合 55"/>
          <p:cNvGrpSpPr/>
          <p:nvPr userDrawn="1"/>
        </p:nvGrpSpPr>
        <p:grpSpPr>
          <a:xfrm>
            <a:off x="4178300" y="6009217"/>
            <a:ext cx="7505700" cy="6350"/>
            <a:chOff x="6267450" y="9401175"/>
            <a:chExt cx="11258550" cy="9525"/>
          </a:xfrm>
        </p:grpSpPr>
        <p:sp>
          <p:nvSpPr>
            <p:cNvPr id="57" name="任意多边形: 形状 56"/>
            <p:cNvSpPr/>
            <p:nvPr/>
          </p:nvSpPr>
          <p:spPr>
            <a:xfrm>
              <a:off x="6267450" y="9401175"/>
              <a:ext cx="1990725" cy="9525"/>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p>
          </p:txBody>
        </p:sp>
        <p:sp>
          <p:nvSpPr>
            <p:cNvPr id="58" name="任意多边形: 形状 57"/>
            <p:cNvSpPr/>
            <p:nvPr/>
          </p:nvSpPr>
          <p:spPr>
            <a:xfrm>
              <a:off x="8448675" y="9401175"/>
              <a:ext cx="9077325" cy="9525"/>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p>
          </p:txBody>
        </p:sp>
      </p:grpSp>
      <p:cxnSp>
        <p:nvCxnSpPr>
          <p:cNvPr id="59" name="直接连接符 58"/>
          <p:cNvCxnSpPr/>
          <p:nvPr userDrawn="1"/>
        </p:nvCxnSpPr>
        <p:spPr>
          <a:xfrm>
            <a:off x="4178300" y="1962150"/>
            <a:ext cx="7505669" cy="0"/>
          </a:xfrm>
          <a:prstGeom prst="line">
            <a:avLst/>
          </a:prstGeom>
          <a:ln>
            <a:solidFill>
              <a:srgbClr val="7A8C8E"/>
            </a:solidFill>
          </a:ln>
        </p:spPr>
        <p:style>
          <a:lnRef idx="1">
            <a:schemeClr val="accent1"/>
          </a:lnRef>
          <a:fillRef idx="0">
            <a:schemeClr val="accent1"/>
          </a:fillRef>
          <a:effectRef idx="0">
            <a:schemeClr val="accent1"/>
          </a:effectRef>
          <a:fontRef idx="minor">
            <a:schemeClr val="tx1"/>
          </a:fontRef>
        </p:style>
      </p:cxnSp>
      <p:sp>
        <p:nvSpPr>
          <p:cNvPr id="81" name="文本占位符 23"/>
          <p:cNvSpPr>
            <a:spLocks noGrp="1"/>
          </p:cNvSpPr>
          <p:nvPr>
            <p:ph type="body" sz="quarter" idx="29" hasCustomPrompt="1"/>
          </p:nvPr>
        </p:nvSpPr>
        <p:spPr>
          <a:xfrm>
            <a:off x="5632388" y="2130192"/>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3" name="文本占位符 23"/>
          <p:cNvSpPr>
            <a:spLocks noGrp="1"/>
          </p:cNvSpPr>
          <p:nvPr>
            <p:ph type="body" sz="quarter" idx="30" hasCustomPrompt="1"/>
          </p:nvPr>
        </p:nvSpPr>
        <p:spPr>
          <a:xfrm>
            <a:off x="5632388" y="3096501"/>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9" name="文本占位符 21"/>
          <p:cNvSpPr>
            <a:spLocks noGrp="1"/>
          </p:cNvSpPr>
          <p:nvPr>
            <p:ph type="body" sz="quarter" idx="33" hasCustomPrompt="1"/>
          </p:nvPr>
        </p:nvSpPr>
        <p:spPr>
          <a:xfrm>
            <a:off x="7755400" y="2157892"/>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90" name="文本占位符 21"/>
          <p:cNvSpPr>
            <a:spLocks noGrp="1"/>
          </p:cNvSpPr>
          <p:nvPr>
            <p:ph type="body" sz="quarter" idx="34" hasCustomPrompt="1"/>
          </p:nvPr>
        </p:nvSpPr>
        <p:spPr>
          <a:xfrm>
            <a:off x="7755400" y="3124201"/>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93" name="文本占位符 23"/>
          <p:cNvSpPr>
            <a:spLocks noGrp="1"/>
          </p:cNvSpPr>
          <p:nvPr>
            <p:ph type="body" sz="quarter" idx="37" hasCustomPrompt="1"/>
          </p:nvPr>
        </p:nvSpPr>
        <p:spPr>
          <a:xfrm>
            <a:off x="4178300" y="2116342"/>
            <a:ext cx="1141792" cy="341632"/>
          </a:xfrm>
          <a:prstGeom prst="rect">
            <a:avLst/>
          </a:prstGeom>
        </p:spPr>
        <p:txBody>
          <a:bodyPr wrap="square" lIns="0" rIns="0" anchor="ctr" anchorCtr="0">
            <a:spAutoFit/>
          </a:bodyPr>
          <a:lstStyle>
            <a:lvl1pPr marL="0" indent="0" algn="l">
              <a:buFontTx/>
              <a:buNone/>
              <a:defRPr lang="zh-CN" altLang="en-US" sz="18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01</a:t>
            </a:r>
            <a:endParaRPr lang="zh-CN" altLang="en-US" dirty="0"/>
          </a:p>
        </p:txBody>
      </p:sp>
      <p:sp>
        <p:nvSpPr>
          <p:cNvPr id="95" name="文本占位符 23"/>
          <p:cNvSpPr>
            <a:spLocks noGrp="1"/>
          </p:cNvSpPr>
          <p:nvPr>
            <p:ph type="body" sz="quarter" idx="38" hasCustomPrompt="1"/>
          </p:nvPr>
        </p:nvSpPr>
        <p:spPr>
          <a:xfrm>
            <a:off x="4178300" y="3082651"/>
            <a:ext cx="1141792" cy="341632"/>
          </a:xfrm>
          <a:prstGeom prst="rect">
            <a:avLst/>
          </a:prstGeom>
        </p:spPr>
        <p:txBody>
          <a:bodyPr wrap="square" lIns="0" rIns="0" anchor="ctr" anchorCtr="0">
            <a:spAutoFit/>
          </a:bodyPr>
          <a:lstStyle>
            <a:lvl1pPr marL="0" indent="0" algn="l">
              <a:buFontTx/>
              <a:buNone/>
              <a:defRPr lang="zh-CN" altLang="en-US" sz="18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02</a:t>
            </a:r>
            <a:endParaRPr lang="zh-CN" altLang="en-US" dirty="0"/>
          </a:p>
        </p:txBody>
      </p:sp>
      <p:sp>
        <p:nvSpPr>
          <p:cNvPr id="96" name="文本占位符 23"/>
          <p:cNvSpPr>
            <a:spLocks noGrp="1"/>
          </p:cNvSpPr>
          <p:nvPr>
            <p:ph type="body" sz="quarter" idx="39" hasCustomPrompt="1"/>
          </p:nvPr>
        </p:nvSpPr>
        <p:spPr>
          <a:xfrm>
            <a:off x="5632388" y="4101879"/>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97" name="文本占位符 21"/>
          <p:cNvSpPr>
            <a:spLocks noGrp="1"/>
          </p:cNvSpPr>
          <p:nvPr>
            <p:ph type="body" sz="quarter" idx="40" hasCustomPrompt="1"/>
          </p:nvPr>
        </p:nvSpPr>
        <p:spPr>
          <a:xfrm>
            <a:off x="7755400" y="4129579"/>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98" name="文本占位符 23"/>
          <p:cNvSpPr>
            <a:spLocks noGrp="1"/>
          </p:cNvSpPr>
          <p:nvPr>
            <p:ph type="body" sz="quarter" idx="41" hasCustomPrompt="1"/>
          </p:nvPr>
        </p:nvSpPr>
        <p:spPr>
          <a:xfrm>
            <a:off x="4178300" y="4088029"/>
            <a:ext cx="1141792" cy="341632"/>
          </a:xfrm>
          <a:prstGeom prst="rect">
            <a:avLst/>
          </a:prstGeom>
        </p:spPr>
        <p:txBody>
          <a:bodyPr wrap="square" lIns="0" rIns="0" anchor="ctr" anchorCtr="0">
            <a:spAutoFit/>
          </a:bodyPr>
          <a:lstStyle>
            <a:lvl1pPr marL="0" indent="0" algn="l">
              <a:buFontTx/>
              <a:buNone/>
              <a:defRPr lang="zh-CN" altLang="en-US" sz="18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03</a:t>
            </a:r>
            <a:endParaRPr lang="zh-CN" altLang="en-US" dirty="0"/>
          </a:p>
        </p:txBody>
      </p:sp>
      <p:sp>
        <p:nvSpPr>
          <p:cNvPr id="99" name="文本占位符 23"/>
          <p:cNvSpPr>
            <a:spLocks noGrp="1"/>
          </p:cNvSpPr>
          <p:nvPr>
            <p:ph type="body" sz="quarter" idx="42" hasCustomPrompt="1"/>
          </p:nvPr>
        </p:nvSpPr>
        <p:spPr>
          <a:xfrm>
            <a:off x="5632388" y="5131552"/>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00" name="文本占位符 21"/>
          <p:cNvSpPr>
            <a:spLocks noGrp="1"/>
          </p:cNvSpPr>
          <p:nvPr>
            <p:ph type="body" sz="quarter" idx="43" hasCustomPrompt="1"/>
          </p:nvPr>
        </p:nvSpPr>
        <p:spPr>
          <a:xfrm>
            <a:off x="7755400" y="5159252"/>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01" name="文本占位符 23"/>
          <p:cNvSpPr>
            <a:spLocks noGrp="1"/>
          </p:cNvSpPr>
          <p:nvPr>
            <p:ph type="body" sz="quarter" idx="44" hasCustomPrompt="1"/>
          </p:nvPr>
        </p:nvSpPr>
        <p:spPr>
          <a:xfrm>
            <a:off x="4178300" y="5117702"/>
            <a:ext cx="1141792" cy="341632"/>
          </a:xfrm>
          <a:prstGeom prst="rect">
            <a:avLst/>
          </a:prstGeom>
        </p:spPr>
        <p:txBody>
          <a:bodyPr wrap="square" lIns="0" rIns="0" anchor="ctr" anchorCtr="0">
            <a:spAutoFit/>
          </a:bodyPr>
          <a:lstStyle>
            <a:lvl1pPr marL="0" indent="0" algn="l">
              <a:buFontTx/>
              <a:buNone/>
              <a:defRPr lang="zh-CN" altLang="en-US" sz="18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04</a:t>
            </a:r>
            <a:endParaRPr lang="zh-CN" altLang="en-US" dirty="0"/>
          </a:p>
        </p:txBody>
      </p:sp>
      <p:sp>
        <p:nvSpPr>
          <p:cNvPr id="6"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6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81" name="文本占位符 23"/>
          <p:cNvSpPr>
            <a:spLocks noGrp="1"/>
          </p:cNvSpPr>
          <p:nvPr>
            <p:ph type="body" sz="quarter" idx="29" hasCustomPrompt="1"/>
          </p:nvPr>
        </p:nvSpPr>
        <p:spPr>
          <a:xfrm>
            <a:off x="1958150" y="1886389"/>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3" name="文本占位符 23"/>
          <p:cNvSpPr>
            <a:spLocks noGrp="1"/>
          </p:cNvSpPr>
          <p:nvPr>
            <p:ph type="body" sz="quarter" idx="30" hasCustomPrompt="1"/>
          </p:nvPr>
        </p:nvSpPr>
        <p:spPr>
          <a:xfrm>
            <a:off x="1958150" y="2813692"/>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89" name="文本占位符 21"/>
          <p:cNvSpPr>
            <a:spLocks noGrp="1"/>
          </p:cNvSpPr>
          <p:nvPr>
            <p:ph type="body" sz="quarter" idx="33" hasCustomPrompt="1"/>
          </p:nvPr>
        </p:nvSpPr>
        <p:spPr>
          <a:xfrm>
            <a:off x="7755400" y="1886389"/>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90" name="文本占位符 21"/>
          <p:cNvSpPr>
            <a:spLocks noGrp="1"/>
          </p:cNvSpPr>
          <p:nvPr>
            <p:ph type="body" sz="quarter" idx="34" hasCustomPrompt="1"/>
          </p:nvPr>
        </p:nvSpPr>
        <p:spPr>
          <a:xfrm>
            <a:off x="7755400" y="2813692"/>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93" name="文本占位符 23"/>
          <p:cNvSpPr>
            <a:spLocks noGrp="1"/>
          </p:cNvSpPr>
          <p:nvPr>
            <p:ph type="body" sz="quarter" idx="37" hasCustomPrompt="1"/>
          </p:nvPr>
        </p:nvSpPr>
        <p:spPr>
          <a:xfrm>
            <a:off x="504062" y="1886389"/>
            <a:ext cx="1141792" cy="341632"/>
          </a:xfrm>
          <a:prstGeom prst="rect">
            <a:avLst/>
          </a:prstGeom>
        </p:spPr>
        <p:txBody>
          <a:bodyPr wrap="square" lIns="0" rIns="0" anchor="ctr" anchorCtr="0">
            <a:spAutoFit/>
          </a:bodyPr>
          <a:lstStyle>
            <a:lvl1pPr marL="0" indent="0" algn="l">
              <a:buFontTx/>
              <a:buNone/>
              <a:defRPr lang="zh-CN" altLang="en-US" sz="1800" kern="1200" dirty="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Tx/>
              <a:buNone/>
            </a:pPr>
            <a:r>
              <a:rPr lang="en-US" altLang="zh-CN" dirty="0"/>
              <a:t>01</a:t>
            </a:r>
            <a:endParaRPr lang="zh-CN" altLang="en-US" dirty="0"/>
          </a:p>
        </p:txBody>
      </p:sp>
      <p:sp>
        <p:nvSpPr>
          <p:cNvPr id="95" name="文本占位符 23"/>
          <p:cNvSpPr>
            <a:spLocks noGrp="1"/>
          </p:cNvSpPr>
          <p:nvPr>
            <p:ph type="body" sz="quarter" idx="38" hasCustomPrompt="1"/>
          </p:nvPr>
        </p:nvSpPr>
        <p:spPr>
          <a:xfrm>
            <a:off x="504062" y="2813692"/>
            <a:ext cx="1141792" cy="341632"/>
          </a:xfrm>
          <a:prstGeom prst="rect">
            <a:avLst/>
          </a:prstGeom>
        </p:spPr>
        <p:txBody>
          <a:bodyPr wrap="square" lIns="0" rIns="0" anchor="ctr" anchorCtr="0">
            <a:spAutoFit/>
          </a:bodyPr>
          <a:lstStyle>
            <a:lvl1pPr marL="0" indent="0" algn="l">
              <a:buFontTx/>
              <a:buNone/>
              <a:defRPr lang="zh-CN" altLang="en-US" sz="1800" kern="1200" dirty="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02</a:t>
            </a:r>
            <a:endParaRPr lang="zh-CN" altLang="en-US" dirty="0"/>
          </a:p>
        </p:txBody>
      </p:sp>
      <p:sp>
        <p:nvSpPr>
          <p:cNvPr id="96" name="文本占位符 23"/>
          <p:cNvSpPr>
            <a:spLocks noGrp="1"/>
          </p:cNvSpPr>
          <p:nvPr>
            <p:ph type="body" sz="quarter" idx="39" hasCustomPrompt="1"/>
          </p:nvPr>
        </p:nvSpPr>
        <p:spPr>
          <a:xfrm>
            <a:off x="1958150" y="3753987"/>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97" name="文本占位符 21"/>
          <p:cNvSpPr>
            <a:spLocks noGrp="1"/>
          </p:cNvSpPr>
          <p:nvPr>
            <p:ph type="body" sz="quarter" idx="40" hasCustomPrompt="1"/>
          </p:nvPr>
        </p:nvSpPr>
        <p:spPr>
          <a:xfrm>
            <a:off x="7755400" y="3753987"/>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98" name="文本占位符 23"/>
          <p:cNvSpPr>
            <a:spLocks noGrp="1"/>
          </p:cNvSpPr>
          <p:nvPr>
            <p:ph type="body" sz="quarter" idx="41" hasCustomPrompt="1"/>
          </p:nvPr>
        </p:nvSpPr>
        <p:spPr>
          <a:xfrm>
            <a:off x="504062" y="3753987"/>
            <a:ext cx="1141792" cy="341632"/>
          </a:xfrm>
          <a:prstGeom prst="rect">
            <a:avLst/>
          </a:prstGeom>
        </p:spPr>
        <p:txBody>
          <a:bodyPr wrap="square" lIns="0" rIns="0" anchor="ctr" anchorCtr="0">
            <a:spAutoFit/>
          </a:bodyPr>
          <a:lstStyle>
            <a:lvl1pPr marL="0" indent="0" algn="l">
              <a:buFontTx/>
              <a:buNone/>
              <a:defRPr lang="en-US" altLang="zh-CN" sz="1800" kern="1200" dirty="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03</a:t>
            </a:r>
            <a:endParaRPr lang="zh-CN" altLang="en-US" dirty="0"/>
          </a:p>
        </p:txBody>
      </p:sp>
      <p:sp>
        <p:nvSpPr>
          <p:cNvPr id="99" name="文本占位符 23"/>
          <p:cNvSpPr>
            <a:spLocks noGrp="1"/>
          </p:cNvSpPr>
          <p:nvPr>
            <p:ph type="body" sz="quarter" idx="42" hasCustomPrompt="1"/>
          </p:nvPr>
        </p:nvSpPr>
        <p:spPr>
          <a:xfrm>
            <a:off x="1961740" y="4674454"/>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00" name="文本占位符 21"/>
          <p:cNvSpPr>
            <a:spLocks noGrp="1"/>
          </p:cNvSpPr>
          <p:nvPr>
            <p:ph type="body" sz="quarter" idx="43" hasCustomPrompt="1"/>
          </p:nvPr>
        </p:nvSpPr>
        <p:spPr>
          <a:xfrm>
            <a:off x="7755400" y="4674454"/>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01" name="文本占位符 23"/>
          <p:cNvSpPr>
            <a:spLocks noGrp="1"/>
          </p:cNvSpPr>
          <p:nvPr>
            <p:ph type="body" sz="quarter" idx="44" hasCustomPrompt="1"/>
          </p:nvPr>
        </p:nvSpPr>
        <p:spPr>
          <a:xfrm>
            <a:off x="507652" y="4674454"/>
            <a:ext cx="1141792" cy="341632"/>
          </a:xfrm>
          <a:prstGeom prst="rect">
            <a:avLst/>
          </a:prstGeom>
        </p:spPr>
        <p:txBody>
          <a:bodyPr wrap="square" lIns="0" rIns="0" anchor="ctr" anchorCtr="0">
            <a:spAutoFit/>
          </a:bodyPr>
          <a:lstStyle>
            <a:lvl1pPr marL="0" indent="0" algn="l">
              <a:buFontTx/>
              <a:buNone/>
              <a:defRPr lang="zh-CN" altLang="en-US" sz="1800" kern="1200" dirty="0" smtClean="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04</a:t>
            </a:r>
            <a:endParaRPr lang="zh-CN" altLang="en-US" dirty="0"/>
          </a:p>
        </p:txBody>
      </p:sp>
      <p:cxnSp>
        <p:nvCxnSpPr>
          <p:cNvPr id="6" name="直接连接符 5"/>
          <p:cNvCxnSpPr/>
          <p:nvPr userDrawn="1"/>
        </p:nvCxnSpPr>
        <p:spPr>
          <a:xfrm>
            <a:off x="504000" y="1746555"/>
            <a:ext cx="11184000" cy="0"/>
          </a:xfrm>
          <a:prstGeom prst="line">
            <a:avLst/>
          </a:prstGeom>
          <a:ln>
            <a:solidFill>
              <a:srgbClr val="7A8C8E"/>
            </a:solidFill>
          </a:ln>
        </p:spPr>
        <p:style>
          <a:lnRef idx="1">
            <a:schemeClr val="accent1"/>
          </a:lnRef>
          <a:fillRef idx="0">
            <a:schemeClr val="accent1"/>
          </a:fillRef>
          <a:effectRef idx="0">
            <a:schemeClr val="accent1"/>
          </a:effectRef>
          <a:fontRef idx="minor">
            <a:schemeClr val="tx1"/>
          </a:fontRef>
        </p:style>
      </p:cxnSp>
      <p:sp>
        <p:nvSpPr>
          <p:cNvPr id="7" name="任意多边形: 形状 6"/>
          <p:cNvSpPr/>
          <p:nvPr userDrawn="1"/>
        </p:nvSpPr>
        <p:spPr>
          <a:xfrm>
            <a:off x="504000" y="2672570"/>
            <a:ext cx="1327150" cy="6350"/>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8" name="任意多边形: 形状 7"/>
          <p:cNvSpPr/>
          <p:nvPr userDrawn="1"/>
        </p:nvSpPr>
        <p:spPr>
          <a:xfrm>
            <a:off x="1958150" y="2672570"/>
            <a:ext cx="9725850" cy="89854"/>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9" name="任意多边形: 形状 8"/>
          <p:cNvSpPr/>
          <p:nvPr userDrawn="1"/>
        </p:nvSpPr>
        <p:spPr>
          <a:xfrm>
            <a:off x="504000" y="3595280"/>
            <a:ext cx="1327150" cy="6350"/>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0" name="任意多边形: 形状 9"/>
          <p:cNvSpPr/>
          <p:nvPr userDrawn="1"/>
        </p:nvSpPr>
        <p:spPr>
          <a:xfrm>
            <a:off x="1958150" y="3595280"/>
            <a:ext cx="9725850" cy="89854"/>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1" name="任意多边形: 形状 10"/>
          <p:cNvSpPr/>
          <p:nvPr userDrawn="1"/>
        </p:nvSpPr>
        <p:spPr>
          <a:xfrm>
            <a:off x="504000" y="4522501"/>
            <a:ext cx="1327150" cy="6350"/>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2" name="任意多边形: 形状 11"/>
          <p:cNvSpPr/>
          <p:nvPr userDrawn="1"/>
        </p:nvSpPr>
        <p:spPr>
          <a:xfrm>
            <a:off x="1958150" y="4522501"/>
            <a:ext cx="9725850" cy="89854"/>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3" name="任意多边形: 形状 12"/>
          <p:cNvSpPr/>
          <p:nvPr userDrawn="1"/>
        </p:nvSpPr>
        <p:spPr>
          <a:xfrm>
            <a:off x="504000" y="5449722"/>
            <a:ext cx="1327150" cy="6350"/>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4" name="任意多边形: 形状 13"/>
          <p:cNvSpPr/>
          <p:nvPr userDrawn="1"/>
        </p:nvSpPr>
        <p:spPr>
          <a:xfrm>
            <a:off x="1958150" y="5449722"/>
            <a:ext cx="9725850" cy="89854"/>
          </a:xfrm>
          <a:custGeom>
            <a:avLst/>
            <a:gdLst>
              <a:gd name="connsiteX0" fmla="*/ 0 w 9077325"/>
              <a:gd name="connsiteY0" fmla="*/ 0 h 9525"/>
              <a:gd name="connsiteX1" fmla="*/ 9077325 w 9077325"/>
              <a:gd name="connsiteY1" fmla="*/ 0 h 9525"/>
            </a:gdLst>
            <a:ahLst/>
            <a:cxnLst>
              <a:cxn ang="0">
                <a:pos x="connsiteX0" y="connsiteY0"/>
              </a:cxn>
              <a:cxn ang="0">
                <a:pos x="connsiteX1" y="connsiteY1"/>
              </a:cxn>
            </a:cxnLst>
            <a:rect l="l" t="t" r="r" b="b"/>
            <a:pathLst>
              <a:path w="9077325" h="9525">
                <a:moveTo>
                  <a:pt x="0" y="0"/>
                </a:moveTo>
                <a:lnTo>
                  <a:pt x="90773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5" name="文本占位符 23"/>
          <p:cNvSpPr>
            <a:spLocks noGrp="1"/>
          </p:cNvSpPr>
          <p:nvPr>
            <p:ph type="body" sz="quarter" idx="45" hasCustomPrompt="1"/>
          </p:nvPr>
        </p:nvSpPr>
        <p:spPr>
          <a:xfrm>
            <a:off x="1961740" y="5606905"/>
            <a:ext cx="1141792" cy="313932"/>
          </a:xfrm>
          <a:prstGeom prst="rect">
            <a:avLst/>
          </a:prstGeom>
        </p:spPr>
        <p:txBody>
          <a:bodyPr wrap="square" lIns="0" rIns="0" anchor="ctr" anchorCtr="0">
            <a:spAutoFit/>
          </a:bodyPr>
          <a:lstStyle>
            <a:lvl1pPr marL="0" indent="0" algn="l">
              <a:buFontTx/>
              <a:buNone/>
              <a:defRPr lang="zh-CN" altLang="en-US" sz="16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6" name="文本占位符 21"/>
          <p:cNvSpPr>
            <a:spLocks noGrp="1"/>
          </p:cNvSpPr>
          <p:nvPr>
            <p:ph type="body" sz="quarter" idx="46" hasCustomPrompt="1"/>
          </p:nvPr>
        </p:nvSpPr>
        <p:spPr>
          <a:xfrm>
            <a:off x="7755400" y="5606905"/>
            <a:ext cx="3928569" cy="258532"/>
          </a:xfrm>
          <a:prstGeom prst="rect">
            <a:avLst/>
          </a:prstGeom>
        </p:spPr>
        <p:txBody>
          <a:bodyPr wrap="square" lIns="0" rIns="0">
            <a:spAutoFit/>
          </a:bodyPr>
          <a:lstStyle>
            <a:lvl1pPr marL="0" indent="0" algn="l">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7" name="文本占位符 23"/>
          <p:cNvSpPr>
            <a:spLocks noGrp="1"/>
          </p:cNvSpPr>
          <p:nvPr>
            <p:ph type="body" sz="quarter" idx="47" hasCustomPrompt="1"/>
          </p:nvPr>
        </p:nvSpPr>
        <p:spPr>
          <a:xfrm>
            <a:off x="507652" y="5606905"/>
            <a:ext cx="1141792" cy="341632"/>
          </a:xfrm>
          <a:prstGeom prst="rect">
            <a:avLst/>
          </a:prstGeom>
        </p:spPr>
        <p:txBody>
          <a:bodyPr wrap="square" lIns="0" rIns="0" anchor="ctr" anchorCtr="0">
            <a:spAutoFit/>
          </a:bodyPr>
          <a:lstStyle>
            <a:lvl1pPr marL="0" indent="0" algn="l">
              <a:buFontTx/>
              <a:buNone/>
              <a:defRPr lang="zh-CN" altLang="en-US" sz="1800" kern="1200" dirty="0">
                <a:solidFill>
                  <a:srgbClr val="00B3CC"/>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Tx/>
              <a:buNone/>
            </a:pPr>
            <a:r>
              <a:rPr lang="en-US" altLang="zh-CN" dirty="0"/>
              <a:t>05</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4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5" name="文本框 4"/>
          <p:cNvSpPr txBox="1"/>
          <p:nvPr userDrawn="1"/>
        </p:nvSpPr>
        <p:spPr>
          <a:xfrm>
            <a:off x="10109644" y="6308090"/>
            <a:ext cx="1726755" cy="236219"/>
          </a:xfrm>
          <a:prstGeom prst="rect">
            <a:avLst/>
          </a:prstGeom>
          <a:noFill/>
        </p:spPr>
        <p:txBody>
          <a:bodyPr wrap="none" rtlCol="0">
            <a:spAutoFit/>
          </a:bodyPr>
          <a:lstStyle/>
          <a:p>
            <a:pPr marL="0" algn="r" defTabSz="914400" rtl="0" eaLnBrk="1" latinLnBrk="0" hangingPunct="1">
              <a:lnSpc>
                <a:spcPts val="1200"/>
              </a:lnSpc>
            </a:pPr>
            <a:r>
              <a:rPr lang="en-US" altLang="zh-CN" sz="935" kern="0" dirty="0">
                <a:solidFill>
                  <a:srgbClr val="0E3C49"/>
                </a:solidFill>
                <a:latin typeface="微软雅黑" panose="020B0503020204020204" pitchFamily="34" charset="-122"/>
                <a:ea typeface="微软雅黑" panose="020B0503020204020204" pitchFamily="34" charset="-122"/>
              </a:rPr>
              <a:t>North Valley Research, INC</a:t>
            </a:r>
            <a:endParaRPr lang="zh-CN" altLang="en-US" sz="935" kern="0" dirty="0">
              <a:solidFill>
                <a:srgbClr val="0E3C49"/>
              </a:solidFill>
              <a:latin typeface="微软雅黑" panose="020B0503020204020204" pitchFamily="34" charset="-122"/>
              <a:ea typeface="微软雅黑" panose="020B0503020204020204" pitchFamily="34" charset="-122"/>
            </a:endParaRPr>
          </a:p>
        </p:txBody>
      </p:sp>
      <p:sp>
        <p:nvSpPr>
          <p:cNvPr id="9" name="图表占位符 8"/>
          <p:cNvSpPr>
            <a:spLocks noGrp="1"/>
          </p:cNvSpPr>
          <p:nvPr>
            <p:ph type="chart" sz="quarter" idx="10"/>
          </p:nvPr>
        </p:nvSpPr>
        <p:spPr>
          <a:xfrm>
            <a:off x="501650" y="1477963"/>
            <a:ext cx="11080750" cy="2225675"/>
          </a:xfrm>
          <a:prstGeom prst="rect">
            <a:avLst/>
          </a:prstGeom>
        </p:spPr>
        <p:txBody>
          <a:bodyPr anchor="ctr"/>
          <a:lstStyle>
            <a:lvl1pPr algn="ctr">
              <a:defRPr/>
            </a:lvl1pPr>
          </a:lstStyle>
          <a:p>
            <a:endParaRPr lang="zh-CN" altLang="en-US"/>
          </a:p>
        </p:txBody>
      </p:sp>
      <p:sp>
        <p:nvSpPr>
          <p:cNvPr id="10" name="矩形: 圆角 9"/>
          <p:cNvSpPr/>
          <p:nvPr userDrawn="1"/>
        </p:nvSpPr>
        <p:spPr>
          <a:xfrm>
            <a:off x="0" y="4030980"/>
            <a:ext cx="12192000" cy="2827021"/>
          </a:xfrm>
          <a:prstGeom prst="roundRect">
            <a:avLst>
              <a:gd name="adj" fmla="val 0"/>
            </a:avLst>
          </a:prstGeom>
          <a:solidFill>
            <a:srgbClr val="DA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rgbClr val="1FCDC4"/>
              </a:solidFill>
            </a:endParaRPr>
          </a:p>
        </p:txBody>
      </p:sp>
      <p:sp>
        <p:nvSpPr>
          <p:cNvPr id="12" name="图表占位符 11"/>
          <p:cNvSpPr>
            <a:spLocks noGrp="1"/>
          </p:cNvSpPr>
          <p:nvPr>
            <p:ph type="chart" sz="quarter" idx="11"/>
          </p:nvPr>
        </p:nvSpPr>
        <p:spPr>
          <a:xfrm>
            <a:off x="501557" y="4476750"/>
            <a:ext cx="1571084" cy="1571084"/>
          </a:xfrm>
          <a:prstGeom prst="rect">
            <a:avLst/>
          </a:prstGeom>
        </p:spPr>
        <p:txBody>
          <a:bodyPr anchor="ctr"/>
          <a:lstStyle>
            <a:lvl1pPr algn="ctr">
              <a:defRPr/>
            </a:lvl1pPr>
          </a:lstStyle>
          <a:p>
            <a:endParaRPr lang="zh-CN" altLang="en-US" dirty="0"/>
          </a:p>
        </p:txBody>
      </p:sp>
      <p:sp>
        <p:nvSpPr>
          <p:cNvPr id="13" name="文本占位符 21"/>
          <p:cNvSpPr>
            <a:spLocks noGrp="1"/>
          </p:cNvSpPr>
          <p:nvPr>
            <p:ph type="body" sz="quarter" idx="21" hasCustomPrompt="1"/>
          </p:nvPr>
        </p:nvSpPr>
        <p:spPr>
          <a:xfrm>
            <a:off x="2192563" y="4783667"/>
            <a:ext cx="180657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4" name="文本占位符 23"/>
          <p:cNvSpPr>
            <a:spLocks noGrp="1"/>
          </p:cNvSpPr>
          <p:nvPr>
            <p:ph type="body" sz="quarter" idx="22" hasCustomPrompt="1"/>
          </p:nvPr>
        </p:nvSpPr>
        <p:spPr>
          <a:xfrm>
            <a:off x="2192565" y="4476749"/>
            <a:ext cx="1806575"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4" name="图表占位符 11"/>
          <p:cNvSpPr>
            <a:spLocks noGrp="1"/>
          </p:cNvSpPr>
          <p:nvPr>
            <p:ph type="chart" sz="quarter" idx="23"/>
          </p:nvPr>
        </p:nvSpPr>
        <p:spPr>
          <a:xfrm>
            <a:off x="4347209" y="4476750"/>
            <a:ext cx="1571084" cy="1571084"/>
          </a:xfrm>
          <a:prstGeom prst="rect">
            <a:avLst/>
          </a:prstGeom>
        </p:spPr>
        <p:txBody>
          <a:bodyPr anchor="ctr"/>
          <a:lstStyle>
            <a:lvl1pPr algn="ctr">
              <a:defRPr/>
            </a:lvl1pPr>
          </a:lstStyle>
          <a:p>
            <a:endParaRPr lang="zh-CN" altLang="en-US"/>
          </a:p>
        </p:txBody>
      </p:sp>
      <p:sp>
        <p:nvSpPr>
          <p:cNvPr id="25" name="文本占位符 21"/>
          <p:cNvSpPr>
            <a:spLocks noGrp="1"/>
          </p:cNvSpPr>
          <p:nvPr>
            <p:ph type="body" sz="quarter" idx="24" hasCustomPrompt="1"/>
          </p:nvPr>
        </p:nvSpPr>
        <p:spPr>
          <a:xfrm>
            <a:off x="6038215" y="4783667"/>
            <a:ext cx="180657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6" name="文本占位符 23"/>
          <p:cNvSpPr>
            <a:spLocks noGrp="1"/>
          </p:cNvSpPr>
          <p:nvPr>
            <p:ph type="body" sz="quarter" idx="25" hasCustomPrompt="1"/>
          </p:nvPr>
        </p:nvSpPr>
        <p:spPr>
          <a:xfrm>
            <a:off x="6038217" y="4476749"/>
            <a:ext cx="1806575"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7" name="图表占位符 11"/>
          <p:cNvSpPr>
            <a:spLocks noGrp="1"/>
          </p:cNvSpPr>
          <p:nvPr>
            <p:ph type="chart" sz="quarter" idx="26"/>
          </p:nvPr>
        </p:nvSpPr>
        <p:spPr>
          <a:xfrm>
            <a:off x="8192861" y="4476750"/>
            <a:ext cx="1571084" cy="1571084"/>
          </a:xfrm>
          <a:prstGeom prst="rect">
            <a:avLst/>
          </a:prstGeom>
        </p:spPr>
        <p:txBody>
          <a:bodyPr anchor="ctr"/>
          <a:lstStyle>
            <a:lvl1pPr algn="ctr">
              <a:defRPr/>
            </a:lvl1pPr>
          </a:lstStyle>
          <a:p>
            <a:endParaRPr lang="zh-CN" altLang="en-US"/>
          </a:p>
        </p:txBody>
      </p:sp>
      <p:sp>
        <p:nvSpPr>
          <p:cNvPr id="28" name="文本占位符 21"/>
          <p:cNvSpPr>
            <a:spLocks noGrp="1"/>
          </p:cNvSpPr>
          <p:nvPr>
            <p:ph type="body" sz="quarter" idx="27" hasCustomPrompt="1"/>
          </p:nvPr>
        </p:nvSpPr>
        <p:spPr>
          <a:xfrm>
            <a:off x="9883867" y="4783667"/>
            <a:ext cx="180657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9" name="文本占位符 23"/>
          <p:cNvSpPr>
            <a:spLocks noGrp="1"/>
          </p:cNvSpPr>
          <p:nvPr>
            <p:ph type="body" sz="quarter" idx="28" hasCustomPrompt="1"/>
          </p:nvPr>
        </p:nvSpPr>
        <p:spPr>
          <a:xfrm>
            <a:off x="9883869" y="4476749"/>
            <a:ext cx="1806575"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5_自定义版式">
    <p:bg>
      <p:bgPr>
        <a:solidFill>
          <a:srgbClr val="E6F7FA"/>
        </a:solidFill>
        <a:effectLst/>
      </p:bgPr>
    </p:bg>
    <p:spTree>
      <p:nvGrpSpPr>
        <p:cNvPr id="1" name=""/>
        <p:cNvGrpSpPr/>
        <p:nvPr/>
      </p:nvGrpSpPr>
      <p:grpSpPr>
        <a:xfrm>
          <a:off x="0" y="0"/>
          <a:ext cx="0" cy="0"/>
          <a:chOff x="0" y="0"/>
          <a:chExt cx="0" cy="0"/>
        </a:xfrm>
      </p:grpSpPr>
      <p:sp>
        <p:nvSpPr>
          <p:cNvPr id="2"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6" name="图表占位符 11"/>
          <p:cNvSpPr>
            <a:spLocks noGrp="1"/>
          </p:cNvSpPr>
          <p:nvPr>
            <p:ph type="chart" sz="quarter" idx="11"/>
          </p:nvPr>
        </p:nvSpPr>
        <p:spPr>
          <a:xfrm>
            <a:off x="5866037" y="2261470"/>
            <a:ext cx="1571084" cy="1571084"/>
          </a:xfrm>
          <a:prstGeom prst="rect">
            <a:avLst/>
          </a:prstGeom>
        </p:spPr>
        <p:txBody>
          <a:bodyPr anchor="ctr"/>
          <a:lstStyle>
            <a:lvl1pPr algn="ctr">
              <a:defRPr/>
            </a:lvl1pPr>
          </a:lstStyle>
          <a:p>
            <a:endParaRPr lang="zh-CN" altLang="en-US" dirty="0"/>
          </a:p>
        </p:txBody>
      </p:sp>
      <p:sp>
        <p:nvSpPr>
          <p:cNvPr id="8" name="图表占位符 11"/>
          <p:cNvSpPr>
            <a:spLocks noGrp="1"/>
          </p:cNvSpPr>
          <p:nvPr>
            <p:ph type="chart" sz="quarter" idx="12"/>
          </p:nvPr>
        </p:nvSpPr>
        <p:spPr>
          <a:xfrm>
            <a:off x="10175908" y="2261470"/>
            <a:ext cx="1571084" cy="1571084"/>
          </a:xfrm>
          <a:prstGeom prst="rect">
            <a:avLst/>
          </a:prstGeom>
        </p:spPr>
        <p:txBody>
          <a:bodyPr anchor="ctr"/>
          <a:lstStyle>
            <a:lvl1pPr algn="ctr">
              <a:defRPr/>
            </a:lvl1pPr>
          </a:lstStyle>
          <a:p>
            <a:endParaRPr lang="zh-CN" altLang="en-US"/>
          </a:p>
        </p:txBody>
      </p:sp>
      <p:sp>
        <p:nvSpPr>
          <p:cNvPr id="9" name="图表占位符 11"/>
          <p:cNvSpPr>
            <a:spLocks noGrp="1"/>
          </p:cNvSpPr>
          <p:nvPr>
            <p:ph type="chart" sz="quarter" idx="13"/>
          </p:nvPr>
        </p:nvSpPr>
        <p:spPr>
          <a:xfrm>
            <a:off x="8023178" y="2261470"/>
            <a:ext cx="1571084" cy="1571084"/>
          </a:xfrm>
          <a:prstGeom prst="rect">
            <a:avLst/>
          </a:prstGeom>
        </p:spPr>
        <p:txBody>
          <a:bodyPr anchor="ctr"/>
          <a:lstStyle>
            <a:lvl1pPr algn="ctr">
              <a:defRPr/>
            </a:lvl1pPr>
          </a:lstStyle>
          <a:p>
            <a:endParaRPr lang="zh-CN" altLang="en-US" dirty="0"/>
          </a:p>
        </p:txBody>
      </p:sp>
      <p:sp>
        <p:nvSpPr>
          <p:cNvPr id="10" name="文本占位符 21"/>
          <p:cNvSpPr>
            <a:spLocks noGrp="1"/>
          </p:cNvSpPr>
          <p:nvPr>
            <p:ph type="body" sz="quarter" idx="14" hasCustomPrompt="1"/>
          </p:nvPr>
        </p:nvSpPr>
        <p:spPr>
          <a:xfrm>
            <a:off x="501556" y="2154153"/>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1" name="文本占位符 23"/>
          <p:cNvSpPr>
            <a:spLocks noGrp="1"/>
          </p:cNvSpPr>
          <p:nvPr>
            <p:ph type="body" sz="quarter" idx="18" hasCustomPrompt="1"/>
          </p:nvPr>
        </p:nvSpPr>
        <p:spPr>
          <a:xfrm>
            <a:off x="501558" y="1847235"/>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12" name="任意多边形: 形状 11"/>
          <p:cNvSpPr/>
          <p:nvPr userDrawn="1"/>
        </p:nvSpPr>
        <p:spPr>
          <a:xfrm>
            <a:off x="5866037" y="4147508"/>
            <a:ext cx="1571084" cy="45719"/>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3" name="文本占位符 21"/>
          <p:cNvSpPr>
            <a:spLocks noGrp="1"/>
          </p:cNvSpPr>
          <p:nvPr>
            <p:ph type="body" sz="quarter" idx="19" hasCustomPrompt="1"/>
          </p:nvPr>
        </p:nvSpPr>
        <p:spPr>
          <a:xfrm>
            <a:off x="5866038" y="4290355"/>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4" name="任意多边形: 形状 13"/>
          <p:cNvSpPr/>
          <p:nvPr userDrawn="1"/>
        </p:nvSpPr>
        <p:spPr>
          <a:xfrm>
            <a:off x="5866037" y="4863841"/>
            <a:ext cx="1571084" cy="45719"/>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5" name="文本占位符 21"/>
          <p:cNvSpPr>
            <a:spLocks noGrp="1"/>
          </p:cNvSpPr>
          <p:nvPr>
            <p:ph type="body" sz="quarter" idx="20" hasCustomPrompt="1"/>
          </p:nvPr>
        </p:nvSpPr>
        <p:spPr>
          <a:xfrm>
            <a:off x="5866038" y="5006688"/>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6" name="任意多边形: 形状 15"/>
          <p:cNvSpPr/>
          <p:nvPr userDrawn="1"/>
        </p:nvSpPr>
        <p:spPr>
          <a:xfrm>
            <a:off x="8023178" y="4147508"/>
            <a:ext cx="1571084" cy="45719"/>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7" name="文本占位符 21"/>
          <p:cNvSpPr>
            <a:spLocks noGrp="1"/>
          </p:cNvSpPr>
          <p:nvPr>
            <p:ph type="body" sz="quarter" idx="21" hasCustomPrompt="1"/>
          </p:nvPr>
        </p:nvSpPr>
        <p:spPr>
          <a:xfrm>
            <a:off x="8023179" y="4290355"/>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8" name="任意多边形: 形状 17"/>
          <p:cNvSpPr/>
          <p:nvPr userDrawn="1"/>
        </p:nvSpPr>
        <p:spPr>
          <a:xfrm>
            <a:off x="8023178" y="4863841"/>
            <a:ext cx="1571084" cy="45719"/>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19" name="文本占位符 21"/>
          <p:cNvSpPr>
            <a:spLocks noGrp="1"/>
          </p:cNvSpPr>
          <p:nvPr>
            <p:ph type="body" sz="quarter" idx="22" hasCustomPrompt="1"/>
          </p:nvPr>
        </p:nvSpPr>
        <p:spPr>
          <a:xfrm>
            <a:off x="8023179" y="5006688"/>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0" name="任意多边形: 形状 19"/>
          <p:cNvSpPr/>
          <p:nvPr userDrawn="1"/>
        </p:nvSpPr>
        <p:spPr>
          <a:xfrm>
            <a:off x="10175908" y="4147508"/>
            <a:ext cx="1571084" cy="45719"/>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21" name="文本占位符 21"/>
          <p:cNvSpPr>
            <a:spLocks noGrp="1"/>
          </p:cNvSpPr>
          <p:nvPr>
            <p:ph type="body" sz="quarter" idx="23" hasCustomPrompt="1"/>
          </p:nvPr>
        </p:nvSpPr>
        <p:spPr>
          <a:xfrm>
            <a:off x="10175909" y="4290355"/>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2" name="任意多边形: 形状 21"/>
          <p:cNvSpPr/>
          <p:nvPr userDrawn="1"/>
        </p:nvSpPr>
        <p:spPr>
          <a:xfrm>
            <a:off x="10175908" y="4863841"/>
            <a:ext cx="1571084" cy="45719"/>
          </a:xfrm>
          <a:custGeom>
            <a:avLst/>
            <a:gdLst>
              <a:gd name="connsiteX0" fmla="*/ 0 w 1990725"/>
              <a:gd name="connsiteY0" fmla="*/ 0 h 9525"/>
              <a:gd name="connsiteX1" fmla="*/ 1990725 w 1990725"/>
              <a:gd name="connsiteY1" fmla="*/ 0 h 9525"/>
            </a:gdLst>
            <a:ahLst/>
            <a:cxnLst>
              <a:cxn ang="0">
                <a:pos x="connsiteX0" y="connsiteY0"/>
              </a:cxn>
              <a:cxn ang="0">
                <a:pos x="connsiteX1" y="connsiteY1"/>
              </a:cxn>
            </a:cxnLst>
            <a:rect l="l" t="t" r="r" b="b"/>
            <a:pathLst>
              <a:path w="1990725" h="9525">
                <a:moveTo>
                  <a:pt x="0" y="0"/>
                </a:moveTo>
                <a:lnTo>
                  <a:pt x="1990725" y="0"/>
                </a:lnTo>
              </a:path>
            </a:pathLst>
          </a:custGeom>
          <a:noFill/>
          <a:ln w="6350" cap="flat">
            <a:solidFill>
              <a:srgbClr val="000000">
                <a:alpha val="40000"/>
              </a:srgbClr>
            </a:solidFill>
            <a:prstDash val="solid"/>
            <a:miter/>
          </a:ln>
        </p:spPr>
        <p:txBody>
          <a:bodyPr rtlCol="0" anchor="ctr"/>
          <a:lstStyle/>
          <a:p>
            <a:endParaRPr lang="zh-CN" altLang="en-US" sz="800">
              <a:latin typeface="微软雅黑" panose="020B0503020204020204" pitchFamily="34" charset="-122"/>
              <a:ea typeface="微软雅黑" panose="020B0503020204020204" pitchFamily="34" charset="-122"/>
            </a:endParaRPr>
          </a:p>
        </p:txBody>
      </p:sp>
      <p:sp>
        <p:nvSpPr>
          <p:cNvPr id="23" name="文本占位符 21"/>
          <p:cNvSpPr>
            <a:spLocks noGrp="1"/>
          </p:cNvSpPr>
          <p:nvPr>
            <p:ph type="body" sz="quarter" idx="24" hasCustomPrompt="1"/>
          </p:nvPr>
        </p:nvSpPr>
        <p:spPr>
          <a:xfrm>
            <a:off x="10175909" y="5006688"/>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4" name="文本占位符 21"/>
          <p:cNvSpPr>
            <a:spLocks noGrp="1"/>
          </p:cNvSpPr>
          <p:nvPr>
            <p:ph type="body" sz="quarter" idx="25" hasCustomPrompt="1"/>
          </p:nvPr>
        </p:nvSpPr>
        <p:spPr>
          <a:xfrm>
            <a:off x="5866038" y="1842135"/>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5" name="文本占位符 21"/>
          <p:cNvSpPr>
            <a:spLocks noGrp="1"/>
          </p:cNvSpPr>
          <p:nvPr>
            <p:ph type="body" sz="quarter" idx="26" hasCustomPrompt="1"/>
          </p:nvPr>
        </p:nvSpPr>
        <p:spPr>
          <a:xfrm>
            <a:off x="8023178" y="1842135"/>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6" name="文本占位符 21"/>
          <p:cNvSpPr>
            <a:spLocks noGrp="1"/>
          </p:cNvSpPr>
          <p:nvPr>
            <p:ph type="body" sz="quarter" idx="27" hasCustomPrompt="1"/>
          </p:nvPr>
        </p:nvSpPr>
        <p:spPr>
          <a:xfrm>
            <a:off x="10175908" y="1842135"/>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4"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3" name="文本框 2"/>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7_自定义版式">
    <p:bg>
      <p:bgPr>
        <a:solidFill>
          <a:srgbClr val="E6F7FA"/>
        </a:solidFill>
        <a:effectLst/>
      </p:bgPr>
    </p:bg>
    <p:spTree>
      <p:nvGrpSpPr>
        <p:cNvPr id="1" name=""/>
        <p:cNvGrpSpPr/>
        <p:nvPr/>
      </p:nvGrpSpPr>
      <p:grpSpPr>
        <a:xfrm>
          <a:off x="0" y="0"/>
          <a:ext cx="0" cy="0"/>
          <a:chOff x="0" y="0"/>
          <a:chExt cx="0" cy="0"/>
        </a:xfrm>
      </p:grpSpPr>
      <p:sp>
        <p:nvSpPr>
          <p:cNvPr id="3"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6" name="图表占位符 11"/>
          <p:cNvSpPr>
            <a:spLocks noGrp="1"/>
          </p:cNvSpPr>
          <p:nvPr>
            <p:ph type="chart" sz="quarter" idx="11"/>
          </p:nvPr>
        </p:nvSpPr>
        <p:spPr>
          <a:xfrm>
            <a:off x="3988399" y="2011534"/>
            <a:ext cx="1571084" cy="1571084"/>
          </a:xfrm>
          <a:prstGeom prst="rect">
            <a:avLst/>
          </a:prstGeom>
        </p:spPr>
        <p:txBody>
          <a:bodyPr numCol="1" anchor="ctr"/>
          <a:lstStyle>
            <a:lvl1pPr algn="ctr">
              <a:defRPr/>
            </a:lvl1pPr>
          </a:lstStyle>
          <a:p>
            <a:endParaRPr lang="zh-CN" altLang="en-US" dirty="0"/>
          </a:p>
        </p:txBody>
      </p:sp>
      <p:sp>
        <p:nvSpPr>
          <p:cNvPr id="7" name="图表占位符 11"/>
          <p:cNvSpPr>
            <a:spLocks noGrp="1"/>
          </p:cNvSpPr>
          <p:nvPr>
            <p:ph type="chart" sz="quarter" idx="12"/>
          </p:nvPr>
        </p:nvSpPr>
        <p:spPr>
          <a:xfrm>
            <a:off x="9282170" y="2011534"/>
            <a:ext cx="1571084" cy="1571084"/>
          </a:xfrm>
          <a:prstGeom prst="rect">
            <a:avLst/>
          </a:prstGeom>
        </p:spPr>
        <p:txBody>
          <a:bodyPr numCol="1" anchor="ctr"/>
          <a:lstStyle>
            <a:lvl1pPr algn="ctr">
              <a:defRPr/>
            </a:lvl1pPr>
          </a:lstStyle>
          <a:p>
            <a:endParaRPr lang="zh-CN" altLang="en-US"/>
          </a:p>
        </p:txBody>
      </p:sp>
      <p:sp>
        <p:nvSpPr>
          <p:cNvPr id="8" name="图表占位符 11"/>
          <p:cNvSpPr>
            <a:spLocks noGrp="1"/>
          </p:cNvSpPr>
          <p:nvPr>
            <p:ph type="chart" sz="quarter" idx="13"/>
          </p:nvPr>
        </p:nvSpPr>
        <p:spPr>
          <a:xfrm>
            <a:off x="6638054" y="2011534"/>
            <a:ext cx="1571084" cy="1571084"/>
          </a:xfrm>
          <a:prstGeom prst="rect">
            <a:avLst/>
          </a:prstGeom>
        </p:spPr>
        <p:txBody>
          <a:bodyPr numCol="1" anchor="ctr"/>
          <a:lstStyle>
            <a:lvl1pPr algn="ctr">
              <a:defRPr/>
            </a:lvl1pPr>
          </a:lstStyle>
          <a:p>
            <a:endParaRPr lang="zh-CN" altLang="en-US" dirty="0"/>
          </a:p>
        </p:txBody>
      </p:sp>
      <p:sp>
        <p:nvSpPr>
          <p:cNvPr id="9" name="文本占位符 21"/>
          <p:cNvSpPr>
            <a:spLocks noGrp="1"/>
          </p:cNvSpPr>
          <p:nvPr>
            <p:ph type="body" sz="quarter" idx="19" hasCustomPrompt="1"/>
          </p:nvPr>
        </p:nvSpPr>
        <p:spPr>
          <a:xfrm>
            <a:off x="3988400" y="3930691"/>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0" name="文本占位符 21"/>
          <p:cNvSpPr>
            <a:spLocks noGrp="1"/>
          </p:cNvSpPr>
          <p:nvPr>
            <p:ph type="body" sz="quarter" idx="21" hasCustomPrompt="1"/>
          </p:nvPr>
        </p:nvSpPr>
        <p:spPr>
          <a:xfrm>
            <a:off x="6638055" y="3930691"/>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1" name="文本占位符 21"/>
          <p:cNvSpPr>
            <a:spLocks noGrp="1"/>
          </p:cNvSpPr>
          <p:nvPr>
            <p:ph type="body" sz="quarter" idx="23" hasCustomPrompt="1"/>
          </p:nvPr>
        </p:nvSpPr>
        <p:spPr>
          <a:xfrm>
            <a:off x="9282171" y="3930691"/>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2" name="图表占位符 11"/>
          <p:cNvSpPr>
            <a:spLocks noGrp="1"/>
          </p:cNvSpPr>
          <p:nvPr>
            <p:ph type="chart" sz="quarter" idx="24"/>
          </p:nvPr>
        </p:nvSpPr>
        <p:spPr>
          <a:xfrm>
            <a:off x="1338744" y="2011534"/>
            <a:ext cx="1571084" cy="1571084"/>
          </a:xfrm>
          <a:prstGeom prst="rect">
            <a:avLst/>
          </a:prstGeom>
        </p:spPr>
        <p:txBody>
          <a:bodyPr numCol="1" anchor="ctr"/>
          <a:lstStyle>
            <a:lvl1pPr algn="ctr">
              <a:defRPr/>
            </a:lvl1pPr>
          </a:lstStyle>
          <a:p>
            <a:endParaRPr lang="zh-CN" altLang="en-US" dirty="0"/>
          </a:p>
        </p:txBody>
      </p:sp>
      <p:sp>
        <p:nvSpPr>
          <p:cNvPr id="13" name="文本占位符 21"/>
          <p:cNvSpPr>
            <a:spLocks noGrp="1"/>
          </p:cNvSpPr>
          <p:nvPr>
            <p:ph type="body" sz="quarter" idx="25" hasCustomPrompt="1"/>
          </p:nvPr>
        </p:nvSpPr>
        <p:spPr>
          <a:xfrm>
            <a:off x="1338745" y="3930691"/>
            <a:ext cx="1571084"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8_自定义版式">
    <p:bg>
      <p:bgPr>
        <a:solidFill>
          <a:srgbClr val="E6F7FA"/>
        </a:solidFill>
        <a:effectLst/>
      </p:bgPr>
    </p:bg>
    <p:spTree>
      <p:nvGrpSpPr>
        <p:cNvPr id="1" name=""/>
        <p:cNvGrpSpPr/>
        <p:nvPr/>
      </p:nvGrpSpPr>
      <p:grpSpPr>
        <a:xfrm>
          <a:off x="0" y="0"/>
          <a:ext cx="0" cy="0"/>
          <a:chOff x="0" y="0"/>
          <a:chExt cx="0" cy="0"/>
        </a:xfrm>
      </p:grpSpPr>
      <p:sp>
        <p:nvSpPr>
          <p:cNvPr id="5"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10" name="文本占位符 21"/>
          <p:cNvSpPr>
            <a:spLocks noGrp="1"/>
          </p:cNvSpPr>
          <p:nvPr>
            <p:ph type="body" sz="quarter" idx="11" hasCustomPrompt="1"/>
          </p:nvPr>
        </p:nvSpPr>
        <p:spPr>
          <a:xfrm>
            <a:off x="501556" y="1969394"/>
            <a:ext cx="4591360"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11" name="文本占位符 23"/>
          <p:cNvSpPr>
            <a:spLocks noGrp="1"/>
          </p:cNvSpPr>
          <p:nvPr>
            <p:ph type="body" sz="quarter" idx="18" hasCustomPrompt="1"/>
          </p:nvPr>
        </p:nvSpPr>
        <p:spPr>
          <a:xfrm>
            <a:off x="501557" y="1662476"/>
            <a:ext cx="3275420"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6" name="图表占位符 11"/>
          <p:cNvSpPr>
            <a:spLocks noGrp="1"/>
          </p:cNvSpPr>
          <p:nvPr>
            <p:ph type="chart" sz="quarter" idx="24"/>
          </p:nvPr>
        </p:nvSpPr>
        <p:spPr>
          <a:xfrm>
            <a:off x="7022625" y="1590222"/>
            <a:ext cx="4591360" cy="4591359"/>
          </a:xfrm>
          <a:prstGeom prst="rect">
            <a:avLst/>
          </a:prstGeom>
        </p:spPr>
        <p:txBody>
          <a:bodyPr anchor="ctr"/>
          <a:lstStyle>
            <a:lvl1pPr algn="ctr">
              <a:defRPr/>
            </a:lvl1pPr>
          </a:lstStyle>
          <a:p>
            <a:endParaRPr lang="zh-CN" altLang="en-US" dirty="0"/>
          </a:p>
        </p:txBody>
      </p:sp>
      <p:sp>
        <p:nvSpPr>
          <p:cNvPr id="14" name="Line"/>
          <p:cNvSpPr/>
          <p:nvPr/>
        </p:nvSpPr>
        <p:spPr>
          <a:xfrm>
            <a:off x="495300" y="4636415"/>
            <a:ext cx="3901440" cy="0"/>
          </a:xfrm>
          <a:prstGeom prst="line">
            <a:avLst/>
          </a:prstGeom>
          <a:ln w="9525">
            <a:solidFill>
              <a:srgbClr val="073845">
                <a:alpha val="14690"/>
              </a:srgbClr>
            </a:solidFill>
            <a:miter lim="400000"/>
          </a:ln>
        </p:spPr>
        <p:txBody>
          <a:bodyPr lIns="0" tIns="0" rIns="0" bIns="0" anchor="ctr"/>
          <a:lstStyle/>
          <a:p>
            <a:pPr algn="ctr" defTabSz="274955" hangingPunct="0">
              <a:defRPr sz="3200" b="0">
                <a:solidFill>
                  <a:srgbClr val="FFFFFF"/>
                </a:solidFill>
                <a:latin typeface="+mn-lt"/>
                <a:ea typeface="+mn-ea"/>
                <a:cs typeface="+mn-cs"/>
                <a:sym typeface="Helvetica Neue Medium"/>
              </a:defRPr>
            </a:pPr>
            <a:endParaRPr sz="1065" kern="0" dirty="0">
              <a:solidFill>
                <a:srgbClr val="FFFFFF"/>
              </a:solidFill>
              <a:latin typeface="Poppins Light"/>
              <a:sym typeface="Helvetica Neue Medium"/>
            </a:endParaRPr>
          </a:p>
        </p:txBody>
      </p:sp>
      <p:sp>
        <p:nvSpPr>
          <p:cNvPr id="26" name="文本占位符 23"/>
          <p:cNvSpPr>
            <a:spLocks noGrp="1"/>
          </p:cNvSpPr>
          <p:nvPr>
            <p:ph type="body" sz="quarter" idx="25" hasCustomPrompt="1"/>
          </p:nvPr>
        </p:nvSpPr>
        <p:spPr>
          <a:xfrm>
            <a:off x="495300" y="4322893"/>
            <a:ext cx="2552700" cy="258532"/>
          </a:xfrm>
          <a:prstGeom prst="rect">
            <a:avLst/>
          </a:prstGeom>
        </p:spPr>
        <p:txBody>
          <a:bodyPr wrap="square">
            <a:spAutoFit/>
          </a:bodyPr>
          <a:lstStyle>
            <a:lvl1pPr marL="171450" indent="-171450">
              <a:buFont typeface="Arial" panose="020B0604020202020204" pitchFamily="34" charset="0"/>
              <a:buChar char="•"/>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8" name="文本占位符 23"/>
          <p:cNvSpPr>
            <a:spLocks noGrp="1"/>
          </p:cNvSpPr>
          <p:nvPr>
            <p:ph type="body" sz="quarter" idx="26" hasCustomPrompt="1"/>
          </p:nvPr>
        </p:nvSpPr>
        <p:spPr>
          <a:xfrm>
            <a:off x="3285744" y="4322893"/>
            <a:ext cx="1110996" cy="258532"/>
          </a:xfrm>
          <a:prstGeom prst="rect">
            <a:avLst/>
          </a:prstGeom>
        </p:spPr>
        <p:txBody>
          <a:bodyPr wrap="square">
            <a:spAutoFit/>
          </a:bodyPr>
          <a:lstStyle>
            <a:lvl1pPr marL="0" indent="0" algn="r">
              <a:buFontTx/>
              <a:buNone/>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数据值</a:t>
            </a:r>
            <a:endParaRPr lang="zh-CN" altLang="en-US" dirty="0"/>
          </a:p>
        </p:txBody>
      </p:sp>
      <p:sp>
        <p:nvSpPr>
          <p:cNvPr id="29" name="Line"/>
          <p:cNvSpPr/>
          <p:nvPr userDrawn="1"/>
        </p:nvSpPr>
        <p:spPr>
          <a:xfrm>
            <a:off x="495300" y="5075327"/>
            <a:ext cx="3901440" cy="0"/>
          </a:xfrm>
          <a:prstGeom prst="line">
            <a:avLst/>
          </a:prstGeom>
          <a:ln w="9525">
            <a:solidFill>
              <a:srgbClr val="073845">
                <a:alpha val="14690"/>
              </a:srgbClr>
            </a:solidFill>
            <a:miter lim="400000"/>
          </a:ln>
        </p:spPr>
        <p:txBody>
          <a:bodyPr lIns="0" tIns="0" rIns="0" bIns="0" anchor="ctr"/>
          <a:lstStyle/>
          <a:p>
            <a:pPr algn="ctr" defTabSz="274955" hangingPunct="0">
              <a:defRPr sz="3200" b="0">
                <a:solidFill>
                  <a:srgbClr val="FFFFFF"/>
                </a:solidFill>
                <a:latin typeface="+mn-lt"/>
                <a:ea typeface="+mn-ea"/>
                <a:cs typeface="+mn-cs"/>
                <a:sym typeface="Helvetica Neue Medium"/>
              </a:defRPr>
            </a:pPr>
            <a:endParaRPr sz="1065" kern="0" dirty="0">
              <a:solidFill>
                <a:srgbClr val="FFFFFF"/>
              </a:solidFill>
              <a:latin typeface="Poppins Light"/>
              <a:sym typeface="Helvetica Neue Medium"/>
            </a:endParaRPr>
          </a:p>
        </p:txBody>
      </p:sp>
      <p:sp>
        <p:nvSpPr>
          <p:cNvPr id="30" name="文本占位符 23"/>
          <p:cNvSpPr>
            <a:spLocks noGrp="1"/>
          </p:cNvSpPr>
          <p:nvPr>
            <p:ph type="body" sz="quarter" idx="27" hasCustomPrompt="1"/>
          </p:nvPr>
        </p:nvSpPr>
        <p:spPr>
          <a:xfrm>
            <a:off x="495300" y="4761805"/>
            <a:ext cx="2552700" cy="258532"/>
          </a:xfrm>
          <a:prstGeom prst="rect">
            <a:avLst/>
          </a:prstGeom>
        </p:spPr>
        <p:txBody>
          <a:bodyPr wrap="square">
            <a:spAutoFit/>
          </a:bodyPr>
          <a:lstStyle>
            <a:lvl1pPr marL="171450" indent="-171450">
              <a:buFont typeface="Arial" panose="020B0604020202020204" pitchFamily="34" charset="0"/>
              <a:buChar char="•"/>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1" name="文本占位符 23"/>
          <p:cNvSpPr>
            <a:spLocks noGrp="1"/>
          </p:cNvSpPr>
          <p:nvPr>
            <p:ph type="body" sz="quarter" idx="28" hasCustomPrompt="1"/>
          </p:nvPr>
        </p:nvSpPr>
        <p:spPr>
          <a:xfrm>
            <a:off x="3285744" y="4761805"/>
            <a:ext cx="1110996" cy="258532"/>
          </a:xfrm>
          <a:prstGeom prst="rect">
            <a:avLst/>
          </a:prstGeom>
        </p:spPr>
        <p:txBody>
          <a:bodyPr wrap="square">
            <a:spAutoFit/>
          </a:bodyPr>
          <a:lstStyle>
            <a:lvl1pPr marL="0" indent="0" algn="r">
              <a:buFontTx/>
              <a:buNone/>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数据值</a:t>
            </a:r>
            <a:endParaRPr lang="zh-CN" altLang="en-US" dirty="0"/>
          </a:p>
        </p:txBody>
      </p:sp>
      <p:sp>
        <p:nvSpPr>
          <p:cNvPr id="32" name="Line"/>
          <p:cNvSpPr/>
          <p:nvPr userDrawn="1"/>
        </p:nvSpPr>
        <p:spPr>
          <a:xfrm>
            <a:off x="495300" y="5514238"/>
            <a:ext cx="3901440" cy="0"/>
          </a:xfrm>
          <a:prstGeom prst="line">
            <a:avLst/>
          </a:prstGeom>
          <a:ln w="9525">
            <a:solidFill>
              <a:srgbClr val="073845">
                <a:alpha val="14690"/>
              </a:srgbClr>
            </a:solidFill>
            <a:miter lim="400000"/>
          </a:ln>
        </p:spPr>
        <p:txBody>
          <a:bodyPr lIns="0" tIns="0" rIns="0" bIns="0" anchor="ctr"/>
          <a:lstStyle/>
          <a:p>
            <a:pPr algn="ctr" defTabSz="274955" hangingPunct="0">
              <a:defRPr sz="3200" b="0">
                <a:solidFill>
                  <a:srgbClr val="FFFFFF"/>
                </a:solidFill>
                <a:latin typeface="+mn-lt"/>
                <a:ea typeface="+mn-ea"/>
                <a:cs typeface="+mn-cs"/>
                <a:sym typeface="Helvetica Neue Medium"/>
              </a:defRPr>
            </a:pPr>
            <a:endParaRPr sz="1065" kern="0" dirty="0">
              <a:solidFill>
                <a:srgbClr val="FFFFFF"/>
              </a:solidFill>
              <a:latin typeface="Poppins Light"/>
              <a:sym typeface="Helvetica Neue Medium"/>
            </a:endParaRPr>
          </a:p>
        </p:txBody>
      </p:sp>
      <p:sp>
        <p:nvSpPr>
          <p:cNvPr id="33" name="文本占位符 23"/>
          <p:cNvSpPr>
            <a:spLocks noGrp="1"/>
          </p:cNvSpPr>
          <p:nvPr>
            <p:ph type="body" sz="quarter" idx="29" hasCustomPrompt="1"/>
          </p:nvPr>
        </p:nvSpPr>
        <p:spPr>
          <a:xfrm>
            <a:off x="495300" y="5200716"/>
            <a:ext cx="2552700" cy="258532"/>
          </a:xfrm>
          <a:prstGeom prst="rect">
            <a:avLst/>
          </a:prstGeom>
        </p:spPr>
        <p:txBody>
          <a:bodyPr wrap="square">
            <a:spAutoFit/>
          </a:bodyPr>
          <a:lstStyle>
            <a:lvl1pPr marL="171450" indent="-171450">
              <a:buFont typeface="Arial" panose="020B0604020202020204" pitchFamily="34" charset="0"/>
              <a:buChar char="•"/>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34" name="文本占位符 23"/>
          <p:cNvSpPr>
            <a:spLocks noGrp="1"/>
          </p:cNvSpPr>
          <p:nvPr>
            <p:ph type="body" sz="quarter" idx="30" hasCustomPrompt="1"/>
          </p:nvPr>
        </p:nvSpPr>
        <p:spPr>
          <a:xfrm>
            <a:off x="3285744" y="5200716"/>
            <a:ext cx="1110996" cy="258532"/>
          </a:xfrm>
          <a:prstGeom prst="rect">
            <a:avLst/>
          </a:prstGeom>
        </p:spPr>
        <p:txBody>
          <a:bodyPr wrap="square">
            <a:spAutoFit/>
          </a:bodyPr>
          <a:lstStyle>
            <a:lvl1pPr marL="0" indent="0" algn="r">
              <a:buFontTx/>
              <a:buNone/>
              <a:defRPr lang="zh-CN" altLang="en-US" sz="12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数据值</a:t>
            </a:r>
            <a:endParaRPr lang="zh-CN" altLang="en-US" dirty="0"/>
          </a:p>
        </p:txBody>
      </p:sp>
      <p:sp>
        <p:nvSpPr>
          <p:cNvPr id="2"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3" name="文本框 2"/>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封底">
    <p:bg>
      <p:bgPr>
        <a:solidFill>
          <a:srgbClr val="E6F7FA"/>
        </a:solidFill>
        <a:effectLst/>
      </p:bgPr>
    </p:bg>
    <p:spTree>
      <p:nvGrpSpPr>
        <p:cNvPr id="1" name=""/>
        <p:cNvGrpSpPr/>
        <p:nvPr/>
      </p:nvGrpSpPr>
      <p:grpSpPr>
        <a:xfrm>
          <a:off x="0" y="0"/>
          <a:ext cx="0" cy="0"/>
          <a:chOff x="0" y="0"/>
          <a:chExt cx="0" cy="0"/>
        </a:xfrm>
      </p:grpSpPr>
      <p:sp>
        <p:nvSpPr>
          <p:cNvPr id="249" name="矩形: 圆角 248"/>
          <p:cNvSpPr/>
          <p:nvPr userDrawn="1"/>
        </p:nvSpPr>
        <p:spPr>
          <a:xfrm>
            <a:off x="5318760" y="0"/>
            <a:ext cx="6873240" cy="6858001"/>
          </a:xfrm>
          <a:prstGeom prst="roundRect">
            <a:avLst>
              <a:gd name="adj" fmla="val 0"/>
            </a:avLst>
          </a:prstGeom>
          <a:solidFill>
            <a:srgbClr val="DA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rgbClr val="1FCDC4"/>
              </a:solidFill>
            </a:endParaRPr>
          </a:p>
        </p:txBody>
      </p:sp>
      <p:sp>
        <p:nvSpPr>
          <p:cNvPr id="251" name="标题 15"/>
          <p:cNvSpPr>
            <a:spLocks noGrp="1"/>
          </p:cNvSpPr>
          <p:nvPr>
            <p:ph type="title" hasCustomPrompt="1"/>
          </p:nvPr>
        </p:nvSpPr>
        <p:spPr>
          <a:xfrm>
            <a:off x="501556" y="590848"/>
            <a:ext cx="9363800" cy="369332"/>
          </a:xfrm>
          <a:prstGeom prst="rect">
            <a:avLst/>
          </a:prstGeom>
        </p:spPr>
        <p:txBody>
          <a:bodyPr wrap="square" anchor="t" anchorCtr="0">
            <a:spAutoFit/>
          </a:bodyPr>
          <a:lstStyle>
            <a:lvl1pPr>
              <a:defRPr sz="2000">
                <a:solidFill>
                  <a:srgbClr val="0E3C49"/>
                </a:solidFill>
                <a:latin typeface="微软雅黑" panose="020B0503020204020204" pitchFamily="34" charset="-122"/>
                <a:ea typeface="微软雅黑" panose="020B0503020204020204" pitchFamily="34" charset="-122"/>
              </a:defRPr>
            </a:lvl1pPr>
          </a:lstStyle>
          <a:p>
            <a:r>
              <a:rPr lang="zh-CN" altLang="en-US" dirty="0"/>
              <a:t>页面名称</a:t>
            </a:r>
            <a:endParaRPr lang="zh-CN" altLang="en-US" dirty="0"/>
          </a:p>
        </p:txBody>
      </p:sp>
      <p:sp>
        <p:nvSpPr>
          <p:cNvPr id="252" name="图表占位符 11"/>
          <p:cNvSpPr>
            <a:spLocks noGrp="1"/>
          </p:cNvSpPr>
          <p:nvPr>
            <p:ph type="chart" sz="quarter" idx="24"/>
          </p:nvPr>
        </p:nvSpPr>
        <p:spPr>
          <a:xfrm>
            <a:off x="5996387" y="1590223"/>
            <a:ext cx="5517985" cy="1838777"/>
          </a:xfrm>
          <a:prstGeom prst="rect">
            <a:avLst/>
          </a:prstGeom>
        </p:spPr>
        <p:txBody>
          <a:bodyPr anchor="ctr"/>
          <a:lstStyle>
            <a:lvl1pPr algn="ctr">
              <a:defRPr/>
            </a:lvl1pPr>
          </a:lstStyle>
          <a:p>
            <a:endParaRPr lang="zh-CN" altLang="en-US" dirty="0"/>
          </a:p>
        </p:txBody>
      </p:sp>
      <p:sp>
        <p:nvSpPr>
          <p:cNvPr id="253" name="图表占位符 11"/>
          <p:cNvSpPr>
            <a:spLocks noGrp="1"/>
          </p:cNvSpPr>
          <p:nvPr>
            <p:ph type="chart" sz="quarter" idx="25"/>
          </p:nvPr>
        </p:nvSpPr>
        <p:spPr>
          <a:xfrm>
            <a:off x="5996387" y="4019015"/>
            <a:ext cx="5517985" cy="1838777"/>
          </a:xfrm>
          <a:prstGeom prst="rect">
            <a:avLst/>
          </a:prstGeom>
        </p:spPr>
        <p:txBody>
          <a:bodyPr anchor="ctr"/>
          <a:lstStyle>
            <a:lvl1pPr algn="ctr">
              <a:defRPr/>
            </a:lvl1pPr>
          </a:lstStyle>
          <a:p>
            <a:endParaRPr lang="zh-CN" altLang="en-US" dirty="0"/>
          </a:p>
        </p:txBody>
      </p:sp>
      <p:sp>
        <p:nvSpPr>
          <p:cNvPr id="254" name="文本占位符 21"/>
          <p:cNvSpPr>
            <a:spLocks noGrp="1"/>
          </p:cNvSpPr>
          <p:nvPr>
            <p:ph type="body" sz="quarter" idx="14" hasCustomPrompt="1"/>
          </p:nvPr>
        </p:nvSpPr>
        <p:spPr>
          <a:xfrm>
            <a:off x="501556" y="2154153"/>
            <a:ext cx="4511945" cy="258532"/>
          </a:xfrm>
          <a:prstGeom prst="rect">
            <a:avLst/>
          </a:prstGeom>
        </p:spPr>
        <p:txBody>
          <a:bodyPr wrap="square">
            <a:spAutoFit/>
          </a:bodyPr>
          <a:lstStyle>
            <a:lvl1pPr marL="0" indent="0">
              <a:buFontTx/>
              <a:buNone/>
              <a:defRPr sz="1200">
                <a:solidFill>
                  <a:srgbClr val="637175"/>
                </a:solidFill>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介绍字段</a:t>
            </a:r>
            <a:endParaRPr lang="en-US" altLang="zh-CN" dirty="0"/>
          </a:p>
        </p:txBody>
      </p:sp>
      <p:sp>
        <p:nvSpPr>
          <p:cNvPr id="255" name="文本占位符 23"/>
          <p:cNvSpPr>
            <a:spLocks noGrp="1"/>
          </p:cNvSpPr>
          <p:nvPr>
            <p:ph type="body" sz="quarter" idx="18" hasCustomPrompt="1"/>
          </p:nvPr>
        </p:nvSpPr>
        <p:spPr>
          <a:xfrm>
            <a:off x="501558" y="1847235"/>
            <a:ext cx="4511944" cy="286232"/>
          </a:xfrm>
          <a:prstGeom prst="rect">
            <a:avLst/>
          </a:prstGeom>
        </p:spPr>
        <p:txBody>
          <a:bodyPr wrap="square">
            <a:spAutoFit/>
          </a:bodyPr>
          <a:lstStyle>
            <a:lvl1pPr marL="0" indent="0">
              <a:buFontTx/>
              <a:buNone/>
              <a:defRPr lang="zh-CN" altLang="en-US" sz="1400" kern="1200" dirty="0" smtClean="0">
                <a:solidFill>
                  <a:srgbClr val="0E3C49"/>
                </a:solidFill>
                <a:latin typeface="微软雅黑" panose="020B0503020204020204" pitchFamily="34" charset="-122"/>
                <a:ea typeface="微软雅黑" panose="020B0503020204020204" pitchFamily="34" charset="-122"/>
                <a:cs typeface="+mj-cs"/>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标题</a:t>
            </a:r>
            <a:endParaRPr lang="zh-CN" altLang="en-US" dirty="0"/>
          </a:p>
        </p:txBody>
      </p:sp>
      <p:sp>
        <p:nvSpPr>
          <p:cNvPr id="256" name="标题 15"/>
          <p:cNvSpPr txBox="1"/>
          <p:nvPr userDrawn="1"/>
        </p:nvSpPr>
        <p:spPr>
          <a:xfrm>
            <a:off x="501556" y="4535523"/>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257" name="标题 15"/>
          <p:cNvSpPr txBox="1"/>
          <p:nvPr userDrawn="1"/>
        </p:nvSpPr>
        <p:spPr>
          <a:xfrm>
            <a:off x="497493" y="4929076"/>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cxnSp>
        <p:nvCxnSpPr>
          <p:cNvPr id="258" name="直接连接符 257"/>
          <p:cNvCxnSpPr/>
          <p:nvPr userDrawn="1"/>
        </p:nvCxnSpPr>
        <p:spPr>
          <a:xfrm flipV="1">
            <a:off x="2169658" y="4664759"/>
            <a:ext cx="0" cy="4094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9" name="标题 15"/>
          <p:cNvSpPr txBox="1"/>
          <p:nvPr userDrawn="1"/>
        </p:nvSpPr>
        <p:spPr>
          <a:xfrm>
            <a:off x="2731849" y="4535523"/>
            <a:ext cx="1105910" cy="4247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2400" dirty="0"/>
              <a:t>数据值</a:t>
            </a:r>
            <a:endParaRPr lang="zh-CN" altLang="en-US" sz="2400" dirty="0"/>
          </a:p>
        </p:txBody>
      </p:sp>
      <p:sp>
        <p:nvSpPr>
          <p:cNvPr id="260" name="标题 15"/>
          <p:cNvSpPr txBox="1"/>
          <p:nvPr userDrawn="1"/>
        </p:nvSpPr>
        <p:spPr>
          <a:xfrm>
            <a:off x="2763268" y="4929076"/>
            <a:ext cx="980941" cy="258532"/>
          </a:xfrm>
          <a:prstGeom prst="rect">
            <a:avLst/>
          </a:prstGeom>
        </p:spPr>
        <p:txBody>
          <a:bodyPr wrap="square" anchor="t" anchorCtr="0">
            <a:spAutoFit/>
          </a:bodyPr>
          <a:lstStyle>
            <a:lvl1pPr algn="l" defTabSz="914400" rtl="0" eaLnBrk="1" latinLnBrk="0" hangingPunct="1">
              <a:lnSpc>
                <a:spcPct val="90000"/>
              </a:lnSpc>
              <a:spcBef>
                <a:spcPct val="0"/>
              </a:spcBef>
              <a:buNone/>
              <a:defRPr sz="2000" kern="1200">
                <a:solidFill>
                  <a:srgbClr val="0E3C49"/>
                </a:solidFill>
                <a:latin typeface="微软雅黑" panose="020B0503020204020204" pitchFamily="34" charset="-122"/>
                <a:ea typeface="微软雅黑" panose="020B0503020204020204" pitchFamily="34" charset="-122"/>
                <a:cs typeface="+mj-cs"/>
              </a:defRPr>
            </a:lvl1pPr>
          </a:lstStyle>
          <a:p>
            <a:r>
              <a:rPr lang="zh-CN" altLang="en-US" sz="1200" dirty="0">
                <a:latin typeface="微软雅黑 Light" panose="020B0502040204020203" pitchFamily="34" charset="-122"/>
                <a:ea typeface="微软雅黑 Light" panose="020B0502040204020203" pitchFamily="34" charset="-122"/>
              </a:rPr>
              <a:t>二级标题</a:t>
            </a:r>
            <a:endParaRPr lang="zh-CN" altLang="en-US" sz="1200" dirty="0">
              <a:latin typeface="微软雅黑 Light" panose="020B0502040204020203" pitchFamily="34" charset="-122"/>
              <a:ea typeface="微软雅黑 Light" panose="020B0502040204020203" pitchFamily="34" charset="-122"/>
            </a:endParaRPr>
          </a:p>
        </p:txBody>
      </p:sp>
      <p:sp>
        <p:nvSpPr>
          <p:cNvPr id="4" name="灯片编号占位符 5"/>
          <p:cNvSpPr>
            <a:spLocks noGrp="1"/>
          </p:cNvSpPr>
          <p:nvPr>
            <p:ph type="sldNum" sz="quarter" idx="4"/>
          </p:nvPr>
        </p:nvSpPr>
        <p:spPr>
          <a:xfrm>
            <a:off x="501556" y="6356350"/>
            <a:ext cx="2743200" cy="365125"/>
          </a:xfrm>
          <a:prstGeom prst="rect">
            <a:avLst/>
          </a:prstGeom>
        </p:spPr>
        <p:txBody>
          <a:bodyPr/>
          <a:lstStyle>
            <a:lvl1pPr>
              <a:defRPr sz="1400"/>
            </a:lvl1pPr>
          </a:lstStyle>
          <a:p>
            <a:fld id="{7417741C-8A8D-4630-901D-22A281666097}" type="slidenum">
              <a:rPr lang="zh-CN" altLang="en-US" smtClean="0"/>
            </a:fld>
            <a:endParaRPr lang="zh-CN" altLang="en-US" dirty="0"/>
          </a:p>
        </p:txBody>
      </p:sp>
      <p:sp>
        <p:nvSpPr>
          <p:cNvPr id="2" name="文本框 1"/>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封底">
    <p:bg>
      <p:bgPr>
        <a:solidFill>
          <a:srgbClr val="0B0B0B"/>
        </a:solidFill>
        <a:effectLst/>
      </p:bgPr>
    </p:bg>
    <p:spTree>
      <p:nvGrpSpPr>
        <p:cNvPr id="1" name=""/>
        <p:cNvGrpSpPr/>
        <p:nvPr/>
      </p:nvGrpSpPr>
      <p:grpSpPr>
        <a:xfrm>
          <a:off x="0" y="0"/>
          <a:ext cx="0" cy="0"/>
          <a:chOff x="0" y="0"/>
          <a:chExt cx="0" cy="0"/>
        </a:xfrm>
      </p:grpSpPr>
      <p:sp>
        <p:nvSpPr>
          <p:cNvPr id="2" name="文本框 1"/>
          <p:cNvSpPr txBox="1"/>
          <p:nvPr userDrawn="1"/>
        </p:nvSpPr>
        <p:spPr>
          <a:xfrm>
            <a:off x="10930382" y="6308090"/>
            <a:ext cx="906017" cy="236219"/>
          </a:xfrm>
          <a:prstGeom prst="rect">
            <a:avLst/>
          </a:prstGeom>
          <a:noFill/>
        </p:spPr>
        <p:txBody>
          <a:bodyPr wrap="none" rtlCol="0">
            <a:spAutoFit/>
          </a:bodyPr>
          <a:lstStyle/>
          <a:p>
            <a:pPr marL="0" algn="r" defTabSz="914400" rtl="0" eaLnBrk="1" latinLnBrk="0" hangingPunct="1">
              <a:lnSpc>
                <a:spcPts val="1200"/>
              </a:lnSpc>
            </a:pPr>
            <a:r>
              <a:rPr lang="zh-CN" altLang="en-US" sz="935" kern="0" dirty="0">
                <a:solidFill>
                  <a:schemeClr val="tx1"/>
                </a:solidFill>
                <a:latin typeface="微软雅黑" panose="020B0503020204020204" pitchFamily="34" charset="-122"/>
                <a:ea typeface="微软雅黑" panose="020B0503020204020204" pitchFamily="34" charset="-122"/>
              </a:rPr>
              <a:t>精通</a:t>
            </a:r>
            <a:r>
              <a:rPr lang="en-US" altLang="zh-CN" sz="935" kern="0" dirty="0">
                <a:solidFill>
                  <a:schemeClr val="tx1"/>
                </a:solidFill>
                <a:latin typeface="微软雅黑" panose="020B0503020204020204" pitchFamily="34" charset="-122"/>
                <a:ea typeface="微软雅黑" panose="020B0503020204020204" pitchFamily="34" charset="-122"/>
              </a:rPr>
              <a:t>AI</a:t>
            </a:r>
            <a:r>
              <a:rPr lang="zh-CN" altLang="en-US" sz="935" kern="0" dirty="0">
                <a:solidFill>
                  <a:schemeClr val="tx1"/>
                </a:solidFill>
                <a:latin typeface="微软雅黑" panose="020B0503020204020204" pitchFamily="34" charset="-122"/>
                <a:ea typeface="微软雅黑" panose="020B0503020204020204" pitchFamily="34" charset="-122"/>
              </a:rPr>
              <a:t>智能体</a:t>
            </a:r>
            <a:endParaRPr lang="zh-CN" altLang="en-US" sz="935" kern="0" dirty="0">
              <a:solidFill>
                <a:schemeClr val="tx1"/>
              </a:solidFill>
              <a:latin typeface="微软雅黑" panose="020B0503020204020204" pitchFamily="34" charset="-122"/>
              <a:ea typeface="微软雅黑" panose="020B0503020204020204" pitchFamily="34" charset="-122"/>
            </a:endParaRPr>
          </a:p>
        </p:txBody>
      </p:sp>
      <p:pic>
        <p:nvPicPr>
          <p:cNvPr id="6" name="图片 5" descr="蓝色的星球&#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rcRect r="34887"/>
          <a:stretch>
            <a:fillRect/>
          </a:stretch>
        </p:blipFill>
        <p:spPr>
          <a:xfrm>
            <a:off x="0" y="0"/>
            <a:ext cx="12192000" cy="6858000"/>
          </a:xfrm>
          <a:prstGeom prst="rect">
            <a:avLst/>
          </a:prstGeom>
        </p:spPr>
      </p:pic>
      <p:pic>
        <p:nvPicPr>
          <p:cNvPr id="7" name="图片 6" descr="黑暗里有星球&#10;&#10;AI 生成的内容可能不正确。"/>
          <p:cNvPicPr>
            <a:picLocks noChangeAspect="1"/>
          </p:cNvPicPr>
          <p:nvPr userDrawn="1"/>
        </p:nvPicPr>
        <p:blipFill>
          <a:blip r:embed="rId3">
            <a:extLst>
              <a:ext uri="{28A0092B-C50C-407E-A947-70E740481C1C}">
                <a14:useLocalDpi xmlns:a14="http://schemas.microsoft.com/office/drawing/2010/main" val="0"/>
              </a:ext>
            </a:extLst>
          </a:blip>
          <a:srcRect b="8138"/>
          <a:stretch>
            <a:fillRect/>
          </a:stretch>
        </p:blipFill>
        <p:spPr>
          <a:xfrm flipV="1">
            <a:off x="0" y="0"/>
            <a:ext cx="12192000" cy="7454900"/>
          </a:xfrm>
          <a:prstGeom prst="rect">
            <a:avLst/>
          </a:prstGeom>
        </p:spPr>
      </p:pic>
      <p:sp>
        <p:nvSpPr>
          <p:cNvPr id="4" name="文本框 3"/>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 19953129323</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封底">
    <p:bg>
      <p:bgPr>
        <a:solidFill>
          <a:srgbClr val="0B0B0B"/>
        </a:solidFill>
        <a:effectLst/>
      </p:bgPr>
    </p:bg>
    <p:spTree>
      <p:nvGrpSpPr>
        <p:cNvPr id="1" name=""/>
        <p:cNvGrpSpPr/>
        <p:nvPr/>
      </p:nvGrpSpPr>
      <p:grpSpPr>
        <a:xfrm>
          <a:off x="0" y="0"/>
          <a:ext cx="0" cy="0"/>
          <a:chOff x="0" y="0"/>
          <a:chExt cx="0" cy="0"/>
        </a:xfrm>
      </p:grpSpPr>
      <p:pic>
        <p:nvPicPr>
          <p:cNvPr id="6" name="图片 5" descr="黑暗里有星球&#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rcRect b="8138"/>
          <a:stretch>
            <a:fillRect/>
          </a:stretch>
        </p:blipFill>
        <p:spPr>
          <a:xfrm flipV="1">
            <a:off x="0" y="0"/>
            <a:ext cx="12192000" cy="7454900"/>
          </a:xfrm>
          <a:prstGeom prst="rect">
            <a:avLst/>
          </a:prstGeom>
        </p:spPr>
      </p:pic>
      <p:sp>
        <p:nvSpPr>
          <p:cNvPr id="2" name="文本框 1"/>
          <p:cNvSpPr txBox="1"/>
          <p:nvPr userDrawn="1"/>
        </p:nvSpPr>
        <p:spPr>
          <a:xfrm>
            <a:off x="1010400" y="2226262"/>
            <a:ext cx="4288353" cy="1323439"/>
          </a:xfrm>
          <a:prstGeom prst="rect">
            <a:avLst/>
          </a:prstGeom>
          <a:noFill/>
        </p:spPr>
        <p:txBody>
          <a:bodyPr wrap="none" rtlCol="0">
            <a:spAutoFit/>
          </a:bodyPr>
          <a:lstStyle/>
          <a:p>
            <a:r>
              <a:rPr lang="zh-CN" altLang="en-US" sz="8000" dirty="0">
                <a:solidFill>
                  <a:schemeClr val="bg1"/>
                </a:solidFill>
                <a:latin typeface="OPPOSans L" panose="00020600040101010101" pitchFamily="18" charset="-122"/>
                <a:ea typeface="OPPOSans L" panose="00020600040101010101" pitchFamily="18" charset="-122"/>
                <a:cs typeface="OPPOSans L" panose="00020600040101010101" pitchFamily="18" charset="-122"/>
              </a:rPr>
              <a:t>感谢观看</a:t>
            </a:r>
            <a:endParaRPr lang="zh-CN" altLang="en-US" sz="8000" dirty="0">
              <a:solidFill>
                <a:schemeClr val="bg1"/>
              </a:solidFill>
              <a:latin typeface="OPPOSans L" panose="00020600040101010101" pitchFamily="18" charset="-122"/>
              <a:ea typeface="OPPOSans L" panose="00020600040101010101" pitchFamily="18" charset="-122"/>
              <a:cs typeface="OPPOSans L" panose="00020600040101010101" pitchFamily="18" charset="-122"/>
            </a:endParaRPr>
          </a:p>
        </p:txBody>
      </p:sp>
      <p:sp>
        <p:nvSpPr>
          <p:cNvPr id="4" name="文本框 3"/>
          <p:cNvSpPr txBox="1"/>
          <p:nvPr userDrawn="1"/>
        </p:nvSpPr>
        <p:spPr>
          <a:xfrm>
            <a:off x="10930382" y="6308090"/>
            <a:ext cx="906017" cy="236219"/>
          </a:xfrm>
          <a:prstGeom prst="rect">
            <a:avLst/>
          </a:prstGeom>
          <a:noFill/>
        </p:spPr>
        <p:txBody>
          <a:bodyPr wrap="none" rtlCol="0">
            <a:spAutoFit/>
          </a:bodyPr>
          <a:lstStyle/>
          <a:p>
            <a:pPr marL="0" algn="r" defTabSz="914400" rtl="0" eaLnBrk="1" latinLnBrk="0" hangingPunct="1">
              <a:lnSpc>
                <a:spcPts val="1200"/>
              </a:lnSpc>
            </a:pPr>
            <a:r>
              <a:rPr lang="zh-CN" altLang="en-US" sz="935" kern="0" dirty="0">
                <a:solidFill>
                  <a:schemeClr val="tx1"/>
                </a:solidFill>
                <a:latin typeface="微软雅黑" panose="020B0503020204020204" pitchFamily="34" charset="-122"/>
                <a:ea typeface="微软雅黑" panose="020B0503020204020204" pitchFamily="34" charset="-122"/>
              </a:rPr>
              <a:t>精通</a:t>
            </a:r>
            <a:r>
              <a:rPr lang="en-US" altLang="zh-CN" sz="935" kern="0" dirty="0">
                <a:solidFill>
                  <a:schemeClr val="tx1"/>
                </a:solidFill>
                <a:latin typeface="微软雅黑" panose="020B0503020204020204" pitchFamily="34" charset="-122"/>
                <a:ea typeface="微软雅黑" panose="020B0503020204020204" pitchFamily="34" charset="-122"/>
              </a:rPr>
              <a:t>AI</a:t>
            </a:r>
            <a:r>
              <a:rPr lang="zh-CN" altLang="en-US" sz="935" kern="0" dirty="0">
                <a:solidFill>
                  <a:schemeClr val="tx1"/>
                </a:solidFill>
                <a:latin typeface="微软雅黑" panose="020B0503020204020204" pitchFamily="34" charset="-122"/>
                <a:ea typeface="微软雅黑" panose="020B0503020204020204" pitchFamily="34" charset="-122"/>
              </a:rPr>
              <a:t>智能体</a:t>
            </a:r>
            <a:endParaRPr lang="zh-CN" altLang="en-US" sz="935" kern="0" dirty="0">
              <a:solidFill>
                <a:schemeClr val="tx1"/>
              </a:solidFill>
              <a:latin typeface="微软雅黑" panose="020B0503020204020204" pitchFamily="34" charset="-122"/>
              <a:ea typeface="微软雅黑" panose="020B0503020204020204" pitchFamily="34" charset="-122"/>
            </a:endParaRPr>
          </a:p>
        </p:txBody>
      </p:sp>
      <p:sp>
        <p:nvSpPr>
          <p:cNvPr id="3" name="文本框 2"/>
          <p:cNvSpPr txBox="1"/>
          <p:nvPr userDrawn="1"/>
        </p:nvSpPr>
        <p:spPr>
          <a:xfrm>
            <a:off x="7853585" y="6603365"/>
            <a:ext cx="4153253" cy="236219"/>
          </a:xfrm>
          <a:prstGeom prst="rect">
            <a:avLst/>
          </a:prstGeom>
          <a:solidFill>
            <a:srgbClr val="FFFF00"/>
          </a:solidFill>
        </p:spPr>
        <p:txBody>
          <a:bodyPr wrap="square" rtlCol="0">
            <a:spAutoFit/>
          </a:bodyPr>
          <a:lstStyle/>
          <a:p>
            <a:pPr marL="0" algn="r" defTabSz="914400" rtl="0" eaLnBrk="1" latinLnBrk="0" hangingPunct="1">
              <a:lnSpc>
                <a:spcPts val="1200"/>
              </a:lnSpc>
            </a:pPr>
            <a:r>
              <a:rPr lang="zh-CN" altLang="en-US" sz="935" b="1" kern="0" dirty="0">
                <a:solidFill>
                  <a:schemeClr val="tx1"/>
                </a:solidFill>
                <a:latin typeface="微软雅黑" panose="020B0503020204020204" pitchFamily="34" charset="-122"/>
                <a:ea typeface="微软雅黑" panose="020B0503020204020204" pitchFamily="34" charset="-122"/>
              </a:rPr>
              <a:t>公众号：</a:t>
            </a:r>
            <a:r>
              <a:rPr lang="zh-CN" altLang="en-US" sz="935" kern="0" dirty="0">
                <a:solidFill>
                  <a:schemeClr val="tx1"/>
                </a:solidFill>
                <a:latin typeface="微软雅黑" panose="020B0503020204020204" pitchFamily="34" charset="-122"/>
                <a:ea typeface="微软雅黑" panose="020B0503020204020204" pitchFamily="34" charset="-122"/>
              </a:rPr>
              <a:t>玩转单片机与嵌入式、</a:t>
            </a:r>
            <a:r>
              <a:rPr lang="zh-CN" altLang="en-US" sz="935" b="1" kern="0" dirty="0">
                <a:solidFill>
                  <a:schemeClr val="tx1"/>
                </a:solidFill>
                <a:latin typeface="微软雅黑" panose="020B0503020204020204" pitchFamily="34" charset="-122"/>
                <a:ea typeface="微软雅黑" panose="020B0503020204020204" pitchFamily="34" charset="-122"/>
              </a:rPr>
              <a:t>微信：</a:t>
            </a:r>
            <a:r>
              <a:rPr lang="en-US" altLang="zh-CN" sz="935" kern="0" dirty="0">
                <a:solidFill>
                  <a:schemeClr val="tx1"/>
                </a:solidFill>
                <a:latin typeface="微软雅黑" panose="020B0503020204020204" pitchFamily="34" charset="-122"/>
                <a:ea typeface="微软雅黑" panose="020B0503020204020204" pitchFamily="34" charset="-122"/>
              </a:rPr>
              <a:t>593342536</a:t>
            </a:r>
            <a:r>
              <a:rPr lang="zh-CN" altLang="en-US" sz="935" kern="0" dirty="0">
                <a:solidFill>
                  <a:schemeClr val="tx1"/>
                </a:solidFill>
                <a:latin typeface="微软雅黑" panose="020B0503020204020204" pitchFamily="34" charset="-122"/>
                <a:ea typeface="微软雅黑" panose="020B0503020204020204" pitchFamily="34" charset="-122"/>
              </a:rPr>
              <a:t>、电话</a:t>
            </a:r>
            <a:r>
              <a:rPr lang="zh-CN" altLang="en-US" sz="935" b="1" kern="0" dirty="0">
                <a:solidFill>
                  <a:schemeClr val="tx1"/>
                </a:solidFill>
                <a:latin typeface="微软雅黑" panose="020B0503020204020204" pitchFamily="34" charset="-122"/>
                <a:ea typeface="微软雅黑" panose="020B0503020204020204" pitchFamily="34" charset="-122"/>
              </a:rPr>
              <a:t>：</a:t>
            </a:r>
            <a:r>
              <a:rPr lang="en-US" altLang="zh-CN" sz="935" kern="0" dirty="0">
                <a:solidFill>
                  <a:schemeClr val="tx1"/>
                </a:solidFill>
                <a:latin typeface="微软雅黑" panose="020B0503020204020204" pitchFamily="34" charset="-122"/>
                <a:ea typeface="微软雅黑" panose="020B0503020204020204" pitchFamily="34" charset="-122"/>
              </a:rPr>
              <a:t>15865253650</a:t>
            </a:r>
            <a:endParaRPr lang="en-US" altLang="zh-CN" sz="935" kern="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FAFB"/>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920240" cy="411480"/>
          </a:xfrm>
          <a:prstGeom prst="rect">
            <a:avLst/>
          </a:prstGeom>
          <a:noFill/>
        </p:spPr>
        <p:txBody>
          <a:bodyPr wrap="square" lIns="27432" rIns="27432" tIns="18288" bIns="18288" anchor="t">
            <a:normAutofit/>
          </a:bodyPr>
          <a:lstStyle/>
          <a:p>
            <a:pPr algn="l"/>
            <a:r>
              <a:rPr sz="1800" b="1">
                <a:solidFill>
                  <a:srgbClr val="ED7D31"/>
                </a:solidFill>
                <a:latin typeface="Microsoft YaHei"/>
              </a:rPr>
              <a:t>Day13</a:t>
            </a:r>
          </a:p>
        </p:txBody>
      </p:sp>
      <p:sp>
        <p:nvSpPr>
          <p:cNvPr id="5" name="TextBox 4"/>
          <p:cNvSpPr txBox="1"/>
          <p:nvPr/>
        </p:nvSpPr>
        <p:spPr>
          <a:xfrm>
            <a:off x="822960" y="1097280"/>
            <a:ext cx="4754880" cy="786384"/>
          </a:xfrm>
          <a:prstGeom prst="rect">
            <a:avLst/>
          </a:prstGeom>
          <a:noFill/>
        </p:spPr>
        <p:txBody>
          <a:bodyPr wrap="square" lIns="27432" rIns="27432" tIns="18288" bIns="18288" anchor="t">
            <a:normAutofit/>
          </a:bodyPr>
          <a:lstStyle/>
          <a:p>
            <a:pPr algn="l"/>
            <a:r>
              <a:rPr sz="4200" b="1">
                <a:solidFill>
                  <a:srgbClr val="1F4E79"/>
                </a:solidFill>
                <a:latin typeface="Microsoft YaHei"/>
              </a:rPr>
              <a:t>模型设计</a:t>
            </a:r>
          </a:p>
        </p:txBody>
      </p:sp>
      <p:sp>
        <p:nvSpPr>
          <p:cNvPr id="6" name="TextBox 5"/>
          <p:cNvSpPr txBox="1"/>
          <p:nvPr/>
        </p:nvSpPr>
        <p:spPr>
          <a:xfrm>
            <a:off x="859536" y="1993392"/>
            <a:ext cx="7132320" cy="310896"/>
          </a:xfrm>
          <a:prstGeom prst="rect">
            <a:avLst/>
          </a:prstGeom>
          <a:noFill/>
        </p:spPr>
        <p:txBody>
          <a:bodyPr wrap="square" lIns="27432" rIns="27432" tIns="18288" bIns="18288" anchor="t">
            <a:normAutofit/>
          </a:bodyPr>
          <a:lstStyle/>
          <a:p>
            <a:pPr algn="l"/>
            <a:r>
              <a:rPr sz="1700" b="0">
                <a:solidFill>
                  <a:srgbClr val="2B3442"/>
                </a:solidFill>
                <a:latin typeface="Microsoft YaHei"/>
              </a:rPr>
              <a:t>基于 Day12 特征表设计可部署动作识别模型</a:t>
            </a:r>
          </a:p>
        </p:txBody>
      </p:sp>
      <p:sp>
        <p:nvSpPr>
          <p:cNvPr id="7" name="TextBox 6"/>
          <p:cNvSpPr txBox="1"/>
          <p:nvPr/>
        </p:nvSpPr>
        <p:spPr>
          <a:xfrm>
            <a:off x="859536" y="2359152"/>
            <a:ext cx="7498079" cy="329184"/>
          </a:xfrm>
          <a:prstGeom prst="rect">
            <a:avLst/>
          </a:prstGeom>
          <a:noFill/>
        </p:spPr>
        <p:txBody>
          <a:bodyPr wrap="square" lIns="27432" rIns="27432" tIns="18288" bIns="18288" anchor="t">
            <a:normAutofit/>
          </a:bodyPr>
          <a:lstStyle/>
          <a:p>
            <a:pPr algn="l"/>
            <a:r>
              <a:rPr sz="1650" b="1">
                <a:solidFill>
                  <a:srgbClr val="2B3442"/>
                </a:solidFill>
                <a:latin typeface="Microsoft YaHei"/>
              </a:rPr>
              <a:t>从 features_all.csv 到 MCU 可运行的三分类模型方案</a:t>
            </a:r>
          </a:p>
        </p:txBody>
      </p:sp>
      <p:sp>
        <p:nvSpPr>
          <p:cNvPr id="8" name="TextBox 7"/>
          <p:cNvSpPr txBox="1"/>
          <p:nvPr/>
        </p:nvSpPr>
        <p:spPr>
          <a:xfrm>
            <a:off x="859536" y="2834640"/>
            <a:ext cx="6858000" cy="530352"/>
          </a:xfrm>
          <a:prstGeom prst="rect">
            <a:avLst/>
          </a:prstGeom>
          <a:noFill/>
        </p:spPr>
        <p:txBody>
          <a:bodyPr wrap="square" lIns="27432" rIns="27432" tIns="18288" bIns="18288" anchor="t">
            <a:normAutofit/>
          </a:bodyPr>
          <a:lstStyle/>
          <a:p>
            <a:pPr algn="l"/>
            <a:r>
              <a:rPr sz="1480" b="0">
                <a:solidFill>
                  <a:srgbClr val="5F6B7A"/>
                </a:solidFill>
                <a:latin typeface="Microsoft YaHei"/>
              </a:rPr>
              <a:t>本节课不急着训练，而是先把输入、输出、模型结构、资源约束和验证指标设计清楚。</a:t>
            </a:r>
          </a:p>
        </p:txBody>
      </p:sp>
      <p:sp>
        <p:nvSpPr>
          <p:cNvPr id="9" name="Rounded Rectangle 8"/>
          <p:cNvSpPr/>
          <p:nvPr/>
        </p:nvSpPr>
        <p:spPr>
          <a:xfrm>
            <a:off x="7315200" y="2148840"/>
            <a:ext cx="1051560" cy="658368"/>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2350008"/>
            <a:ext cx="868680" cy="182880"/>
          </a:xfrm>
          <a:prstGeom prst="rect">
            <a:avLst/>
          </a:prstGeom>
          <a:noFill/>
        </p:spPr>
        <p:txBody>
          <a:bodyPr wrap="square" lIns="27432" rIns="27432" tIns="18288" bIns="18288" anchor="t">
            <a:normAutofit/>
          </a:bodyPr>
          <a:lstStyle/>
          <a:p>
            <a:pPr algn="ctr"/>
            <a:r>
              <a:rPr sz="1050" b="1">
                <a:solidFill>
                  <a:srgbClr val="4472C4"/>
                </a:solidFill>
                <a:latin typeface="Microsoft YaHei"/>
              </a:rPr>
              <a:t>features</a:t>
            </a:r>
          </a:p>
        </p:txBody>
      </p:sp>
      <p:cxnSp>
        <p:nvCxnSpPr>
          <p:cNvPr id="11" name="Connector 10"/>
          <p:cNvCxnSpPr/>
          <p:nvPr/>
        </p:nvCxnSpPr>
        <p:spPr>
          <a:xfrm>
            <a:off x="8394192" y="2478024"/>
            <a:ext cx="292608" cy="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32520" y="2148840"/>
            <a:ext cx="1051560" cy="658368"/>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2350008"/>
            <a:ext cx="868680" cy="182880"/>
          </a:xfrm>
          <a:prstGeom prst="rect">
            <a:avLst/>
          </a:prstGeom>
          <a:noFill/>
        </p:spPr>
        <p:txBody>
          <a:bodyPr wrap="square" lIns="27432" rIns="27432" tIns="18288" bIns="18288" anchor="t">
            <a:normAutofit/>
          </a:bodyPr>
          <a:lstStyle/>
          <a:p>
            <a:pPr algn="ctr"/>
            <a:r>
              <a:rPr sz="1050" b="1">
                <a:solidFill>
                  <a:srgbClr val="ED7D31"/>
                </a:solidFill>
                <a:latin typeface="Microsoft YaHei"/>
              </a:rPr>
              <a:t>MLP</a:t>
            </a:r>
          </a:p>
        </p:txBody>
      </p:sp>
      <p:cxnSp>
        <p:nvCxnSpPr>
          <p:cNvPr id="14" name="Connector 13"/>
          <p:cNvCxnSpPr/>
          <p:nvPr/>
        </p:nvCxnSpPr>
        <p:spPr>
          <a:xfrm>
            <a:off x="9811512" y="2478024"/>
            <a:ext cx="292608" cy="0"/>
          </a:xfrm>
          <a:prstGeom prst="line">
            <a:avLst/>
          </a:prstGeom>
          <a:ln w="19050">
            <a:solidFill>
              <a:srgbClr val="ED7D3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149840" y="2148840"/>
            <a:ext cx="1051560" cy="658368"/>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0" y="2350008"/>
            <a:ext cx="868680" cy="182880"/>
          </a:xfrm>
          <a:prstGeom prst="rect">
            <a:avLst/>
          </a:prstGeom>
          <a:noFill/>
        </p:spPr>
        <p:txBody>
          <a:bodyPr wrap="square" lIns="27432" rIns="27432" tIns="18288" bIns="18288" anchor="t">
            <a:normAutofit/>
          </a:bodyPr>
          <a:lstStyle/>
          <a:p>
            <a:pPr algn="ctr"/>
            <a:r>
              <a:rPr sz="1050" b="1">
                <a:solidFill>
                  <a:srgbClr val="70AD47"/>
                </a:solidFill>
                <a:latin typeface="Microsoft YaHei"/>
              </a:rPr>
              <a:t>softmax</a:t>
            </a:r>
          </a:p>
        </p:txBody>
      </p:sp>
      <p:sp>
        <p:nvSpPr>
          <p:cNvPr id="17" name="Rounded Rectangle 16"/>
          <p:cNvSpPr/>
          <p:nvPr/>
        </p:nvSpPr>
        <p:spPr>
          <a:xfrm>
            <a:off x="8321040" y="4023360"/>
            <a:ext cx="658368" cy="420624"/>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4" y="4142232"/>
            <a:ext cx="548640" cy="128016"/>
          </a:xfrm>
          <a:prstGeom prst="rect">
            <a:avLst/>
          </a:prstGeom>
          <a:noFill/>
        </p:spPr>
        <p:txBody>
          <a:bodyPr wrap="square" lIns="27432" rIns="27432" tIns="18288" bIns="18288" anchor="t">
            <a:normAutofit/>
          </a:bodyPr>
          <a:lstStyle/>
          <a:p>
            <a:pPr algn="ctr"/>
            <a:r>
              <a:rPr sz="819" b="1">
                <a:solidFill>
                  <a:srgbClr val="1F4E79"/>
                </a:solidFill>
                <a:latin typeface="Microsoft YaHei"/>
              </a:rPr>
              <a:t>idle</a:t>
            </a:r>
          </a:p>
        </p:txBody>
      </p:sp>
      <p:sp>
        <p:nvSpPr>
          <p:cNvPr id="19" name="Rounded Rectangle 18"/>
          <p:cNvSpPr/>
          <p:nvPr/>
        </p:nvSpPr>
        <p:spPr>
          <a:xfrm>
            <a:off x="9144000" y="4023360"/>
            <a:ext cx="658368" cy="420624"/>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98864" y="4142232"/>
            <a:ext cx="548640" cy="128016"/>
          </a:xfrm>
          <a:prstGeom prst="rect">
            <a:avLst/>
          </a:prstGeom>
          <a:noFill/>
        </p:spPr>
        <p:txBody>
          <a:bodyPr wrap="square" lIns="27432" rIns="27432" tIns="18288" bIns="18288" anchor="t">
            <a:normAutofit/>
          </a:bodyPr>
          <a:lstStyle/>
          <a:p>
            <a:pPr algn="ctr"/>
            <a:r>
              <a:rPr sz="819" b="1">
                <a:solidFill>
                  <a:srgbClr val="1F4E79"/>
                </a:solidFill>
                <a:latin typeface="Microsoft YaHei"/>
              </a:rPr>
              <a:t>walk</a:t>
            </a:r>
          </a:p>
        </p:txBody>
      </p:sp>
      <p:sp>
        <p:nvSpPr>
          <p:cNvPr id="21" name="Rounded Rectangle 20"/>
          <p:cNvSpPr/>
          <p:nvPr/>
        </p:nvSpPr>
        <p:spPr>
          <a:xfrm>
            <a:off x="9966960" y="4023360"/>
            <a:ext cx="658368" cy="420624"/>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21824" y="4142232"/>
            <a:ext cx="548640" cy="128016"/>
          </a:xfrm>
          <a:prstGeom prst="rect">
            <a:avLst/>
          </a:prstGeom>
          <a:noFill/>
        </p:spPr>
        <p:txBody>
          <a:bodyPr wrap="square" lIns="27432" rIns="27432" tIns="18288" bIns="18288" anchor="t">
            <a:normAutofit/>
          </a:bodyPr>
          <a:lstStyle/>
          <a:p>
            <a:pPr algn="ctr"/>
            <a:r>
              <a:rPr sz="819" b="1">
                <a:solidFill>
                  <a:srgbClr val="1F4E79"/>
                </a:solidFill>
                <a:latin typeface="Microsoft YaHei"/>
              </a:rPr>
              <a:t>stairs</a:t>
            </a:r>
          </a:p>
        </p:txBody>
      </p:sp>
      <p:sp>
        <p:nvSpPr>
          <p:cNvPr id="23" name="TextBox 22"/>
          <p:cNvSpPr txBox="1"/>
          <p:nvPr/>
        </p:nvSpPr>
        <p:spPr>
          <a:xfrm>
            <a:off x="859536" y="5998464"/>
            <a:ext cx="5303520" cy="219456"/>
          </a:xfrm>
          <a:prstGeom prst="rect">
            <a:avLst/>
          </a:prstGeom>
          <a:noFill/>
        </p:spPr>
        <p:txBody>
          <a:bodyPr wrap="square" lIns="27432" rIns="27432" tIns="18288" bIns="18288" anchor="t">
            <a:normAutofit/>
          </a:bodyPr>
          <a:lstStyle/>
          <a:p>
            <a:pPr algn="l"/>
            <a:r>
              <a:rPr sz="1050" b="0">
                <a:solidFill>
                  <a:srgbClr val="5F6B7A"/>
                </a:solidFill>
                <a:latin typeface="Microsoft YaHei"/>
              </a:rPr>
              <a:t>课程阶段：动作识别模型训练前的结构设计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Day13 学习目标</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Rounded Rectangle 8"/>
          <p:cNvSpPr/>
          <p:nvPr/>
        </p:nvSpPr>
        <p:spPr>
          <a:xfrm>
            <a:off x="658368" y="1353312"/>
            <a:ext cx="3063240" cy="438912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353312"/>
            <a:ext cx="3063240" cy="82296"/>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664208"/>
            <a:ext cx="2560320" cy="310896"/>
          </a:xfrm>
          <a:prstGeom prst="rect">
            <a:avLst/>
          </a:prstGeom>
          <a:noFill/>
        </p:spPr>
        <p:txBody>
          <a:bodyPr wrap="square" lIns="27432" rIns="27432" tIns="18288" bIns="18288" anchor="t">
            <a:normAutofit/>
          </a:bodyPr>
          <a:lstStyle/>
          <a:p>
            <a:pPr algn="l"/>
            <a:r>
              <a:rPr sz="1650" b="1">
                <a:solidFill>
                  <a:srgbClr val="ED7D31"/>
                </a:solidFill>
                <a:latin typeface="Microsoft YaHei"/>
              </a:rPr>
              <a:t>知识目标</a:t>
            </a:r>
          </a:p>
        </p:txBody>
      </p:sp>
      <p:sp>
        <p:nvSpPr>
          <p:cNvPr id="12" name="TextBox 11"/>
          <p:cNvSpPr txBox="1"/>
          <p:nvPr/>
        </p:nvSpPr>
        <p:spPr>
          <a:xfrm>
            <a:off x="877824" y="2121408"/>
            <a:ext cx="2615184" cy="3182112"/>
          </a:xfrm>
          <a:prstGeom prst="rect">
            <a:avLst/>
          </a:prstGeom>
          <a:noFill/>
        </p:spPr>
        <p:txBody>
          <a:bodyPr wrap="square" lIns="54864" rIns="36576" tIns="18288" bIns="18288">
            <a:normAutofit/>
          </a:bodyPr>
          <a:lstStyle/>
          <a:p>
            <a:pPr>
              <a:lnSpc>
                <a:spcPct val="106000"/>
              </a:lnSpc>
              <a:spcAft>
                <a:spcPts val="400"/>
              </a:spcAft>
            </a:pPr>
            <a:r>
              <a:rPr sz="1360">
                <a:solidFill>
                  <a:srgbClr val="2B3442"/>
                </a:solidFill>
                <a:latin typeface="Microsoft YaHei"/>
              </a:rPr>
              <a:t>• 理解模型设计不是写几层网络这么简单</a:t>
            </a:r>
          </a:p>
          <a:p>
            <a:pPr>
              <a:lnSpc>
                <a:spcPct val="106000"/>
              </a:lnSpc>
              <a:spcAft>
                <a:spcPts val="400"/>
              </a:spcAft>
            </a:pPr>
            <a:r>
              <a:rPr sz="1360">
                <a:solidFill>
                  <a:srgbClr val="2B3442"/>
                </a:solidFill>
                <a:latin typeface="Microsoft YaHei"/>
              </a:rPr>
              <a:t>• 明确输入、输出、损失函数、指标和约束</a:t>
            </a:r>
          </a:p>
          <a:p>
            <a:pPr>
              <a:lnSpc>
                <a:spcPct val="106000"/>
              </a:lnSpc>
              <a:spcAft>
                <a:spcPts val="400"/>
              </a:spcAft>
            </a:pPr>
            <a:r>
              <a:rPr sz="1360">
                <a:solidFill>
                  <a:srgbClr val="2B3442"/>
                </a:solidFill>
                <a:latin typeface="Microsoft YaHei"/>
              </a:rPr>
              <a:t>• 知道 TinyML 模型为什么要先小后大</a:t>
            </a:r>
          </a:p>
        </p:txBody>
      </p:sp>
      <p:sp>
        <p:nvSpPr>
          <p:cNvPr id="13" name="Rounded Rectangle 12"/>
          <p:cNvSpPr/>
          <p:nvPr/>
        </p:nvSpPr>
        <p:spPr>
          <a:xfrm>
            <a:off x="4224528" y="1353312"/>
            <a:ext cx="3063240" cy="438912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353312"/>
            <a:ext cx="3063240" cy="8229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664208"/>
            <a:ext cx="2560320" cy="310896"/>
          </a:xfrm>
          <a:prstGeom prst="rect">
            <a:avLst/>
          </a:prstGeom>
          <a:noFill/>
        </p:spPr>
        <p:txBody>
          <a:bodyPr wrap="square" lIns="27432" rIns="27432" tIns="18288" bIns="18288" anchor="t">
            <a:normAutofit/>
          </a:bodyPr>
          <a:lstStyle/>
          <a:p>
            <a:pPr algn="l"/>
            <a:r>
              <a:rPr sz="1650" b="1">
                <a:solidFill>
                  <a:srgbClr val="4472C4"/>
                </a:solidFill>
                <a:latin typeface="Microsoft YaHei"/>
              </a:rPr>
              <a:t>技能目标</a:t>
            </a:r>
          </a:p>
        </p:txBody>
      </p:sp>
      <p:sp>
        <p:nvSpPr>
          <p:cNvPr id="16" name="TextBox 15"/>
          <p:cNvSpPr txBox="1"/>
          <p:nvPr/>
        </p:nvSpPr>
        <p:spPr>
          <a:xfrm>
            <a:off x="4443984" y="2121408"/>
            <a:ext cx="2615184" cy="3182112"/>
          </a:xfrm>
          <a:prstGeom prst="rect">
            <a:avLst/>
          </a:prstGeom>
          <a:noFill/>
        </p:spPr>
        <p:txBody>
          <a:bodyPr wrap="square" lIns="54864" rIns="36576" tIns="18288" bIns="18288">
            <a:normAutofit/>
          </a:bodyPr>
          <a:lstStyle/>
          <a:p>
            <a:pPr>
              <a:lnSpc>
                <a:spcPct val="106000"/>
              </a:lnSpc>
              <a:spcAft>
                <a:spcPts val="400"/>
              </a:spcAft>
            </a:pPr>
            <a:r>
              <a:rPr sz="1360">
                <a:solidFill>
                  <a:srgbClr val="2B3442"/>
                </a:solidFill>
                <a:latin typeface="Microsoft YaHei"/>
              </a:rPr>
              <a:t>• 能根据 features_all.csv 定义模型输入</a:t>
            </a:r>
          </a:p>
          <a:p>
            <a:pPr>
              <a:lnSpc>
                <a:spcPct val="106000"/>
              </a:lnSpc>
              <a:spcAft>
                <a:spcPts val="400"/>
              </a:spcAft>
            </a:pPr>
            <a:r>
              <a:rPr sz="1360">
                <a:solidFill>
                  <a:srgbClr val="2B3442"/>
                </a:solidFill>
                <a:latin typeface="Microsoft YaHei"/>
              </a:rPr>
              <a:t>• 能设计三分类输出和 Softmax</a:t>
            </a:r>
          </a:p>
          <a:p>
            <a:pPr>
              <a:lnSpc>
                <a:spcPct val="106000"/>
              </a:lnSpc>
              <a:spcAft>
                <a:spcPts val="400"/>
              </a:spcAft>
            </a:pPr>
            <a:r>
              <a:rPr sz="1360">
                <a:solidFill>
                  <a:srgbClr val="2B3442"/>
                </a:solidFill>
                <a:latin typeface="Microsoft YaHei"/>
              </a:rPr>
              <a:t>• 能估算参数量、Flash、RAM 和推理成本</a:t>
            </a:r>
          </a:p>
        </p:txBody>
      </p:sp>
      <p:sp>
        <p:nvSpPr>
          <p:cNvPr id="17" name="Rounded Rectangle 16"/>
          <p:cNvSpPr/>
          <p:nvPr/>
        </p:nvSpPr>
        <p:spPr>
          <a:xfrm>
            <a:off x="7790688" y="1353312"/>
            <a:ext cx="3063240" cy="438912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90688" y="1353312"/>
            <a:ext cx="3063240" cy="82296"/>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19288" y="1664208"/>
            <a:ext cx="2560320" cy="310896"/>
          </a:xfrm>
          <a:prstGeom prst="rect">
            <a:avLst/>
          </a:prstGeom>
          <a:noFill/>
        </p:spPr>
        <p:txBody>
          <a:bodyPr wrap="square" lIns="27432" rIns="27432" tIns="18288" bIns="18288" anchor="t">
            <a:normAutofit/>
          </a:bodyPr>
          <a:lstStyle/>
          <a:p>
            <a:pPr algn="l"/>
            <a:r>
              <a:rPr sz="1650" b="1">
                <a:solidFill>
                  <a:srgbClr val="70AD47"/>
                </a:solidFill>
                <a:latin typeface="Microsoft YaHei"/>
              </a:rPr>
              <a:t>成果输出</a:t>
            </a:r>
          </a:p>
        </p:txBody>
      </p:sp>
      <p:sp>
        <p:nvSpPr>
          <p:cNvPr id="20" name="TextBox 19"/>
          <p:cNvSpPr txBox="1"/>
          <p:nvPr/>
        </p:nvSpPr>
        <p:spPr>
          <a:xfrm>
            <a:off x="8010144" y="2121408"/>
            <a:ext cx="2615184" cy="3182112"/>
          </a:xfrm>
          <a:prstGeom prst="rect">
            <a:avLst/>
          </a:prstGeom>
          <a:noFill/>
        </p:spPr>
        <p:txBody>
          <a:bodyPr wrap="square" lIns="54864" rIns="36576" tIns="18288" bIns="18288">
            <a:normAutofit/>
          </a:bodyPr>
          <a:lstStyle/>
          <a:p>
            <a:pPr>
              <a:lnSpc>
                <a:spcPct val="106000"/>
              </a:lnSpc>
              <a:spcAft>
                <a:spcPts val="400"/>
              </a:spcAft>
            </a:pPr>
            <a:r>
              <a:rPr sz="1360">
                <a:solidFill>
                  <a:srgbClr val="2B3442"/>
                </a:solidFill>
                <a:latin typeface="Microsoft YaHei"/>
              </a:rPr>
              <a:t>• 一份模型设计方案</a:t>
            </a:r>
          </a:p>
          <a:p>
            <a:pPr>
              <a:lnSpc>
                <a:spcPct val="106000"/>
              </a:lnSpc>
              <a:spcAft>
                <a:spcPts val="400"/>
              </a:spcAft>
            </a:pPr>
            <a:r>
              <a:rPr sz="1360">
                <a:solidFill>
                  <a:srgbClr val="2B3442"/>
                </a:solidFill>
                <a:latin typeface="Microsoft YaHei"/>
              </a:rPr>
              <a:t>• 第一版 MLP 网络结构</a:t>
            </a:r>
          </a:p>
          <a:p>
            <a:pPr>
              <a:lnSpc>
                <a:spcPct val="106000"/>
              </a:lnSpc>
              <a:spcAft>
                <a:spcPts val="400"/>
              </a:spcAft>
            </a:pPr>
            <a:r>
              <a:rPr sz="1360">
                <a:solidFill>
                  <a:srgbClr val="2B3442"/>
                </a:solidFill>
                <a:latin typeface="Microsoft YaHei"/>
              </a:rPr>
              <a:t>• 训练前检查清单</a:t>
            </a:r>
          </a:p>
          <a:p>
            <a:pPr>
              <a:lnSpc>
                <a:spcPct val="106000"/>
              </a:lnSpc>
              <a:spcAft>
                <a:spcPts val="400"/>
              </a:spcAft>
            </a:pPr>
            <a:r>
              <a:rPr sz="1360">
                <a:solidFill>
                  <a:srgbClr val="2B3442"/>
                </a:solidFill>
                <a:latin typeface="Microsoft YaHei"/>
              </a:rPr>
              <a:t>• 为 Day14 模型训练做准备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从 Day12 到 Day13：模型设计链路</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Rounded Rectangle 8"/>
          <p:cNvSpPr/>
          <p:nvPr/>
        </p:nvSpPr>
        <p:spPr>
          <a:xfrm>
            <a:off x="640080" y="1828800"/>
            <a:ext cx="1664208" cy="1874519"/>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1975104"/>
            <a:ext cx="384048" cy="219456"/>
          </a:xfrm>
          <a:prstGeom prst="rect">
            <a:avLst/>
          </a:prstGeom>
          <a:noFill/>
        </p:spPr>
        <p:txBody>
          <a:bodyPr wrap="square" lIns="27432" rIns="27432" tIns="18288" bIns="18288" anchor="t">
            <a:normAutofit/>
          </a:bodyPr>
          <a:lstStyle/>
          <a:p>
            <a:pPr algn="l"/>
            <a:r>
              <a:rPr sz="1200" b="1">
                <a:solidFill>
                  <a:srgbClr val="ED7D31"/>
                </a:solidFill>
                <a:latin typeface="Microsoft YaHei"/>
              </a:rPr>
              <a:t>01</a:t>
            </a:r>
          </a:p>
        </p:txBody>
      </p:sp>
      <p:sp>
        <p:nvSpPr>
          <p:cNvPr id="11" name="TextBox 10"/>
          <p:cNvSpPr txBox="1"/>
          <p:nvPr/>
        </p:nvSpPr>
        <p:spPr>
          <a:xfrm>
            <a:off x="804671" y="2304288"/>
            <a:ext cx="1371600" cy="329184"/>
          </a:xfrm>
          <a:prstGeom prst="rect">
            <a:avLst/>
          </a:prstGeom>
          <a:noFill/>
        </p:spPr>
        <p:txBody>
          <a:bodyPr wrap="square" lIns="27432" rIns="27432" tIns="18288" bIns="18288" anchor="t">
            <a:normAutofit/>
          </a:bodyPr>
          <a:lstStyle/>
          <a:p>
            <a:pPr algn="l"/>
            <a:r>
              <a:rPr sz="1420" b="1">
                <a:solidFill>
                  <a:srgbClr val="2B3442"/>
                </a:solidFill>
                <a:latin typeface="Microsoft YaHei"/>
              </a:rPr>
              <a:t>特征表</a:t>
            </a:r>
          </a:p>
        </p:txBody>
      </p:sp>
      <p:sp>
        <p:nvSpPr>
          <p:cNvPr id="12" name="TextBox 11"/>
          <p:cNvSpPr txBox="1"/>
          <p:nvPr/>
        </p:nvSpPr>
        <p:spPr>
          <a:xfrm>
            <a:off x="804671" y="2761488"/>
            <a:ext cx="1371600" cy="713232"/>
          </a:xfrm>
          <a:prstGeom prst="rect">
            <a:avLst/>
          </a:prstGeom>
          <a:noFill/>
        </p:spPr>
        <p:txBody>
          <a:bodyPr wrap="square" lIns="27432" rIns="27432" tIns="18288" bIns="18288" anchor="t">
            <a:normAutofit/>
          </a:bodyPr>
          <a:lstStyle/>
          <a:p>
            <a:pPr algn="l"/>
            <a:r>
              <a:rPr sz="1150" b="0">
                <a:solidFill>
                  <a:srgbClr val="5F6B7A"/>
                </a:solidFill>
                <a:latin typeface="Microsoft YaHei"/>
              </a:rPr>
              <a:t>features_all.csv</a:t>
            </a:r>
          </a:p>
        </p:txBody>
      </p:sp>
      <p:cxnSp>
        <p:nvCxnSpPr>
          <p:cNvPr id="13" name="Connector 12"/>
          <p:cNvCxnSpPr/>
          <p:nvPr/>
        </p:nvCxnSpPr>
        <p:spPr>
          <a:xfrm>
            <a:off x="2322576" y="2761488"/>
            <a:ext cx="201168" cy="0"/>
          </a:xfrm>
          <a:prstGeom prst="line">
            <a:avLst/>
          </a:prstGeom>
          <a:ln w="16510">
            <a:solidFill>
              <a:srgbClr val="ED7D3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60320" y="1828800"/>
            <a:ext cx="1664208" cy="1874519"/>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24912" y="1975104"/>
            <a:ext cx="384048" cy="219456"/>
          </a:xfrm>
          <a:prstGeom prst="rect">
            <a:avLst/>
          </a:prstGeom>
          <a:noFill/>
        </p:spPr>
        <p:txBody>
          <a:bodyPr wrap="square" lIns="27432" rIns="27432" tIns="18288" bIns="18288" anchor="t">
            <a:normAutofit/>
          </a:bodyPr>
          <a:lstStyle/>
          <a:p>
            <a:pPr algn="l"/>
            <a:r>
              <a:rPr sz="1200" b="1">
                <a:solidFill>
                  <a:srgbClr val="4472C4"/>
                </a:solidFill>
                <a:latin typeface="Microsoft YaHei"/>
              </a:rPr>
              <a:t>02</a:t>
            </a:r>
          </a:p>
        </p:txBody>
      </p:sp>
      <p:sp>
        <p:nvSpPr>
          <p:cNvPr id="16" name="TextBox 15"/>
          <p:cNvSpPr txBox="1"/>
          <p:nvPr/>
        </p:nvSpPr>
        <p:spPr>
          <a:xfrm>
            <a:off x="2724912" y="2304288"/>
            <a:ext cx="1371600" cy="329184"/>
          </a:xfrm>
          <a:prstGeom prst="rect">
            <a:avLst/>
          </a:prstGeom>
          <a:noFill/>
        </p:spPr>
        <p:txBody>
          <a:bodyPr wrap="square" lIns="27432" rIns="27432" tIns="18288" bIns="18288" anchor="t">
            <a:normAutofit/>
          </a:bodyPr>
          <a:lstStyle/>
          <a:p>
            <a:pPr algn="l"/>
            <a:r>
              <a:rPr sz="1420" b="1">
                <a:solidFill>
                  <a:srgbClr val="2B3442"/>
                </a:solidFill>
                <a:latin typeface="Microsoft YaHei"/>
              </a:rPr>
              <a:t>输入定义</a:t>
            </a:r>
          </a:p>
        </p:txBody>
      </p:sp>
      <p:sp>
        <p:nvSpPr>
          <p:cNvPr id="17" name="TextBox 16"/>
          <p:cNvSpPr txBox="1"/>
          <p:nvPr/>
        </p:nvSpPr>
        <p:spPr>
          <a:xfrm>
            <a:off x="2724912" y="2761488"/>
            <a:ext cx="1371600" cy="713232"/>
          </a:xfrm>
          <a:prstGeom prst="rect">
            <a:avLst/>
          </a:prstGeom>
          <a:noFill/>
        </p:spPr>
        <p:txBody>
          <a:bodyPr wrap="square" lIns="27432" rIns="27432" tIns="18288" bIns="18288" anchor="t">
            <a:normAutofit/>
          </a:bodyPr>
          <a:lstStyle/>
          <a:p>
            <a:pPr algn="l"/>
            <a:r>
              <a:rPr sz="1150" b="0">
                <a:solidFill>
                  <a:srgbClr val="5F6B7A"/>
                </a:solidFill>
                <a:latin typeface="Microsoft YaHei"/>
              </a:rPr>
              <a:t>X 的列和归一化</a:t>
            </a:r>
          </a:p>
        </p:txBody>
      </p:sp>
      <p:cxnSp>
        <p:nvCxnSpPr>
          <p:cNvPr id="18" name="Connector 17"/>
          <p:cNvCxnSpPr/>
          <p:nvPr/>
        </p:nvCxnSpPr>
        <p:spPr>
          <a:xfrm>
            <a:off x="4242816" y="2761488"/>
            <a:ext cx="201168" cy="0"/>
          </a:xfrm>
          <a:prstGeom prst="line">
            <a:avLst/>
          </a:prstGeom>
          <a:ln w="16510">
            <a:solidFill>
              <a:srgbClr val="4472C4"/>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480560" y="1828800"/>
            <a:ext cx="1664208" cy="1874519"/>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1975104"/>
            <a:ext cx="384048" cy="219456"/>
          </a:xfrm>
          <a:prstGeom prst="rect">
            <a:avLst/>
          </a:prstGeom>
          <a:noFill/>
        </p:spPr>
        <p:txBody>
          <a:bodyPr wrap="square" lIns="27432" rIns="27432" tIns="18288" bIns="18288" anchor="t">
            <a:normAutofit/>
          </a:bodyPr>
          <a:lstStyle/>
          <a:p>
            <a:pPr algn="l"/>
            <a:r>
              <a:rPr sz="1200" b="1">
                <a:solidFill>
                  <a:srgbClr val="70AD47"/>
                </a:solidFill>
                <a:latin typeface="Microsoft YaHei"/>
              </a:rPr>
              <a:t>03</a:t>
            </a:r>
          </a:p>
        </p:txBody>
      </p:sp>
      <p:sp>
        <p:nvSpPr>
          <p:cNvPr id="21" name="TextBox 20"/>
          <p:cNvSpPr txBox="1"/>
          <p:nvPr/>
        </p:nvSpPr>
        <p:spPr>
          <a:xfrm>
            <a:off x="4645152" y="2304288"/>
            <a:ext cx="1371600" cy="329184"/>
          </a:xfrm>
          <a:prstGeom prst="rect">
            <a:avLst/>
          </a:prstGeom>
          <a:noFill/>
        </p:spPr>
        <p:txBody>
          <a:bodyPr wrap="square" lIns="27432" rIns="27432" tIns="18288" bIns="18288" anchor="t">
            <a:normAutofit/>
          </a:bodyPr>
          <a:lstStyle/>
          <a:p>
            <a:pPr algn="l"/>
            <a:r>
              <a:rPr sz="1420" b="1">
                <a:solidFill>
                  <a:srgbClr val="2B3442"/>
                </a:solidFill>
                <a:latin typeface="Microsoft YaHei"/>
              </a:rPr>
              <a:t>输出定义</a:t>
            </a:r>
          </a:p>
        </p:txBody>
      </p:sp>
      <p:sp>
        <p:nvSpPr>
          <p:cNvPr id="22" name="TextBox 21"/>
          <p:cNvSpPr txBox="1"/>
          <p:nvPr/>
        </p:nvSpPr>
        <p:spPr>
          <a:xfrm>
            <a:off x="4645152" y="2761488"/>
            <a:ext cx="1371600" cy="713232"/>
          </a:xfrm>
          <a:prstGeom prst="rect">
            <a:avLst/>
          </a:prstGeom>
          <a:noFill/>
        </p:spPr>
        <p:txBody>
          <a:bodyPr wrap="square" lIns="27432" rIns="27432" tIns="18288" bIns="18288" anchor="t">
            <a:normAutofit/>
          </a:bodyPr>
          <a:lstStyle/>
          <a:p>
            <a:pPr algn="l"/>
            <a:r>
              <a:rPr sz="1150" b="0">
                <a:solidFill>
                  <a:srgbClr val="5F6B7A"/>
                </a:solidFill>
                <a:latin typeface="Microsoft YaHei"/>
              </a:rPr>
              <a:t>idle/walk/stairs</a:t>
            </a:r>
          </a:p>
        </p:txBody>
      </p:sp>
      <p:cxnSp>
        <p:nvCxnSpPr>
          <p:cNvPr id="23" name="Connector 22"/>
          <p:cNvCxnSpPr/>
          <p:nvPr/>
        </p:nvCxnSpPr>
        <p:spPr>
          <a:xfrm>
            <a:off x="6163056" y="2761488"/>
            <a:ext cx="201168" cy="0"/>
          </a:xfrm>
          <a:prstGeom prst="line">
            <a:avLst/>
          </a:prstGeom>
          <a:ln w="16510">
            <a:solidFill>
              <a:srgbClr val="70AD4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00800" y="1828800"/>
            <a:ext cx="1664208" cy="1874519"/>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1975104"/>
            <a:ext cx="384048" cy="219456"/>
          </a:xfrm>
          <a:prstGeom prst="rect">
            <a:avLst/>
          </a:prstGeom>
          <a:noFill/>
        </p:spPr>
        <p:txBody>
          <a:bodyPr wrap="square" lIns="27432" rIns="27432" tIns="18288" bIns="18288" anchor="t">
            <a:normAutofit/>
          </a:bodyPr>
          <a:lstStyle/>
          <a:p>
            <a:pPr algn="l"/>
            <a:r>
              <a:rPr sz="1200" b="1">
                <a:solidFill>
                  <a:srgbClr val="1F4E79"/>
                </a:solidFill>
                <a:latin typeface="Microsoft YaHei"/>
              </a:rPr>
              <a:t>04</a:t>
            </a:r>
          </a:p>
        </p:txBody>
      </p:sp>
      <p:sp>
        <p:nvSpPr>
          <p:cNvPr id="26" name="TextBox 25"/>
          <p:cNvSpPr txBox="1"/>
          <p:nvPr/>
        </p:nvSpPr>
        <p:spPr>
          <a:xfrm>
            <a:off x="6565392" y="2304288"/>
            <a:ext cx="1371600" cy="329184"/>
          </a:xfrm>
          <a:prstGeom prst="rect">
            <a:avLst/>
          </a:prstGeom>
          <a:noFill/>
        </p:spPr>
        <p:txBody>
          <a:bodyPr wrap="square" lIns="27432" rIns="27432" tIns="18288" bIns="18288" anchor="t">
            <a:normAutofit/>
          </a:bodyPr>
          <a:lstStyle/>
          <a:p>
            <a:pPr algn="l"/>
            <a:r>
              <a:rPr sz="1420" b="1">
                <a:solidFill>
                  <a:srgbClr val="2B3442"/>
                </a:solidFill>
                <a:latin typeface="Microsoft YaHei"/>
              </a:rPr>
              <a:t>结构选择</a:t>
            </a:r>
          </a:p>
        </p:txBody>
      </p:sp>
      <p:sp>
        <p:nvSpPr>
          <p:cNvPr id="27" name="TextBox 26"/>
          <p:cNvSpPr txBox="1"/>
          <p:nvPr/>
        </p:nvSpPr>
        <p:spPr>
          <a:xfrm>
            <a:off x="6565392" y="2761488"/>
            <a:ext cx="1371600" cy="713232"/>
          </a:xfrm>
          <a:prstGeom prst="rect">
            <a:avLst/>
          </a:prstGeom>
          <a:noFill/>
        </p:spPr>
        <p:txBody>
          <a:bodyPr wrap="square" lIns="27432" rIns="27432" tIns="18288" bIns="18288" anchor="t">
            <a:normAutofit/>
          </a:bodyPr>
          <a:lstStyle/>
          <a:p>
            <a:pPr algn="l"/>
            <a:r>
              <a:rPr sz="1150" b="0">
                <a:solidFill>
                  <a:srgbClr val="5F6B7A"/>
                </a:solidFill>
                <a:latin typeface="Microsoft YaHei"/>
              </a:rPr>
              <a:t>MLP 或 1D CNN</a:t>
            </a:r>
          </a:p>
        </p:txBody>
      </p:sp>
      <p:cxnSp>
        <p:nvCxnSpPr>
          <p:cNvPr id="28" name="Connector 27"/>
          <p:cNvCxnSpPr/>
          <p:nvPr/>
        </p:nvCxnSpPr>
        <p:spPr>
          <a:xfrm>
            <a:off x="8083296" y="2761488"/>
            <a:ext cx="201168" cy="0"/>
          </a:xfrm>
          <a:prstGeom prst="line">
            <a:avLst/>
          </a:prstGeom>
          <a:ln w="16510">
            <a:solidFill>
              <a:srgbClr val="1F4E79"/>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321040" y="1828800"/>
            <a:ext cx="1664208" cy="1874519"/>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85632" y="1975104"/>
            <a:ext cx="384048" cy="219456"/>
          </a:xfrm>
          <a:prstGeom prst="rect">
            <a:avLst/>
          </a:prstGeom>
          <a:noFill/>
        </p:spPr>
        <p:txBody>
          <a:bodyPr wrap="square" lIns="27432" rIns="27432" tIns="18288" bIns="18288" anchor="t">
            <a:normAutofit/>
          </a:bodyPr>
          <a:lstStyle/>
          <a:p>
            <a:pPr algn="l"/>
            <a:r>
              <a:rPr sz="1200" b="1">
                <a:solidFill>
                  <a:srgbClr val="8068A8"/>
                </a:solidFill>
                <a:latin typeface="Microsoft YaHei"/>
              </a:rPr>
              <a:t>05</a:t>
            </a:r>
          </a:p>
        </p:txBody>
      </p:sp>
      <p:sp>
        <p:nvSpPr>
          <p:cNvPr id="31" name="TextBox 30"/>
          <p:cNvSpPr txBox="1"/>
          <p:nvPr/>
        </p:nvSpPr>
        <p:spPr>
          <a:xfrm>
            <a:off x="8485632" y="2304288"/>
            <a:ext cx="1371600" cy="329184"/>
          </a:xfrm>
          <a:prstGeom prst="rect">
            <a:avLst/>
          </a:prstGeom>
          <a:noFill/>
        </p:spPr>
        <p:txBody>
          <a:bodyPr wrap="square" lIns="27432" rIns="27432" tIns="18288" bIns="18288" anchor="t">
            <a:normAutofit/>
          </a:bodyPr>
          <a:lstStyle/>
          <a:p>
            <a:pPr algn="l"/>
            <a:r>
              <a:rPr sz="1420" b="1">
                <a:solidFill>
                  <a:srgbClr val="2B3442"/>
                </a:solidFill>
                <a:latin typeface="Microsoft YaHei"/>
              </a:rPr>
              <a:t>约束评估</a:t>
            </a:r>
          </a:p>
        </p:txBody>
      </p:sp>
      <p:sp>
        <p:nvSpPr>
          <p:cNvPr id="32" name="TextBox 31"/>
          <p:cNvSpPr txBox="1"/>
          <p:nvPr/>
        </p:nvSpPr>
        <p:spPr>
          <a:xfrm>
            <a:off x="8485632" y="2761488"/>
            <a:ext cx="1371600" cy="713232"/>
          </a:xfrm>
          <a:prstGeom prst="rect">
            <a:avLst/>
          </a:prstGeom>
          <a:noFill/>
        </p:spPr>
        <p:txBody>
          <a:bodyPr wrap="square" lIns="27432" rIns="27432" tIns="18288" bIns="18288" anchor="t">
            <a:normAutofit/>
          </a:bodyPr>
          <a:lstStyle/>
          <a:p>
            <a:pPr algn="l"/>
            <a:r>
              <a:rPr sz="1150" b="0">
                <a:solidFill>
                  <a:srgbClr val="5F6B7A"/>
                </a:solidFill>
                <a:latin typeface="Microsoft YaHei"/>
              </a:rPr>
              <a:t>大小、RAM、延迟</a:t>
            </a:r>
          </a:p>
        </p:txBody>
      </p:sp>
      <p:cxnSp>
        <p:nvCxnSpPr>
          <p:cNvPr id="33" name="Connector 32"/>
          <p:cNvCxnSpPr/>
          <p:nvPr/>
        </p:nvCxnSpPr>
        <p:spPr>
          <a:xfrm>
            <a:off x="10003536" y="2761488"/>
            <a:ext cx="201168" cy="0"/>
          </a:xfrm>
          <a:prstGeom prst="line">
            <a:avLst/>
          </a:prstGeom>
          <a:ln w="16510">
            <a:solidFill>
              <a:srgbClr val="8068A8"/>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241280" y="1828800"/>
            <a:ext cx="1664208" cy="1874519"/>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05872" y="1975104"/>
            <a:ext cx="384048" cy="219456"/>
          </a:xfrm>
          <a:prstGeom prst="rect">
            <a:avLst/>
          </a:prstGeom>
          <a:noFill/>
        </p:spPr>
        <p:txBody>
          <a:bodyPr wrap="square" lIns="27432" rIns="27432" tIns="18288" bIns="18288" anchor="t">
            <a:normAutofit/>
          </a:bodyPr>
          <a:lstStyle/>
          <a:p>
            <a:pPr algn="l"/>
            <a:r>
              <a:rPr sz="1200" b="1">
                <a:solidFill>
                  <a:srgbClr val="4F81BD"/>
                </a:solidFill>
                <a:latin typeface="Microsoft YaHei"/>
              </a:rPr>
              <a:t>06</a:t>
            </a:r>
          </a:p>
        </p:txBody>
      </p:sp>
      <p:sp>
        <p:nvSpPr>
          <p:cNvPr id="36" name="TextBox 35"/>
          <p:cNvSpPr txBox="1"/>
          <p:nvPr/>
        </p:nvSpPr>
        <p:spPr>
          <a:xfrm>
            <a:off x="10405872" y="2304288"/>
            <a:ext cx="1371600" cy="329184"/>
          </a:xfrm>
          <a:prstGeom prst="rect">
            <a:avLst/>
          </a:prstGeom>
          <a:noFill/>
        </p:spPr>
        <p:txBody>
          <a:bodyPr wrap="square" lIns="27432" rIns="27432" tIns="18288" bIns="18288" anchor="t">
            <a:normAutofit/>
          </a:bodyPr>
          <a:lstStyle/>
          <a:p>
            <a:pPr algn="l"/>
            <a:r>
              <a:rPr sz="1420" b="1">
                <a:solidFill>
                  <a:srgbClr val="2B3442"/>
                </a:solidFill>
                <a:latin typeface="Microsoft YaHei"/>
              </a:rPr>
              <a:t>训练准备</a:t>
            </a:r>
          </a:p>
        </p:txBody>
      </p:sp>
      <p:sp>
        <p:nvSpPr>
          <p:cNvPr id="37" name="TextBox 36"/>
          <p:cNvSpPr txBox="1"/>
          <p:nvPr/>
        </p:nvSpPr>
        <p:spPr>
          <a:xfrm>
            <a:off x="10405872" y="2761488"/>
            <a:ext cx="1371600" cy="713232"/>
          </a:xfrm>
          <a:prstGeom prst="rect">
            <a:avLst/>
          </a:prstGeom>
          <a:noFill/>
        </p:spPr>
        <p:txBody>
          <a:bodyPr wrap="square" lIns="27432" rIns="27432" tIns="18288" bIns="18288" anchor="t">
            <a:normAutofit/>
          </a:bodyPr>
          <a:lstStyle/>
          <a:p>
            <a:pPr algn="l"/>
            <a:r>
              <a:rPr sz="1150" b="0">
                <a:solidFill>
                  <a:srgbClr val="5F6B7A"/>
                </a:solidFill>
                <a:latin typeface="Microsoft YaHei"/>
              </a:rPr>
              <a:t>Day14 开始训练</a:t>
            </a:r>
          </a:p>
        </p:txBody>
      </p:sp>
      <p:sp>
        <p:nvSpPr>
          <p:cNvPr id="38" name="TextBox 37"/>
          <p:cNvSpPr txBox="1"/>
          <p:nvPr/>
        </p:nvSpPr>
        <p:spPr>
          <a:xfrm>
            <a:off x="914400" y="4599432"/>
            <a:ext cx="10012680" cy="475488"/>
          </a:xfrm>
          <a:prstGeom prst="rect">
            <a:avLst/>
          </a:prstGeom>
          <a:noFill/>
        </p:spPr>
        <p:txBody>
          <a:bodyPr wrap="square" lIns="27432" rIns="27432" tIns="18288" bIns="18288" anchor="t">
            <a:normAutofit/>
          </a:bodyPr>
          <a:lstStyle/>
          <a:p>
            <a:pPr algn="ctr"/>
            <a:r>
              <a:rPr sz="1800" b="1">
                <a:solidFill>
                  <a:srgbClr val="1F4E79"/>
                </a:solidFill>
                <a:latin typeface="Microsoft YaHei"/>
              </a:rPr>
              <a:t>目标：先把模型的输入、输出、结构、指标和部署约束设计清楚，再进入训练。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为什么训练前要先做模型设计</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4</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不先设计模型，训练脚本很容易变成不断试错的堆参数。</a:t>
            </a:r>
          </a:p>
          <a:p>
            <a:pPr>
              <a:lnSpc>
                <a:spcPct val="106000"/>
              </a:lnSpc>
              <a:spcAft>
                <a:spcPts val="400"/>
              </a:spcAft>
            </a:pPr>
            <a:r>
              <a:rPr sz="1520">
                <a:solidFill>
                  <a:srgbClr val="2B3442"/>
                </a:solidFill>
                <a:latin typeface="Microsoft YaHei"/>
              </a:rPr>
              <a:t>• 嵌入式模型要同时考虑准确率、模型大小、RAM、推理时间和可部署性。</a:t>
            </a:r>
          </a:p>
          <a:p>
            <a:pPr>
              <a:lnSpc>
                <a:spcPct val="106000"/>
              </a:lnSpc>
              <a:spcAft>
                <a:spcPts val="400"/>
              </a:spcAft>
            </a:pPr>
            <a:r>
              <a:rPr sz="1520">
                <a:solidFill>
                  <a:srgbClr val="2B3442"/>
                </a:solidFill>
                <a:latin typeface="Microsoft YaHei"/>
              </a:rPr>
              <a:t>• 输入特征、窗口长度、类别定义和部署端前处理必须提前定清楚。</a:t>
            </a:r>
          </a:p>
          <a:p>
            <a:pPr>
              <a:lnSpc>
                <a:spcPct val="106000"/>
              </a:lnSpc>
              <a:spcAft>
                <a:spcPts val="400"/>
              </a:spcAft>
            </a:pPr>
            <a:r>
              <a:rPr sz="1520">
                <a:solidFill>
                  <a:srgbClr val="2B3442"/>
                </a:solidFill>
                <a:latin typeface="Microsoft YaHei"/>
              </a:rPr>
              <a:t>• 模型设计的目标是先确定一个合理的第一版，而不是一次做到最复杂。</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本节课是训练之前的工程设计课：先把边界定好，下一节课训练才不会乱。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本节课的设计结论先说清楚</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5</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第一版模型采用特征表输入，而不是直接使用完整时序。</a:t>
            </a:r>
          </a:p>
          <a:p>
            <a:pPr>
              <a:lnSpc>
                <a:spcPct val="106000"/>
              </a:lnSpc>
              <a:spcAft>
                <a:spcPts val="400"/>
              </a:spcAft>
            </a:pPr>
            <a:r>
              <a:rPr sz="1520">
                <a:solidFill>
                  <a:srgbClr val="2B3442"/>
                </a:solidFill>
                <a:latin typeface="Microsoft YaHei"/>
              </a:rPr>
              <a:t>• 第一版网络采用小型 MLP：Dense 32 + Dense 16 + Dense 3。</a:t>
            </a:r>
          </a:p>
          <a:p>
            <a:pPr>
              <a:lnSpc>
                <a:spcPct val="106000"/>
              </a:lnSpc>
              <a:spcAft>
                <a:spcPts val="400"/>
              </a:spcAft>
            </a:pPr>
            <a:r>
              <a:rPr sz="1520">
                <a:solidFill>
                  <a:srgbClr val="2B3442"/>
                </a:solidFill>
                <a:latin typeface="Microsoft YaHei"/>
              </a:rPr>
              <a:t>• 输出是三分类概率：idle、walk、stairs。</a:t>
            </a:r>
          </a:p>
          <a:p>
            <a:pPr>
              <a:lnSpc>
                <a:spcPct val="106000"/>
              </a:lnSpc>
              <a:spcAft>
                <a:spcPts val="400"/>
              </a:spcAft>
            </a:pPr>
            <a:r>
              <a:rPr sz="1520">
                <a:solidFill>
                  <a:srgbClr val="2B3442"/>
                </a:solidFill>
                <a:latin typeface="Microsoft YaHei"/>
              </a:rPr>
              <a:t>• 训练指标不仅看 accuracy，还要看混淆矩阵和每类召回率。</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先用简单模型跑通闭环，再根据错误类型决定是否升级模型。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6656" y="914400"/>
            <a:ext cx="164592" cy="50292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987552"/>
            <a:ext cx="868680" cy="411480"/>
          </a:xfrm>
          <a:prstGeom prst="rect">
            <a:avLst/>
          </a:prstGeom>
          <a:noFill/>
        </p:spPr>
        <p:txBody>
          <a:bodyPr wrap="square" lIns="27432" rIns="27432" tIns="18288" bIns="18288" anchor="t">
            <a:normAutofit/>
          </a:bodyPr>
          <a:lstStyle/>
          <a:p>
            <a:pPr algn="l"/>
            <a:r>
              <a:rPr sz="1900" b="1">
                <a:solidFill>
                  <a:srgbClr val="ED7D31"/>
                </a:solidFill>
                <a:latin typeface="Microsoft YaHei"/>
              </a:rPr>
              <a:t>01</a:t>
            </a:r>
          </a:p>
        </p:txBody>
      </p:sp>
      <p:sp>
        <p:nvSpPr>
          <p:cNvPr id="5" name="TextBox 4"/>
          <p:cNvSpPr txBox="1"/>
          <p:nvPr/>
        </p:nvSpPr>
        <p:spPr>
          <a:xfrm>
            <a:off x="1060704" y="1481328"/>
            <a:ext cx="8229600" cy="713232"/>
          </a:xfrm>
          <a:prstGeom prst="rect">
            <a:avLst/>
          </a:prstGeom>
          <a:noFill/>
        </p:spPr>
        <p:txBody>
          <a:bodyPr wrap="square" lIns="27432" rIns="27432" tIns="18288" bIns="18288" anchor="t">
            <a:normAutofit/>
          </a:bodyPr>
          <a:lstStyle/>
          <a:p>
            <a:pPr algn="l"/>
            <a:r>
              <a:rPr sz="3400" b="1">
                <a:solidFill>
                  <a:srgbClr val="FFFFFF"/>
                </a:solidFill>
                <a:latin typeface="Microsoft YaHei"/>
              </a:rPr>
              <a:t>第一部分：定义任务</a:t>
            </a:r>
          </a:p>
        </p:txBody>
      </p:sp>
      <p:sp>
        <p:nvSpPr>
          <p:cNvPr id="6" name="TextBox 5"/>
          <p:cNvSpPr txBox="1"/>
          <p:nvPr/>
        </p:nvSpPr>
        <p:spPr>
          <a:xfrm>
            <a:off x="1078992" y="2377440"/>
            <a:ext cx="7863840" cy="603504"/>
          </a:xfrm>
          <a:prstGeom prst="rect">
            <a:avLst/>
          </a:prstGeom>
          <a:noFill/>
        </p:spPr>
        <p:txBody>
          <a:bodyPr wrap="square" lIns="27432" rIns="27432" tIns="18288" bIns="18288" anchor="t">
            <a:normAutofit/>
          </a:bodyPr>
          <a:lstStyle/>
          <a:p>
            <a:pPr algn="l"/>
            <a:r>
              <a:rPr sz="1700" b="0">
                <a:solidFill>
                  <a:srgbClr val="E7E6E6"/>
                </a:solidFill>
                <a:latin typeface="Microsoft YaHei"/>
              </a:rPr>
              <a:t>先把模型要解决的问题、输入是什么、输出是什么讲清楚。</a:t>
            </a:r>
          </a:p>
        </p:txBody>
      </p:sp>
      <p:sp>
        <p:nvSpPr>
          <p:cNvPr id="7" name="TextBox 6"/>
          <p:cNvSpPr txBox="1"/>
          <p:nvPr/>
        </p:nvSpPr>
        <p:spPr>
          <a:xfrm>
            <a:off x="1078992" y="5907024"/>
            <a:ext cx="3657600" cy="219456"/>
          </a:xfrm>
          <a:prstGeom prst="rect">
            <a:avLst/>
          </a:prstGeom>
          <a:noFill/>
        </p:spPr>
        <p:txBody>
          <a:bodyPr wrap="square" lIns="27432" rIns="27432" tIns="18288" bIns="18288" anchor="t">
            <a:normAutofit/>
          </a:bodyPr>
          <a:lstStyle/>
          <a:p>
            <a:pPr algn="l"/>
            <a:r>
              <a:rPr sz="950" b="0">
                <a:solidFill>
                  <a:srgbClr val="D9E2F0"/>
                </a:solidFill>
                <a:latin typeface="Microsoft YaHei"/>
              </a:rPr>
              <a:t>Day13 模型设计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任务定义：三分类动作识别</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7</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输入：Day12 产生的一个窗口的特征向量。</a:t>
            </a:r>
          </a:p>
          <a:p>
            <a:pPr>
              <a:lnSpc>
                <a:spcPct val="106000"/>
              </a:lnSpc>
              <a:spcAft>
                <a:spcPts val="400"/>
              </a:spcAft>
            </a:pPr>
            <a:r>
              <a:rPr sz="1520">
                <a:solidFill>
                  <a:srgbClr val="2B3442"/>
                </a:solidFill>
                <a:latin typeface="Microsoft YaHei"/>
              </a:rPr>
              <a:t>• 输出：这个窗口属于 idle、walk、stairs 的概率。</a:t>
            </a:r>
          </a:p>
          <a:p>
            <a:pPr>
              <a:lnSpc>
                <a:spcPct val="106000"/>
              </a:lnSpc>
              <a:spcAft>
                <a:spcPts val="400"/>
              </a:spcAft>
            </a:pPr>
            <a:r>
              <a:rPr sz="1520">
                <a:solidFill>
                  <a:srgbClr val="2B3442"/>
                </a:solidFill>
                <a:latin typeface="Microsoft YaHei"/>
              </a:rPr>
              <a:t>• 模型不是识别某一个瞬时采样点，而是识别一段约 1.28 秒的动作片段。</a:t>
            </a:r>
          </a:p>
          <a:p>
            <a:pPr>
              <a:lnSpc>
                <a:spcPct val="106000"/>
              </a:lnSpc>
              <a:spcAft>
                <a:spcPts val="400"/>
              </a:spcAft>
            </a:pPr>
            <a:r>
              <a:rPr sz="1520">
                <a:solidFill>
                  <a:srgbClr val="2B3442"/>
                </a:solidFill>
                <a:latin typeface="Microsoft YaHei"/>
              </a:rPr>
              <a:t>• 最终部署时，MCU 每得到一个窗口，就输出一次动作类别。</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模型学习的是窗口级别动作，不是单点级别动作。这个边界必须讲清楚。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输入 X：features_all.csv 中的特征列</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8</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graphicFrame>
        <p:nvGraphicFramePr>
          <p:cNvPr id="9" name="Table 8"/>
          <p:cNvGraphicFramePr>
            <a:graphicFrameLocks noGrp="1"/>
          </p:cNvGraphicFramePr>
          <p:nvPr/>
        </p:nvGraphicFramePr>
        <p:xfrm>
          <a:off x="621792" y="1353312"/>
          <a:ext cx="10972800" cy="4526280"/>
        </p:xfrm>
        <a:graphic>
          <a:graphicData uri="http://schemas.openxmlformats.org/drawingml/2006/table">
            <a:tbl>
              <a:tblPr firstRow="1" bandRow="1">
                <a:tableStyleId>{5C22544A-7EE6-4342-B048-85BDC9FD1C3A}</a:tableStyleId>
              </a:tblPr>
              <a:tblGrid>
                <a:gridCol w="2194560"/>
                <a:gridCol w="2011680"/>
                <a:gridCol w="6766560"/>
              </a:tblGrid>
              <a:tr h="754380">
                <a:tc>
                  <a:txBody>
                    <a:bodyPr/>
                    <a:lstStyle/>
                    <a:p>
                      <a:pPr algn="ctr"/>
                      <a:r>
                        <a:rPr sz="1160" b="1">
                          <a:solidFill>
                            <a:srgbClr val="FFFFFF"/>
                          </a:solidFill>
                          <a:latin typeface="Microsoft YaHei"/>
                        </a:rPr>
                        <a:t>字段类型</a:t>
                      </a:r>
                    </a:p>
                  </a:txBody>
                  <a:tcPr marL="54864" marR="45720" marT="36576" marB="36576" anchor="ctr">
                    <a:solidFill>
                      <a:srgbClr val="1F4E79"/>
                    </a:solidFill>
                  </a:tcPr>
                </a:tc>
                <a:tc>
                  <a:txBody>
                    <a:bodyPr/>
                    <a:lstStyle/>
                    <a:p>
                      <a:pPr algn="l"/>
                      <a:r>
                        <a:rPr sz="1160" b="1">
                          <a:solidFill>
                            <a:srgbClr val="FFFFFF"/>
                          </a:solidFill>
                          <a:latin typeface="Microsoft YaHei"/>
                        </a:rPr>
                        <a:t>是否进入模型</a:t>
                      </a:r>
                    </a:p>
                  </a:txBody>
                  <a:tcPr marL="54864" marR="45720" marT="36576" marB="36576" anchor="ctr">
                    <a:solidFill>
                      <a:srgbClr val="1F4E79"/>
                    </a:solidFill>
                  </a:tcPr>
                </a:tc>
                <a:tc>
                  <a:txBody>
                    <a:bodyPr/>
                    <a:lstStyle/>
                    <a:p>
                      <a:pPr algn="l"/>
                      <a:r>
                        <a:rPr sz="1160" b="1">
                          <a:solidFill>
                            <a:srgbClr val="FFFFFF"/>
                          </a:solidFill>
                          <a:latin typeface="Microsoft YaHei"/>
                        </a:rPr>
                        <a:t>说明</a:t>
                      </a:r>
                    </a:p>
                  </a:txBody>
                  <a:tcPr marL="54864" marR="45720" marT="36576" marB="36576" anchor="ctr">
                    <a:solidFill>
                      <a:srgbClr val="1F4E79"/>
                    </a:solidFill>
                  </a:tcPr>
                </a:tc>
              </a:tr>
              <a:tr h="754380">
                <a:tc>
                  <a:txBody>
                    <a:bodyPr/>
                    <a:lstStyle/>
                    <a:p>
                      <a:pPr algn="ctr"/>
                      <a:r>
                        <a:rPr sz="1100" b="0">
                          <a:solidFill>
                            <a:srgbClr val="2B3442"/>
                          </a:solidFill>
                          <a:latin typeface="Microsoft YaHei"/>
                        </a:rPr>
                        <a:t>label / label_id</a:t>
                      </a:r>
                    </a:p>
                  </a:txBody>
                  <a:tcPr marL="54864" marR="45720" marT="36576" marB="36576" anchor="ctr">
                    <a:solidFill>
                      <a:srgbClr val="FFFFFF"/>
                    </a:solidFill>
                  </a:tcPr>
                </a:tc>
                <a:tc>
                  <a:txBody>
                    <a:bodyPr/>
                    <a:lstStyle/>
                    <a:p>
                      <a:pPr algn="l"/>
                      <a:r>
                        <a:rPr sz="1100" b="0">
                          <a:solidFill>
                            <a:srgbClr val="2B3442"/>
                          </a:solidFill>
                          <a:latin typeface="Microsoft YaHei"/>
                        </a:rPr>
                        <a:t>否</a:t>
                      </a:r>
                    </a:p>
                  </a:txBody>
                  <a:tcPr marL="54864" marR="45720" marT="36576" marB="36576" anchor="ctr">
                    <a:solidFill>
                      <a:srgbClr val="FFFFFF"/>
                    </a:solidFill>
                  </a:tcPr>
                </a:tc>
                <a:tc>
                  <a:txBody>
                    <a:bodyPr/>
                    <a:lstStyle/>
                    <a:p>
                      <a:pPr algn="l"/>
                      <a:r>
                        <a:rPr sz="1100" b="0">
                          <a:solidFill>
                            <a:srgbClr val="2B3442"/>
                          </a:solidFill>
                          <a:latin typeface="Microsoft YaHei"/>
                        </a:rPr>
                        <a:t>这是答案标签，训练时作为 y，不能放进输入 X。</a:t>
                      </a:r>
                    </a:p>
                  </a:txBody>
                  <a:tcPr marL="54864" marR="45720" marT="36576" marB="36576" anchor="ctr">
                    <a:solidFill>
                      <a:srgbClr val="FFFFFF"/>
                    </a:solidFill>
                  </a:tcPr>
                </a:tc>
              </a:tr>
              <a:tr h="754380">
                <a:tc>
                  <a:txBody>
                    <a:bodyPr/>
                    <a:lstStyle/>
                    <a:p>
                      <a:pPr algn="ctr"/>
                      <a:r>
                        <a:rPr sz="1100" b="0">
                          <a:solidFill>
                            <a:srgbClr val="2B3442"/>
                          </a:solidFill>
                          <a:latin typeface="Microsoft YaHei"/>
                        </a:rPr>
                        <a:t>start_ms / end_ms</a:t>
                      </a:r>
                    </a:p>
                  </a:txBody>
                  <a:tcPr marL="54864" marR="45720" marT="36576" marB="36576" anchor="ctr">
                    <a:solidFill>
                      <a:srgbClr val="FAFBFD"/>
                    </a:solidFill>
                  </a:tcPr>
                </a:tc>
                <a:tc>
                  <a:txBody>
                    <a:bodyPr/>
                    <a:lstStyle/>
                    <a:p>
                      <a:pPr algn="l"/>
                      <a:r>
                        <a:rPr sz="1100" b="0">
                          <a:solidFill>
                            <a:srgbClr val="2B3442"/>
                          </a:solidFill>
                          <a:latin typeface="Microsoft YaHei"/>
                        </a:rPr>
                        <a:t>否</a:t>
                      </a:r>
                    </a:p>
                  </a:txBody>
                  <a:tcPr marL="54864" marR="45720" marT="36576" marB="36576" anchor="ctr">
                    <a:solidFill>
                      <a:srgbClr val="FAFBFD"/>
                    </a:solidFill>
                  </a:tcPr>
                </a:tc>
                <a:tc>
                  <a:txBody>
                    <a:bodyPr/>
                    <a:lstStyle/>
                    <a:p>
                      <a:pPr algn="l"/>
                      <a:r>
                        <a:rPr sz="1100" b="0">
                          <a:solidFill>
                            <a:srgbClr val="2B3442"/>
                          </a:solidFill>
                          <a:latin typeface="Microsoft YaHei"/>
                        </a:rPr>
                        <a:t>这是窗口时间信息，通常不用于分类模型输入。</a:t>
                      </a:r>
                    </a:p>
                  </a:txBody>
                  <a:tcPr marL="54864" marR="45720" marT="36576" marB="36576" anchor="ctr">
                    <a:solidFill>
                      <a:srgbClr val="FAFBFD"/>
                    </a:solidFill>
                  </a:tcPr>
                </a:tc>
              </a:tr>
              <a:tr h="754380">
                <a:tc>
                  <a:txBody>
                    <a:bodyPr/>
                    <a:lstStyle/>
                    <a:p>
                      <a:pPr algn="ctr"/>
                      <a:r>
                        <a:rPr sz="1100" b="0">
                          <a:solidFill>
                            <a:srgbClr val="2B3442"/>
                          </a:solidFill>
                          <a:latin typeface="Microsoft YaHei"/>
                        </a:rPr>
                        <a:t>n_samples / valid_ratio</a:t>
                      </a:r>
                    </a:p>
                  </a:txBody>
                  <a:tcPr marL="54864" marR="45720" marT="36576" marB="36576" anchor="ctr">
                    <a:solidFill>
                      <a:srgbClr val="FFFFFF"/>
                    </a:solidFill>
                  </a:tcPr>
                </a:tc>
                <a:tc>
                  <a:txBody>
                    <a:bodyPr/>
                    <a:lstStyle/>
                    <a:p>
                      <a:pPr algn="l"/>
                      <a:r>
                        <a:rPr sz="1100" b="0">
                          <a:solidFill>
                            <a:srgbClr val="2B3442"/>
                          </a:solidFill>
                          <a:latin typeface="Microsoft YaHei"/>
                        </a:rPr>
                        <a:t>谨慎</a:t>
                      </a:r>
                    </a:p>
                  </a:txBody>
                  <a:tcPr marL="54864" marR="45720" marT="36576" marB="36576" anchor="ctr">
                    <a:solidFill>
                      <a:srgbClr val="FFFFFF"/>
                    </a:solidFill>
                  </a:tcPr>
                </a:tc>
                <a:tc>
                  <a:txBody>
                    <a:bodyPr/>
                    <a:lstStyle/>
                    <a:p>
                      <a:pPr algn="l"/>
                      <a:r>
                        <a:rPr sz="1100" b="0">
                          <a:solidFill>
                            <a:srgbClr val="2B3442"/>
                          </a:solidFill>
                          <a:latin typeface="Microsoft YaHei"/>
                        </a:rPr>
                        <a:t>可用于数据质量检查，第一版不建议作为动作特征。</a:t>
                      </a:r>
                    </a:p>
                  </a:txBody>
                  <a:tcPr marL="54864" marR="45720" marT="36576" marB="36576" anchor="ctr">
                    <a:solidFill>
                      <a:srgbClr val="FFFFFF"/>
                    </a:solidFill>
                  </a:tcPr>
                </a:tc>
              </a:tr>
              <a:tr h="754380">
                <a:tc>
                  <a:txBody>
                    <a:bodyPr/>
                    <a:lstStyle/>
                    <a:p>
                      <a:pPr algn="ctr"/>
                      <a:r>
                        <a:rPr sz="1100" b="0">
                          <a:solidFill>
                            <a:srgbClr val="2B3442"/>
                          </a:solidFill>
                          <a:latin typeface="Microsoft YaHei"/>
                        </a:rPr>
                        <a:t>time 特征</a:t>
                      </a:r>
                    </a:p>
                  </a:txBody>
                  <a:tcPr marL="54864" marR="45720" marT="36576" marB="36576" anchor="ctr">
                    <a:solidFill>
                      <a:srgbClr val="FAFBFD"/>
                    </a:solidFill>
                  </a:tcPr>
                </a:tc>
                <a:tc>
                  <a:txBody>
                    <a:bodyPr/>
                    <a:lstStyle/>
                    <a:p>
                      <a:pPr algn="l"/>
                      <a:r>
                        <a:rPr sz="1100" b="0">
                          <a:solidFill>
                            <a:srgbClr val="2B3442"/>
                          </a:solidFill>
                          <a:latin typeface="Microsoft YaHei"/>
                        </a:rPr>
                        <a:t>是</a:t>
                      </a:r>
                    </a:p>
                  </a:txBody>
                  <a:tcPr marL="54864" marR="45720" marT="36576" marB="36576" anchor="ctr">
                    <a:solidFill>
                      <a:srgbClr val="FAFBFD"/>
                    </a:solidFill>
                  </a:tcPr>
                </a:tc>
                <a:tc>
                  <a:txBody>
                    <a:bodyPr/>
                    <a:lstStyle/>
                    <a:p>
                      <a:pPr algn="l"/>
                      <a:r>
                        <a:rPr sz="1100" b="0">
                          <a:solidFill>
                            <a:srgbClr val="2B3442"/>
                          </a:solidFill>
                          <a:latin typeface="Microsoft YaHei"/>
                        </a:rPr>
                        <a:t>均值、标准差、RMS、峰峰值等，适合 MCU 部署。</a:t>
                      </a:r>
                    </a:p>
                  </a:txBody>
                  <a:tcPr marL="54864" marR="45720" marT="36576" marB="36576" anchor="ctr">
                    <a:solidFill>
                      <a:srgbClr val="FAFBFD"/>
                    </a:solidFill>
                  </a:tcPr>
                </a:tc>
              </a:tr>
              <a:tr h="754380">
                <a:tc>
                  <a:txBody>
                    <a:bodyPr/>
                    <a:lstStyle/>
                    <a:p>
                      <a:pPr algn="ctr"/>
                      <a:r>
                        <a:rPr sz="1100" b="0">
                          <a:solidFill>
                            <a:srgbClr val="2B3442"/>
                          </a:solidFill>
                          <a:latin typeface="Microsoft YaHei"/>
                        </a:rPr>
                        <a:t>freq 特征</a:t>
                      </a:r>
                    </a:p>
                  </a:txBody>
                  <a:tcPr marL="54864" marR="45720" marT="36576" marB="36576" anchor="ctr">
                    <a:solidFill>
                      <a:srgbClr val="FFFFFF"/>
                    </a:solidFill>
                  </a:tcPr>
                </a:tc>
                <a:tc>
                  <a:txBody>
                    <a:bodyPr/>
                    <a:lstStyle/>
                    <a:p>
                      <a:pPr algn="l"/>
                      <a:r>
                        <a:rPr sz="1100" b="0">
                          <a:solidFill>
                            <a:srgbClr val="2B3442"/>
                          </a:solidFill>
                          <a:latin typeface="Microsoft YaHei"/>
                        </a:rPr>
                        <a:t>可选</a:t>
                      </a:r>
                    </a:p>
                  </a:txBody>
                  <a:tcPr marL="54864" marR="45720" marT="36576" marB="36576" anchor="ctr">
                    <a:solidFill>
                      <a:srgbClr val="FFFFFF"/>
                    </a:solidFill>
                  </a:tcPr>
                </a:tc>
                <a:tc>
                  <a:txBody>
                    <a:bodyPr/>
                    <a:lstStyle/>
                    <a:p>
                      <a:pPr algn="l"/>
                      <a:r>
                        <a:rPr sz="1100" b="0">
                          <a:solidFill>
                            <a:srgbClr val="2B3442"/>
                          </a:solidFill>
                          <a:latin typeface="Microsoft YaHei"/>
                        </a:rPr>
                        <a:t>主频、频带能量、质心、谐波，信息丰富但部署成本更高。</a:t>
                      </a:r>
                    </a:p>
                  </a:txBody>
                  <a:tcPr marL="54864" marR="45720" marT="36576" marB="36576"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输出 y：三类动作概率</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9</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模型最后输出 3 个数字，分别对应 idle、walk、stairs。</a:t>
            </a:r>
          </a:p>
          <a:p>
            <a:pPr>
              <a:lnSpc>
                <a:spcPct val="106000"/>
              </a:lnSpc>
              <a:spcAft>
                <a:spcPts val="400"/>
              </a:spcAft>
            </a:pPr>
            <a:r>
              <a:rPr sz="1520">
                <a:solidFill>
                  <a:srgbClr val="2B3442"/>
                </a:solidFill>
                <a:latin typeface="Microsoft YaHei"/>
              </a:rPr>
              <a:t>• 这 3 个数字经过 Softmax 后会变成概率，总和为 1。</a:t>
            </a:r>
          </a:p>
          <a:p>
            <a:pPr>
              <a:lnSpc>
                <a:spcPct val="106000"/>
              </a:lnSpc>
              <a:spcAft>
                <a:spcPts val="400"/>
              </a:spcAft>
            </a:pPr>
            <a:r>
              <a:rPr sz="1520">
                <a:solidFill>
                  <a:srgbClr val="2B3442"/>
                </a:solidFill>
                <a:latin typeface="Microsoft YaHei"/>
              </a:rPr>
              <a:t>• 推理时选择概率最大的类别作为当前动作。</a:t>
            </a:r>
          </a:p>
          <a:p>
            <a:pPr>
              <a:lnSpc>
                <a:spcPct val="106000"/>
              </a:lnSpc>
              <a:spcAft>
                <a:spcPts val="400"/>
              </a:spcAft>
            </a:pPr>
            <a:r>
              <a:rPr sz="1520">
                <a:solidFill>
                  <a:srgbClr val="2B3442"/>
                </a:solidFill>
                <a:latin typeface="Microsoft YaHei"/>
              </a:rPr>
              <a:t>• 如果最高概率很低，可以在后续课程加入“不确定”或平滑策略。</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输出不是一个字符串，而是 3 个概率。字符串类别只是我们对概率最大项的解释。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标签定义必须稳定</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10</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graphicFrame>
        <p:nvGraphicFramePr>
          <p:cNvPr id="9" name="Table 8"/>
          <p:cNvGraphicFramePr>
            <a:graphicFrameLocks noGrp="1"/>
          </p:cNvGraphicFramePr>
          <p:nvPr/>
        </p:nvGraphicFramePr>
        <p:xfrm>
          <a:off x="621792" y="1353312"/>
          <a:ext cx="10972800" cy="4526280"/>
        </p:xfrm>
        <a:graphic>
          <a:graphicData uri="http://schemas.openxmlformats.org/drawingml/2006/table">
            <a:tbl>
              <a:tblPr firstRow="1" bandRow="1">
                <a:tableStyleId>{5C22544A-7EE6-4342-B048-85BDC9FD1C3A}</a:tableStyleId>
              </a:tblPr>
              <a:tblGrid>
                <a:gridCol w="1280160"/>
                <a:gridCol w="2743200"/>
                <a:gridCol w="6949440"/>
              </a:tblGrid>
              <a:tr h="1131570">
                <a:tc>
                  <a:txBody>
                    <a:bodyPr/>
                    <a:lstStyle/>
                    <a:p>
                      <a:pPr algn="ctr"/>
                      <a:r>
                        <a:rPr sz="1160" b="1">
                          <a:solidFill>
                            <a:srgbClr val="FFFFFF"/>
                          </a:solidFill>
                          <a:latin typeface="Microsoft YaHei"/>
                        </a:rPr>
                        <a:t>标签</a:t>
                      </a:r>
                    </a:p>
                  </a:txBody>
                  <a:tcPr marL="54864" marR="45720" marT="36576" marB="36576" anchor="ctr">
                    <a:solidFill>
                      <a:srgbClr val="1F4E79"/>
                    </a:solidFill>
                  </a:tcPr>
                </a:tc>
                <a:tc>
                  <a:txBody>
                    <a:bodyPr/>
                    <a:lstStyle/>
                    <a:p>
                      <a:pPr algn="l"/>
                      <a:r>
                        <a:rPr sz="1160" b="1">
                          <a:solidFill>
                            <a:srgbClr val="FFFFFF"/>
                          </a:solidFill>
                          <a:latin typeface="Microsoft YaHei"/>
                        </a:rPr>
                        <a:t>含义</a:t>
                      </a:r>
                    </a:p>
                  </a:txBody>
                  <a:tcPr marL="54864" marR="45720" marT="36576" marB="36576" anchor="ctr">
                    <a:solidFill>
                      <a:srgbClr val="1F4E79"/>
                    </a:solidFill>
                  </a:tcPr>
                </a:tc>
                <a:tc>
                  <a:txBody>
                    <a:bodyPr/>
                    <a:lstStyle/>
                    <a:p>
                      <a:pPr algn="l"/>
                      <a:r>
                        <a:rPr sz="1160" b="1">
                          <a:solidFill>
                            <a:srgbClr val="FFFFFF"/>
                          </a:solidFill>
                          <a:latin typeface="Microsoft YaHei"/>
                        </a:rPr>
                        <a:t>模型设计注意点</a:t>
                      </a:r>
                    </a:p>
                  </a:txBody>
                  <a:tcPr marL="54864" marR="45720" marT="36576" marB="36576" anchor="ctr">
                    <a:solidFill>
                      <a:srgbClr val="1F4E79"/>
                    </a:solidFill>
                  </a:tcPr>
                </a:tc>
              </a:tr>
              <a:tr h="1131570">
                <a:tc>
                  <a:txBody>
                    <a:bodyPr/>
                    <a:lstStyle/>
                    <a:p>
                      <a:pPr algn="ctr"/>
                      <a:r>
                        <a:rPr sz="1100" b="0">
                          <a:solidFill>
                            <a:srgbClr val="2B3442"/>
                          </a:solidFill>
                          <a:latin typeface="Microsoft YaHei"/>
                        </a:rPr>
                        <a:t>idle</a:t>
                      </a:r>
                    </a:p>
                  </a:txBody>
                  <a:tcPr marL="54864" marR="45720" marT="36576" marB="36576" anchor="ctr">
                    <a:solidFill>
                      <a:srgbClr val="FFFFFF"/>
                    </a:solidFill>
                  </a:tcPr>
                </a:tc>
                <a:tc>
                  <a:txBody>
                    <a:bodyPr/>
                    <a:lstStyle/>
                    <a:p>
                      <a:pPr algn="l"/>
                      <a:r>
                        <a:rPr sz="1100" b="0">
                          <a:solidFill>
                            <a:srgbClr val="2B3442"/>
                          </a:solidFill>
                          <a:latin typeface="Microsoft YaHei"/>
                        </a:rPr>
                        <a:t>停止/静止</a:t>
                      </a:r>
                    </a:p>
                  </a:txBody>
                  <a:tcPr marL="54864" marR="45720" marT="36576" marB="36576" anchor="ctr">
                    <a:solidFill>
                      <a:srgbClr val="FFFFFF"/>
                    </a:solidFill>
                  </a:tcPr>
                </a:tc>
                <a:tc>
                  <a:txBody>
                    <a:bodyPr/>
                    <a:lstStyle/>
                    <a:p>
                      <a:pPr algn="l"/>
                      <a:r>
                        <a:rPr sz="1100" b="0">
                          <a:solidFill>
                            <a:srgbClr val="2B3442"/>
                          </a:solidFill>
                          <a:latin typeface="Microsoft YaHei"/>
                        </a:rPr>
                        <a:t>静止要采够，且要避免把准备动作、拿起板子的动作混进去。</a:t>
                      </a:r>
                    </a:p>
                  </a:txBody>
                  <a:tcPr marL="54864" marR="45720" marT="36576" marB="36576" anchor="ctr">
                    <a:solidFill>
                      <a:srgbClr val="FFFFFF"/>
                    </a:solidFill>
                  </a:tcPr>
                </a:tc>
              </a:tr>
              <a:tr h="1131570">
                <a:tc>
                  <a:txBody>
                    <a:bodyPr/>
                    <a:lstStyle/>
                    <a:p>
                      <a:pPr algn="ctr"/>
                      <a:r>
                        <a:rPr sz="1100" b="0">
                          <a:solidFill>
                            <a:srgbClr val="2B3442"/>
                          </a:solidFill>
                          <a:latin typeface="Microsoft YaHei"/>
                        </a:rPr>
                        <a:t>walk</a:t>
                      </a:r>
                    </a:p>
                  </a:txBody>
                  <a:tcPr marL="54864" marR="45720" marT="36576" marB="36576" anchor="ctr">
                    <a:solidFill>
                      <a:srgbClr val="FAFBFD"/>
                    </a:solidFill>
                  </a:tcPr>
                </a:tc>
                <a:tc>
                  <a:txBody>
                    <a:bodyPr/>
                    <a:lstStyle/>
                    <a:p>
                      <a:pPr algn="l"/>
                      <a:r>
                        <a:rPr sz="1100" b="0">
                          <a:solidFill>
                            <a:srgbClr val="2B3442"/>
                          </a:solidFill>
                          <a:latin typeface="Microsoft YaHei"/>
                        </a:rPr>
                        <a:t>正常走路</a:t>
                      </a:r>
                    </a:p>
                  </a:txBody>
                  <a:tcPr marL="54864" marR="45720" marT="36576" marB="36576" anchor="ctr">
                    <a:solidFill>
                      <a:srgbClr val="FAFBFD"/>
                    </a:solidFill>
                  </a:tcPr>
                </a:tc>
                <a:tc>
                  <a:txBody>
                    <a:bodyPr/>
                    <a:lstStyle/>
                    <a:p>
                      <a:pPr algn="l"/>
                      <a:r>
                        <a:rPr sz="1100" b="0">
                          <a:solidFill>
                            <a:srgbClr val="2B3442"/>
                          </a:solidFill>
                          <a:latin typeface="Microsoft YaHei"/>
                        </a:rPr>
                        <a:t>要保持佩戴方式一致，尽量覆盖慢走、正常走、不同人。</a:t>
                      </a:r>
                    </a:p>
                  </a:txBody>
                  <a:tcPr marL="54864" marR="45720" marT="36576" marB="36576" anchor="ctr">
                    <a:solidFill>
                      <a:srgbClr val="FAFBFD"/>
                    </a:solidFill>
                  </a:tcPr>
                </a:tc>
              </a:tr>
              <a:tr h="1131570">
                <a:tc>
                  <a:txBody>
                    <a:bodyPr/>
                    <a:lstStyle/>
                    <a:p>
                      <a:pPr algn="ctr"/>
                      <a:r>
                        <a:rPr sz="1100" b="0">
                          <a:solidFill>
                            <a:srgbClr val="2B3442"/>
                          </a:solidFill>
                          <a:latin typeface="Microsoft YaHei"/>
                        </a:rPr>
                        <a:t>stairs</a:t>
                      </a:r>
                    </a:p>
                  </a:txBody>
                  <a:tcPr marL="54864" marR="45720" marT="36576" marB="36576" anchor="ctr">
                    <a:solidFill>
                      <a:srgbClr val="FFFFFF"/>
                    </a:solidFill>
                  </a:tcPr>
                </a:tc>
                <a:tc>
                  <a:txBody>
                    <a:bodyPr/>
                    <a:lstStyle/>
                    <a:p>
                      <a:pPr algn="l"/>
                      <a:r>
                        <a:rPr sz="1100" b="0">
                          <a:solidFill>
                            <a:srgbClr val="2B3442"/>
                          </a:solidFill>
                          <a:latin typeface="Microsoft YaHei"/>
                        </a:rPr>
                        <a:t>上楼梯</a:t>
                      </a:r>
                    </a:p>
                  </a:txBody>
                  <a:tcPr marL="54864" marR="45720" marT="36576" marB="36576" anchor="ctr">
                    <a:solidFill>
                      <a:srgbClr val="FFFFFF"/>
                    </a:solidFill>
                  </a:tcPr>
                </a:tc>
                <a:tc>
                  <a:txBody>
                    <a:bodyPr/>
                    <a:lstStyle/>
                    <a:p>
                      <a:pPr algn="l"/>
                      <a:r>
                        <a:rPr sz="1100" b="0">
                          <a:solidFill>
                            <a:srgbClr val="2B3442"/>
                          </a:solidFill>
                          <a:latin typeface="Microsoft YaHei"/>
                        </a:rPr>
                        <a:t>要避免混入下楼、转身、站立等待，否则标签会污染。</a:t>
                      </a:r>
                    </a:p>
                  </a:txBody>
                  <a:tcPr marL="54864" marR="45720" marT="36576" marB="36576"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训练集划分：避免数据泄漏</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11</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不能把同一段连续采集数据切出的相邻窗口随机分到训练集和测试集。</a:t>
            </a:r>
          </a:p>
          <a:p>
            <a:pPr>
              <a:lnSpc>
                <a:spcPct val="106000"/>
              </a:lnSpc>
              <a:spcAft>
                <a:spcPts val="400"/>
              </a:spcAft>
            </a:pPr>
            <a:r>
              <a:rPr sz="1520">
                <a:solidFill>
                  <a:srgbClr val="2B3442"/>
                </a:solidFill>
                <a:latin typeface="Microsoft YaHei"/>
              </a:rPr>
              <a:t>• 相邻窗口高度相似，如果同时出现在训练和测试中，测试准确率会虚高。</a:t>
            </a:r>
          </a:p>
          <a:p>
            <a:pPr>
              <a:lnSpc>
                <a:spcPct val="106000"/>
              </a:lnSpc>
              <a:spcAft>
                <a:spcPts val="400"/>
              </a:spcAft>
            </a:pPr>
            <a:r>
              <a:rPr sz="1520">
                <a:solidFill>
                  <a:srgbClr val="2B3442"/>
                </a:solidFill>
                <a:latin typeface="Microsoft YaHei"/>
              </a:rPr>
              <a:t>• 更合理的做法是按采集 session、按人、按时间段划分。</a:t>
            </a:r>
          </a:p>
          <a:p>
            <a:pPr>
              <a:lnSpc>
                <a:spcPct val="106000"/>
              </a:lnSpc>
              <a:spcAft>
                <a:spcPts val="400"/>
              </a:spcAft>
            </a:pPr>
            <a:r>
              <a:rPr sz="1520">
                <a:solidFill>
                  <a:srgbClr val="2B3442"/>
                </a:solidFill>
                <a:latin typeface="Microsoft YaHei"/>
              </a:rPr>
              <a:t>• 第一版课程可以先按 session 划分，后续再扩展到跨人泛化。</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模型设计阶段就要考虑验证方式，否则训练结果会看起来很好但实际上不可靠。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归一化策略：训练和部署必须一致</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12</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不同特征的数值范围差别很大，直接输入会影响训练稳定性。</a:t>
            </a:r>
          </a:p>
          <a:p>
            <a:pPr>
              <a:lnSpc>
                <a:spcPct val="106000"/>
              </a:lnSpc>
              <a:spcAft>
                <a:spcPts val="400"/>
              </a:spcAft>
            </a:pPr>
            <a:r>
              <a:rPr sz="1520">
                <a:solidFill>
                  <a:srgbClr val="2B3442"/>
                </a:solidFill>
                <a:latin typeface="Microsoft YaHei"/>
              </a:rPr>
              <a:t>• 常见做法是对每个特征计算 mean 和 std，训练时做标准化。</a:t>
            </a:r>
          </a:p>
          <a:p>
            <a:pPr>
              <a:lnSpc>
                <a:spcPct val="106000"/>
              </a:lnSpc>
              <a:spcAft>
                <a:spcPts val="400"/>
              </a:spcAft>
            </a:pPr>
            <a:r>
              <a:rPr sz="1520">
                <a:solidFill>
                  <a:srgbClr val="2B3442"/>
                </a:solidFill>
                <a:latin typeface="Microsoft YaHei"/>
              </a:rPr>
              <a:t>• mean 和 std 只能用训练集计算，不能用测试集计算。</a:t>
            </a:r>
          </a:p>
          <a:p>
            <a:pPr>
              <a:lnSpc>
                <a:spcPct val="106000"/>
              </a:lnSpc>
              <a:spcAft>
                <a:spcPts val="400"/>
              </a:spcAft>
            </a:pPr>
            <a:r>
              <a:rPr sz="1520">
                <a:solidFill>
                  <a:srgbClr val="2B3442"/>
                </a:solidFill>
                <a:latin typeface="Microsoft YaHei"/>
              </a:rPr>
              <a:t>• 部署到 MCU 时，也必须使用同一组 mean/std 对实时特征做处理。</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归一化参数本质上也是模型的一部分，后续要随模型一起保存和部署。</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6656" y="914400"/>
            <a:ext cx="164592" cy="50292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987552"/>
            <a:ext cx="868680" cy="411480"/>
          </a:xfrm>
          <a:prstGeom prst="rect">
            <a:avLst/>
          </a:prstGeom>
          <a:noFill/>
        </p:spPr>
        <p:txBody>
          <a:bodyPr wrap="square" lIns="27432" rIns="27432" tIns="18288" bIns="18288" anchor="t">
            <a:normAutofit/>
          </a:bodyPr>
          <a:lstStyle/>
          <a:p>
            <a:pPr algn="l"/>
            <a:r>
              <a:rPr sz="1900" b="1">
                <a:solidFill>
                  <a:srgbClr val="ED7D31"/>
                </a:solidFill>
                <a:latin typeface="Microsoft YaHei"/>
              </a:rPr>
              <a:t>02</a:t>
            </a:r>
          </a:p>
        </p:txBody>
      </p:sp>
      <p:sp>
        <p:nvSpPr>
          <p:cNvPr id="5" name="TextBox 4"/>
          <p:cNvSpPr txBox="1"/>
          <p:nvPr/>
        </p:nvSpPr>
        <p:spPr>
          <a:xfrm>
            <a:off x="1060704" y="1481328"/>
            <a:ext cx="8229600" cy="713232"/>
          </a:xfrm>
          <a:prstGeom prst="rect">
            <a:avLst/>
          </a:prstGeom>
          <a:noFill/>
        </p:spPr>
        <p:txBody>
          <a:bodyPr wrap="square" lIns="27432" rIns="27432" tIns="18288" bIns="18288" anchor="t">
            <a:normAutofit/>
          </a:bodyPr>
          <a:lstStyle/>
          <a:p>
            <a:pPr algn="l"/>
            <a:r>
              <a:rPr sz="3400" b="1">
                <a:solidFill>
                  <a:srgbClr val="FFFFFF"/>
                </a:solidFill>
                <a:latin typeface="Microsoft YaHei"/>
              </a:rPr>
              <a:t>第二部分：选择模型结构</a:t>
            </a:r>
          </a:p>
        </p:txBody>
      </p:sp>
      <p:sp>
        <p:nvSpPr>
          <p:cNvPr id="6" name="TextBox 5"/>
          <p:cNvSpPr txBox="1"/>
          <p:nvPr/>
        </p:nvSpPr>
        <p:spPr>
          <a:xfrm>
            <a:off x="1078992" y="2377440"/>
            <a:ext cx="7863840" cy="603504"/>
          </a:xfrm>
          <a:prstGeom prst="rect">
            <a:avLst/>
          </a:prstGeom>
          <a:noFill/>
        </p:spPr>
        <p:txBody>
          <a:bodyPr wrap="square" lIns="27432" rIns="27432" tIns="18288" bIns="18288" anchor="t">
            <a:normAutofit/>
          </a:bodyPr>
          <a:lstStyle/>
          <a:p>
            <a:pPr algn="l"/>
            <a:r>
              <a:rPr sz="1700" b="0">
                <a:solidFill>
                  <a:srgbClr val="E7E6E6"/>
                </a:solidFill>
                <a:latin typeface="Microsoft YaHei"/>
              </a:rPr>
              <a:t>根据输入形式、数据量和 MCU 资源选择第一版模型。</a:t>
            </a:r>
          </a:p>
        </p:txBody>
      </p:sp>
      <p:sp>
        <p:nvSpPr>
          <p:cNvPr id="7" name="TextBox 6"/>
          <p:cNvSpPr txBox="1"/>
          <p:nvPr/>
        </p:nvSpPr>
        <p:spPr>
          <a:xfrm>
            <a:off x="1078992" y="5907024"/>
            <a:ext cx="3657600" cy="219456"/>
          </a:xfrm>
          <a:prstGeom prst="rect">
            <a:avLst/>
          </a:prstGeom>
          <a:noFill/>
        </p:spPr>
        <p:txBody>
          <a:bodyPr wrap="square" lIns="27432" rIns="27432" tIns="18288" bIns="18288" anchor="t">
            <a:normAutofit/>
          </a:bodyPr>
          <a:lstStyle/>
          <a:p>
            <a:pPr algn="l"/>
            <a:r>
              <a:rPr sz="950" b="0">
                <a:solidFill>
                  <a:srgbClr val="D9E2F0"/>
                </a:solidFill>
                <a:latin typeface="Microsoft YaHei"/>
              </a:rPr>
              <a:t>Day13 模型设计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三种可选路线对比</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14</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graphicFrame>
        <p:nvGraphicFramePr>
          <p:cNvPr id="9" name="Table 8"/>
          <p:cNvGraphicFramePr>
            <a:graphicFrameLocks noGrp="1"/>
          </p:cNvGraphicFramePr>
          <p:nvPr/>
        </p:nvGraphicFramePr>
        <p:xfrm>
          <a:off x="621792" y="1353312"/>
          <a:ext cx="10972800" cy="4526280"/>
        </p:xfrm>
        <a:graphic>
          <a:graphicData uri="http://schemas.openxmlformats.org/drawingml/2006/table">
            <a:tbl>
              <a:tblPr firstRow="1" bandRow="1">
                <a:tableStyleId>{5C22544A-7EE6-4342-B048-85BDC9FD1C3A}</a:tableStyleId>
              </a:tblPr>
              <a:tblGrid>
                <a:gridCol w="1828800"/>
                <a:gridCol w="2194560"/>
                <a:gridCol w="3291840"/>
                <a:gridCol w="3657600"/>
              </a:tblGrid>
              <a:tr h="1131570">
                <a:tc>
                  <a:txBody>
                    <a:bodyPr/>
                    <a:lstStyle/>
                    <a:p>
                      <a:pPr algn="ctr"/>
                      <a:r>
                        <a:rPr sz="1160" b="1">
                          <a:solidFill>
                            <a:srgbClr val="FFFFFF"/>
                          </a:solidFill>
                          <a:latin typeface="Microsoft YaHei"/>
                        </a:rPr>
                        <a:t>路线</a:t>
                      </a:r>
                    </a:p>
                  </a:txBody>
                  <a:tcPr marL="54864" marR="45720" marT="36576" marB="36576" anchor="ctr">
                    <a:solidFill>
                      <a:srgbClr val="1F4E79"/>
                    </a:solidFill>
                  </a:tcPr>
                </a:tc>
                <a:tc>
                  <a:txBody>
                    <a:bodyPr/>
                    <a:lstStyle/>
                    <a:p>
                      <a:pPr algn="l"/>
                      <a:r>
                        <a:rPr sz="1160" b="1">
                          <a:solidFill>
                            <a:srgbClr val="FFFFFF"/>
                          </a:solidFill>
                          <a:latin typeface="Microsoft YaHei"/>
                        </a:rPr>
                        <a:t>输入</a:t>
                      </a:r>
                    </a:p>
                  </a:txBody>
                  <a:tcPr marL="54864" marR="45720" marT="36576" marB="36576" anchor="ctr">
                    <a:solidFill>
                      <a:srgbClr val="1F4E79"/>
                    </a:solidFill>
                  </a:tcPr>
                </a:tc>
                <a:tc>
                  <a:txBody>
                    <a:bodyPr/>
                    <a:lstStyle/>
                    <a:p>
                      <a:pPr algn="l"/>
                      <a:r>
                        <a:rPr sz="1160" b="1">
                          <a:solidFill>
                            <a:srgbClr val="FFFFFF"/>
                          </a:solidFill>
                          <a:latin typeface="Microsoft YaHei"/>
                        </a:rPr>
                        <a:t>优点</a:t>
                      </a:r>
                    </a:p>
                  </a:txBody>
                  <a:tcPr marL="54864" marR="45720" marT="36576" marB="36576" anchor="ctr">
                    <a:solidFill>
                      <a:srgbClr val="1F4E79"/>
                    </a:solidFill>
                  </a:tcPr>
                </a:tc>
                <a:tc>
                  <a:txBody>
                    <a:bodyPr/>
                    <a:lstStyle/>
                    <a:p>
                      <a:pPr algn="l"/>
                      <a:r>
                        <a:rPr sz="1160" b="1">
                          <a:solidFill>
                            <a:srgbClr val="FFFFFF"/>
                          </a:solidFill>
                          <a:latin typeface="Microsoft YaHei"/>
                        </a:rPr>
                        <a:t>缺点</a:t>
                      </a:r>
                    </a:p>
                  </a:txBody>
                  <a:tcPr marL="54864" marR="45720" marT="36576" marB="36576" anchor="ctr">
                    <a:solidFill>
                      <a:srgbClr val="1F4E79"/>
                    </a:solidFill>
                  </a:tcPr>
                </a:tc>
              </a:tr>
              <a:tr h="1131570">
                <a:tc>
                  <a:txBody>
                    <a:bodyPr/>
                    <a:lstStyle/>
                    <a:p>
                      <a:pPr algn="ctr"/>
                      <a:r>
                        <a:rPr sz="1100" b="0">
                          <a:solidFill>
                            <a:srgbClr val="2B3442"/>
                          </a:solidFill>
                          <a:latin typeface="Microsoft YaHei"/>
                        </a:rPr>
                        <a:t>规则阈值</a:t>
                      </a:r>
                    </a:p>
                  </a:txBody>
                  <a:tcPr marL="54864" marR="45720" marT="36576" marB="36576" anchor="ctr">
                    <a:solidFill>
                      <a:srgbClr val="FFFFFF"/>
                    </a:solidFill>
                  </a:tcPr>
                </a:tc>
                <a:tc>
                  <a:txBody>
                    <a:bodyPr/>
                    <a:lstStyle/>
                    <a:p>
                      <a:pPr algn="l"/>
                      <a:r>
                        <a:rPr sz="1100" b="0">
                          <a:solidFill>
                            <a:srgbClr val="2B3442"/>
                          </a:solidFill>
                          <a:latin typeface="Microsoft YaHei"/>
                        </a:rPr>
                        <a:t>少量特征</a:t>
                      </a:r>
                    </a:p>
                  </a:txBody>
                  <a:tcPr marL="54864" marR="45720" marT="36576" marB="36576" anchor="ctr">
                    <a:solidFill>
                      <a:srgbClr val="FFFFFF"/>
                    </a:solidFill>
                  </a:tcPr>
                </a:tc>
                <a:tc>
                  <a:txBody>
                    <a:bodyPr/>
                    <a:lstStyle/>
                    <a:p>
                      <a:pPr algn="l"/>
                      <a:r>
                        <a:rPr sz="1100" b="0">
                          <a:solidFill>
                            <a:srgbClr val="2B3442"/>
                          </a:solidFill>
                          <a:latin typeface="Microsoft YaHei"/>
                        </a:rPr>
                        <a:t>最简单、可解释、部署成本极低</a:t>
                      </a:r>
                    </a:p>
                  </a:txBody>
                  <a:tcPr marL="54864" marR="45720" marT="36576" marB="36576" anchor="ctr">
                    <a:solidFill>
                      <a:srgbClr val="FFFFFF"/>
                    </a:solidFill>
                  </a:tcPr>
                </a:tc>
                <a:tc>
                  <a:txBody>
                    <a:bodyPr/>
                    <a:lstStyle/>
                    <a:p>
                      <a:pPr algn="l"/>
                      <a:r>
                        <a:rPr sz="1100" b="0">
                          <a:solidFill>
                            <a:srgbClr val="2B3442"/>
                          </a:solidFill>
                          <a:latin typeface="Microsoft YaHei"/>
                        </a:rPr>
                        <a:t>泛化能力差，难处理边界动作</a:t>
                      </a:r>
                    </a:p>
                  </a:txBody>
                  <a:tcPr marL="54864" marR="45720" marT="36576" marB="36576" anchor="ctr">
                    <a:solidFill>
                      <a:srgbClr val="FFFFFF"/>
                    </a:solidFill>
                  </a:tcPr>
                </a:tc>
              </a:tr>
              <a:tr h="1131570">
                <a:tc>
                  <a:txBody>
                    <a:bodyPr/>
                    <a:lstStyle/>
                    <a:p>
                      <a:pPr algn="ctr"/>
                      <a:r>
                        <a:rPr sz="1100" b="0">
                          <a:solidFill>
                            <a:srgbClr val="2B3442"/>
                          </a:solidFill>
                          <a:latin typeface="Microsoft YaHei"/>
                        </a:rPr>
                        <a:t>特征 + MLP</a:t>
                      </a:r>
                    </a:p>
                  </a:txBody>
                  <a:tcPr marL="54864" marR="45720" marT="36576" marB="36576" anchor="ctr">
                    <a:solidFill>
                      <a:srgbClr val="FAFBFD"/>
                    </a:solidFill>
                  </a:tcPr>
                </a:tc>
                <a:tc>
                  <a:txBody>
                    <a:bodyPr/>
                    <a:lstStyle/>
                    <a:p>
                      <a:pPr algn="l"/>
                      <a:r>
                        <a:rPr sz="1100" b="0">
                          <a:solidFill>
                            <a:srgbClr val="2B3442"/>
                          </a:solidFill>
                          <a:latin typeface="Microsoft YaHei"/>
                        </a:rPr>
                        <a:t>Day12 特征表</a:t>
                      </a:r>
                    </a:p>
                  </a:txBody>
                  <a:tcPr marL="54864" marR="45720" marT="36576" marB="36576" anchor="ctr">
                    <a:solidFill>
                      <a:srgbClr val="FAFBFD"/>
                    </a:solidFill>
                  </a:tcPr>
                </a:tc>
                <a:tc>
                  <a:txBody>
                    <a:bodyPr/>
                    <a:lstStyle/>
                    <a:p>
                      <a:pPr algn="l"/>
                      <a:r>
                        <a:rPr sz="1100" b="0">
                          <a:solidFill>
                            <a:srgbClr val="2B3442"/>
                          </a:solidFill>
                          <a:latin typeface="Microsoft YaHei"/>
                        </a:rPr>
                        <a:t>容易训练、参数少、适合第一版 TinyML</a:t>
                      </a:r>
                    </a:p>
                  </a:txBody>
                  <a:tcPr marL="54864" marR="45720" marT="36576" marB="36576" anchor="ctr">
                    <a:solidFill>
                      <a:srgbClr val="FAFBFD"/>
                    </a:solidFill>
                  </a:tcPr>
                </a:tc>
                <a:tc>
                  <a:txBody>
                    <a:bodyPr/>
                    <a:lstStyle/>
                    <a:p>
                      <a:pPr algn="l"/>
                      <a:r>
                        <a:rPr sz="1100" b="0">
                          <a:solidFill>
                            <a:srgbClr val="2B3442"/>
                          </a:solidFill>
                          <a:latin typeface="Microsoft YaHei"/>
                        </a:rPr>
                        <a:t>依赖特征设计，时序细节被压缩</a:t>
                      </a:r>
                    </a:p>
                  </a:txBody>
                  <a:tcPr marL="54864" marR="45720" marT="36576" marB="36576" anchor="ctr">
                    <a:solidFill>
                      <a:srgbClr val="FAFBFD"/>
                    </a:solidFill>
                  </a:tcPr>
                </a:tc>
              </a:tr>
              <a:tr h="1131570">
                <a:tc>
                  <a:txBody>
                    <a:bodyPr/>
                    <a:lstStyle/>
                    <a:p>
                      <a:pPr algn="ctr"/>
                      <a:r>
                        <a:rPr sz="1100" b="0">
                          <a:solidFill>
                            <a:srgbClr val="2B3442"/>
                          </a:solidFill>
                          <a:latin typeface="Microsoft YaHei"/>
                        </a:rPr>
                        <a:t>序列 + 1D CNN</a:t>
                      </a:r>
                    </a:p>
                  </a:txBody>
                  <a:tcPr marL="54864" marR="45720" marT="36576" marB="36576" anchor="ctr">
                    <a:solidFill>
                      <a:srgbClr val="FFFFFF"/>
                    </a:solidFill>
                  </a:tcPr>
                </a:tc>
                <a:tc>
                  <a:txBody>
                    <a:bodyPr/>
                    <a:lstStyle/>
                    <a:p>
                      <a:pPr algn="l"/>
                      <a:r>
                        <a:rPr sz="1100" b="0">
                          <a:solidFill>
                            <a:srgbClr val="2B3442"/>
                          </a:solidFill>
                          <a:latin typeface="Microsoft YaHei"/>
                        </a:rPr>
                        <a:t>窗口内 clean 序列</a:t>
                      </a:r>
                    </a:p>
                  </a:txBody>
                  <a:tcPr marL="54864" marR="45720" marT="36576" marB="36576" anchor="ctr">
                    <a:solidFill>
                      <a:srgbClr val="FFFFFF"/>
                    </a:solidFill>
                  </a:tcPr>
                </a:tc>
                <a:tc>
                  <a:txBody>
                    <a:bodyPr/>
                    <a:lstStyle/>
                    <a:p>
                      <a:pPr algn="l"/>
                      <a:r>
                        <a:rPr sz="1100" b="0">
                          <a:solidFill>
                            <a:srgbClr val="2B3442"/>
                          </a:solidFill>
                          <a:latin typeface="Microsoft YaHei"/>
                        </a:rPr>
                        <a:t>能自动学习局部时序模式</a:t>
                      </a:r>
                    </a:p>
                  </a:txBody>
                  <a:tcPr marL="54864" marR="45720" marT="36576" marB="36576" anchor="ctr">
                    <a:solidFill>
                      <a:srgbClr val="FFFFFF"/>
                    </a:solidFill>
                  </a:tcPr>
                </a:tc>
                <a:tc>
                  <a:txBody>
                    <a:bodyPr/>
                    <a:lstStyle/>
                    <a:p>
                      <a:pPr algn="l"/>
                      <a:r>
                        <a:rPr sz="1100" b="0">
                          <a:solidFill>
                            <a:srgbClr val="2B3442"/>
                          </a:solidFill>
                          <a:latin typeface="Microsoft YaHei"/>
                        </a:rPr>
                        <a:t>输入更大、模型更复杂、部署成本更高</a:t>
                      </a:r>
                    </a:p>
                  </a:txBody>
                  <a:tcPr marL="54864" marR="45720" marT="36576" marB="36576"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为什么第一版选择 MLP</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15</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Day12 已经把时域和频域信息整理成特征表，MLP 很适合处理表格特征。</a:t>
            </a:r>
          </a:p>
          <a:p>
            <a:pPr>
              <a:lnSpc>
                <a:spcPct val="106000"/>
              </a:lnSpc>
              <a:spcAft>
                <a:spcPts val="400"/>
              </a:spcAft>
            </a:pPr>
            <a:r>
              <a:rPr sz="1520">
                <a:solidFill>
                  <a:srgbClr val="2B3442"/>
                </a:solidFill>
                <a:latin typeface="Microsoft YaHei"/>
              </a:rPr>
              <a:t>• MLP 参数量可控，结构简单，方便学生理解每一层的作用。</a:t>
            </a:r>
          </a:p>
          <a:p>
            <a:pPr>
              <a:lnSpc>
                <a:spcPct val="106000"/>
              </a:lnSpc>
              <a:spcAft>
                <a:spcPts val="400"/>
              </a:spcAft>
            </a:pPr>
            <a:r>
              <a:rPr sz="1520">
                <a:solidFill>
                  <a:srgbClr val="2B3442"/>
                </a:solidFill>
                <a:latin typeface="Microsoft YaHei"/>
              </a:rPr>
              <a:t>• MLP 的算子主要是全连接、ReLU、Softmax，后续部署和量化比较友好。</a:t>
            </a:r>
          </a:p>
          <a:p>
            <a:pPr>
              <a:lnSpc>
                <a:spcPct val="106000"/>
              </a:lnSpc>
              <a:spcAft>
                <a:spcPts val="400"/>
              </a:spcAft>
            </a:pPr>
            <a:r>
              <a:rPr sz="1520">
                <a:solidFill>
                  <a:srgbClr val="2B3442"/>
                </a:solidFill>
                <a:latin typeface="Microsoft YaHei"/>
              </a:rPr>
              <a:t>• 先用 MLP 建立基线，如果错误集中在某些动作，再考虑 1D CNN。</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第一版模型的目标是稳定跑通闭环，而不是一上来追求最复杂结构。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MLP 是什么</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16</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MLP 全称 Multi-Layer Perceptron，也就是多层感知机。</a:t>
            </a:r>
          </a:p>
          <a:p>
            <a:pPr>
              <a:lnSpc>
                <a:spcPct val="106000"/>
              </a:lnSpc>
              <a:spcAft>
                <a:spcPts val="400"/>
              </a:spcAft>
            </a:pPr>
            <a:r>
              <a:rPr sz="1520">
                <a:solidFill>
                  <a:srgbClr val="2B3442"/>
                </a:solidFill>
                <a:latin typeface="Microsoft YaHei"/>
              </a:rPr>
              <a:t>• 它把输入特征看成一个一维向量，经过若干 Dense 层进行组合。</a:t>
            </a:r>
          </a:p>
          <a:p>
            <a:pPr>
              <a:lnSpc>
                <a:spcPct val="106000"/>
              </a:lnSpc>
              <a:spcAft>
                <a:spcPts val="400"/>
              </a:spcAft>
            </a:pPr>
            <a:r>
              <a:rPr sz="1520">
                <a:solidFill>
                  <a:srgbClr val="2B3442"/>
                </a:solidFill>
                <a:latin typeface="Microsoft YaHei"/>
              </a:rPr>
              <a:t>• 每一层都会学习一组权重，把原始特征组合成更适合分类的中间表示。</a:t>
            </a:r>
          </a:p>
          <a:p>
            <a:pPr>
              <a:lnSpc>
                <a:spcPct val="106000"/>
              </a:lnSpc>
              <a:spcAft>
                <a:spcPts val="400"/>
              </a:spcAft>
            </a:pPr>
            <a:r>
              <a:rPr sz="1520">
                <a:solidFill>
                  <a:srgbClr val="2B3442"/>
                </a:solidFill>
                <a:latin typeface="Microsoft YaHei"/>
              </a:rPr>
              <a:t>• 对表格特征来说，MLP 是非常常见、非常实用的第一版模型。</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可以把 MLP 理解成一个自动学习特征组合方式的函数。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Dense 层在做什么</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17</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Dense 层也叫全连接层，每个输出神经元都会连接所有输入特征。</a:t>
            </a:r>
          </a:p>
          <a:p>
            <a:pPr>
              <a:lnSpc>
                <a:spcPct val="106000"/>
              </a:lnSpc>
              <a:spcAft>
                <a:spcPts val="400"/>
              </a:spcAft>
            </a:pPr>
            <a:r>
              <a:rPr sz="1520">
                <a:solidFill>
                  <a:srgbClr val="2B3442"/>
                </a:solidFill>
                <a:latin typeface="Microsoft YaHei"/>
              </a:rPr>
              <a:t>• 它的计算形式是 y = W x + b。</a:t>
            </a:r>
          </a:p>
          <a:p>
            <a:pPr>
              <a:lnSpc>
                <a:spcPct val="106000"/>
              </a:lnSpc>
              <a:spcAft>
                <a:spcPts val="400"/>
              </a:spcAft>
            </a:pPr>
            <a:r>
              <a:rPr sz="1520">
                <a:solidFill>
                  <a:srgbClr val="2B3442"/>
                </a:solidFill>
                <a:latin typeface="Microsoft YaHei"/>
              </a:rPr>
              <a:t>• W 是权重矩阵，b 是偏置，训练过程就是不断调整这些参数。</a:t>
            </a:r>
          </a:p>
          <a:p>
            <a:pPr>
              <a:lnSpc>
                <a:spcPct val="106000"/>
              </a:lnSpc>
              <a:spcAft>
                <a:spcPts val="400"/>
              </a:spcAft>
            </a:pPr>
            <a:r>
              <a:rPr sz="1520">
                <a:solidFill>
                  <a:srgbClr val="2B3442"/>
                </a:solidFill>
                <a:latin typeface="Microsoft YaHei"/>
              </a:rPr>
              <a:t>• Dense 层越大，表达能力越强，但参数量、Flash 和计算量也越大。</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Dense 层不是魔法，它本质就是矩阵乘法加偏置。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ReLU 激活函数</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18</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ReLU 的公式是 max(0, x)。</a:t>
            </a:r>
          </a:p>
          <a:p>
            <a:pPr>
              <a:lnSpc>
                <a:spcPct val="106000"/>
              </a:lnSpc>
              <a:spcAft>
                <a:spcPts val="400"/>
              </a:spcAft>
            </a:pPr>
            <a:r>
              <a:rPr sz="1520">
                <a:solidFill>
                  <a:srgbClr val="2B3442"/>
                </a:solidFill>
                <a:latin typeface="Microsoft YaHei"/>
              </a:rPr>
              <a:t>• 它把负数截断为 0，正数保持不变。</a:t>
            </a:r>
          </a:p>
          <a:p>
            <a:pPr>
              <a:lnSpc>
                <a:spcPct val="106000"/>
              </a:lnSpc>
              <a:spcAft>
                <a:spcPts val="400"/>
              </a:spcAft>
            </a:pPr>
            <a:r>
              <a:rPr sz="1520">
                <a:solidFill>
                  <a:srgbClr val="2B3442"/>
                </a:solidFill>
                <a:latin typeface="Microsoft YaHei"/>
              </a:rPr>
              <a:t>• 没有激活函数，多层 Dense 叠起来仍然只是线性变换。</a:t>
            </a:r>
          </a:p>
          <a:p>
            <a:pPr>
              <a:lnSpc>
                <a:spcPct val="106000"/>
              </a:lnSpc>
              <a:spcAft>
                <a:spcPts val="400"/>
              </a:spcAft>
            </a:pPr>
            <a:r>
              <a:rPr sz="1520">
                <a:solidFill>
                  <a:srgbClr val="2B3442"/>
                </a:solidFill>
                <a:latin typeface="Microsoft YaHei"/>
              </a:rPr>
              <a:t>• ReLU 计算简单，适合 MCU 上的轻量模型。</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ReLU 让模型具备非线性表达能力，同时计算成本很低。</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Softmax 输出层</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19</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最后一层 Dense 输出 3 个 logit，对应 3 个类别。</a:t>
            </a:r>
          </a:p>
          <a:p>
            <a:pPr>
              <a:lnSpc>
                <a:spcPct val="106000"/>
              </a:lnSpc>
              <a:spcAft>
                <a:spcPts val="400"/>
              </a:spcAft>
            </a:pPr>
            <a:r>
              <a:rPr sz="1520">
                <a:solidFill>
                  <a:srgbClr val="2B3442"/>
                </a:solidFill>
                <a:latin typeface="Microsoft YaHei"/>
              </a:rPr>
              <a:t>• Softmax 把 logit 转成概率，且概率总和为 1。</a:t>
            </a:r>
          </a:p>
          <a:p>
            <a:pPr>
              <a:lnSpc>
                <a:spcPct val="106000"/>
              </a:lnSpc>
              <a:spcAft>
                <a:spcPts val="400"/>
              </a:spcAft>
            </a:pPr>
            <a:r>
              <a:rPr sz="1520">
                <a:solidFill>
                  <a:srgbClr val="2B3442"/>
                </a:solidFill>
                <a:latin typeface="Microsoft YaHei"/>
              </a:rPr>
              <a:t>• 推理时通常选择概率最大的类别。</a:t>
            </a:r>
          </a:p>
          <a:p>
            <a:pPr>
              <a:lnSpc>
                <a:spcPct val="106000"/>
              </a:lnSpc>
              <a:spcAft>
                <a:spcPts val="400"/>
              </a:spcAft>
            </a:pPr>
            <a:r>
              <a:rPr sz="1520">
                <a:solidFill>
                  <a:srgbClr val="2B3442"/>
                </a:solidFill>
                <a:latin typeface="Microsoft YaHei"/>
              </a:rPr>
              <a:t>• 训练时 Softmax 会和交叉熵损失配合使用。</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Softmax 让模型输出变成可解释的类别概率。</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损失函数：交叉熵</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20</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三分类任务常用 categorical cross entropy 或 sparse categorical cross entropy。</a:t>
            </a:r>
          </a:p>
          <a:p>
            <a:pPr>
              <a:lnSpc>
                <a:spcPct val="106000"/>
              </a:lnSpc>
              <a:spcAft>
                <a:spcPts val="400"/>
              </a:spcAft>
            </a:pPr>
            <a:r>
              <a:rPr sz="1520">
                <a:solidFill>
                  <a:srgbClr val="2B3442"/>
                </a:solidFill>
                <a:latin typeface="Microsoft YaHei"/>
              </a:rPr>
              <a:t>• 交叉熵衡量模型预测概率和真实标签之间的差距。</a:t>
            </a:r>
          </a:p>
          <a:p>
            <a:pPr>
              <a:lnSpc>
                <a:spcPct val="106000"/>
              </a:lnSpc>
              <a:spcAft>
                <a:spcPts val="400"/>
              </a:spcAft>
            </a:pPr>
            <a:r>
              <a:rPr sz="1520">
                <a:solidFill>
                  <a:srgbClr val="2B3442"/>
                </a:solidFill>
                <a:latin typeface="Microsoft YaHei"/>
              </a:rPr>
              <a:t>• 真实类别概率越高，损失越小；真实类别概率越低，损失越大。</a:t>
            </a:r>
          </a:p>
          <a:p>
            <a:pPr>
              <a:lnSpc>
                <a:spcPct val="106000"/>
              </a:lnSpc>
              <a:spcAft>
                <a:spcPts val="400"/>
              </a:spcAft>
            </a:pPr>
            <a:r>
              <a:rPr sz="1520">
                <a:solidFill>
                  <a:srgbClr val="2B3442"/>
                </a:solidFill>
                <a:latin typeface="Microsoft YaHei"/>
              </a:rPr>
              <a:t>• 训练过程就是让平均损失不断下降。</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准确率告诉我们对不对，损失告诉我们模型有多自信以及错得有多远。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评估指标不能只看 accuracy</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21</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accuracy 是总正确率，但它可能掩盖某一类识别很差的问题。</a:t>
            </a:r>
          </a:p>
          <a:p>
            <a:pPr>
              <a:lnSpc>
                <a:spcPct val="106000"/>
              </a:lnSpc>
              <a:spcAft>
                <a:spcPts val="400"/>
              </a:spcAft>
            </a:pPr>
            <a:r>
              <a:rPr sz="1520">
                <a:solidFill>
                  <a:srgbClr val="2B3442"/>
                </a:solidFill>
                <a:latin typeface="Microsoft YaHei"/>
              </a:rPr>
              <a:t>• 混淆矩阵可以看到 walk 是否经常被识别成 stairs。</a:t>
            </a:r>
          </a:p>
          <a:p>
            <a:pPr>
              <a:lnSpc>
                <a:spcPct val="106000"/>
              </a:lnSpc>
              <a:spcAft>
                <a:spcPts val="400"/>
              </a:spcAft>
            </a:pPr>
            <a:r>
              <a:rPr sz="1520">
                <a:solidFill>
                  <a:srgbClr val="2B3442"/>
                </a:solidFill>
                <a:latin typeface="Microsoft YaHei"/>
              </a:rPr>
              <a:t>• 每类 recall 可以衡量每个动作被正确识别的比例。</a:t>
            </a:r>
          </a:p>
          <a:p>
            <a:pPr>
              <a:lnSpc>
                <a:spcPct val="106000"/>
              </a:lnSpc>
              <a:spcAft>
                <a:spcPts val="400"/>
              </a:spcAft>
            </a:pPr>
            <a:r>
              <a:rPr sz="1520">
                <a:solidFill>
                  <a:srgbClr val="2B3442"/>
                </a:solidFill>
                <a:latin typeface="Microsoft YaHei"/>
              </a:rPr>
              <a:t>• 嵌入式动作识别更关心稳定性，后续还要看连续窗口的抖动情况。</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模型设计阶段就要决定看哪些指标，否则训练后不知道怎么判断好坏。</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6656" y="914400"/>
            <a:ext cx="164592" cy="50292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987552"/>
            <a:ext cx="868680" cy="411480"/>
          </a:xfrm>
          <a:prstGeom prst="rect">
            <a:avLst/>
          </a:prstGeom>
          <a:noFill/>
        </p:spPr>
        <p:txBody>
          <a:bodyPr wrap="square" lIns="27432" rIns="27432" tIns="18288" bIns="18288" anchor="t">
            <a:normAutofit/>
          </a:bodyPr>
          <a:lstStyle/>
          <a:p>
            <a:pPr algn="l"/>
            <a:r>
              <a:rPr sz="1900" b="1">
                <a:solidFill>
                  <a:srgbClr val="ED7D31"/>
                </a:solidFill>
                <a:latin typeface="Microsoft YaHei"/>
              </a:rPr>
              <a:t>03</a:t>
            </a:r>
          </a:p>
        </p:txBody>
      </p:sp>
      <p:sp>
        <p:nvSpPr>
          <p:cNvPr id="5" name="TextBox 4"/>
          <p:cNvSpPr txBox="1"/>
          <p:nvPr/>
        </p:nvSpPr>
        <p:spPr>
          <a:xfrm>
            <a:off x="1060704" y="1481328"/>
            <a:ext cx="8229600" cy="713232"/>
          </a:xfrm>
          <a:prstGeom prst="rect">
            <a:avLst/>
          </a:prstGeom>
          <a:noFill/>
        </p:spPr>
        <p:txBody>
          <a:bodyPr wrap="square" lIns="27432" rIns="27432" tIns="18288" bIns="18288" anchor="t">
            <a:normAutofit/>
          </a:bodyPr>
          <a:lstStyle/>
          <a:p>
            <a:pPr algn="l"/>
            <a:r>
              <a:rPr sz="3400" b="1">
                <a:solidFill>
                  <a:srgbClr val="FFFFFF"/>
                </a:solidFill>
                <a:latin typeface="Microsoft YaHei"/>
              </a:rPr>
              <a:t>第三部分：设计第一版网络</a:t>
            </a:r>
          </a:p>
        </p:txBody>
      </p:sp>
      <p:sp>
        <p:nvSpPr>
          <p:cNvPr id="6" name="TextBox 5"/>
          <p:cNvSpPr txBox="1"/>
          <p:nvPr/>
        </p:nvSpPr>
        <p:spPr>
          <a:xfrm>
            <a:off x="1078992" y="2377440"/>
            <a:ext cx="7863840" cy="603504"/>
          </a:xfrm>
          <a:prstGeom prst="rect">
            <a:avLst/>
          </a:prstGeom>
          <a:noFill/>
        </p:spPr>
        <p:txBody>
          <a:bodyPr wrap="square" lIns="27432" rIns="27432" tIns="18288" bIns="18288" anchor="t">
            <a:normAutofit/>
          </a:bodyPr>
          <a:lstStyle/>
          <a:p>
            <a:pPr algn="l"/>
            <a:r>
              <a:rPr sz="1700" b="0">
                <a:solidFill>
                  <a:srgbClr val="E7E6E6"/>
                </a:solidFill>
                <a:latin typeface="Microsoft YaHei"/>
              </a:rPr>
              <a:t>给出一版可训练、可解释、可量化、可部署的小型网络。</a:t>
            </a:r>
          </a:p>
        </p:txBody>
      </p:sp>
      <p:sp>
        <p:nvSpPr>
          <p:cNvPr id="7" name="TextBox 6"/>
          <p:cNvSpPr txBox="1"/>
          <p:nvPr/>
        </p:nvSpPr>
        <p:spPr>
          <a:xfrm>
            <a:off x="1078992" y="5907024"/>
            <a:ext cx="3657600" cy="219456"/>
          </a:xfrm>
          <a:prstGeom prst="rect">
            <a:avLst/>
          </a:prstGeom>
          <a:noFill/>
        </p:spPr>
        <p:txBody>
          <a:bodyPr wrap="square" lIns="27432" rIns="27432" tIns="18288" bIns="18288" anchor="t">
            <a:normAutofit/>
          </a:bodyPr>
          <a:lstStyle/>
          <a:p>
            <a:pPr algn="l"/>
            <a:r>
              <a:rPr sz="950" b="0">
                <a:solidFill>
                  <a:srgbClr val="D9E2F0"/>
                </a:solidFill>
                <a:latin typeface="Microsoft YaHei"/>
              </a:rPr>
              <a:t>Day13 模型设计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推荐模型结构：特征输入 + 小型 MLP</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23</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Rounded Rectangle 8"/>
          <p:cNvSpPr/>
          <p:nvPr/>
        </p:nvSpPr>
        <p:spPr>
          <a:xfrm>
            <a:off x="868680" y="1874519"/>
            <a:ext cx="1143000" cy="132588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7" y="2258568"/>
            <a:ext cx="923544" cy="411480"/>
          </a:xfrm>
          <a:prstGeom prst="rect">
            <a:avLst/>
          </a:prstGeom>
          <a:noFill/>
        </p:spPr>
        <p:txBody>
          <a:bodyPr wrap="square" lIns="27432" rIns="27432" tIns="18288" bIns="18288" anchor="ctr">
            <a:normAutofit/>
          </a:bodyPr>
          <a:lstStyle/>
          <a:p>
            <a:pPr algn="ctr"/>
            <a:r>
              <a:rPr sz="1600" b="1">
                <a:solidFill>
                  <a:srgbClr val="4472C4"/>
                </a:solidFill>
                <a:latin typeface="Microsoft YaHei"/>
              </a:rPr>
              <a:t>Input
N features</a:t>
            </a:r>
          </a:p>
        </p:txBody>
      </p:sp>
      <p:cxnSp>
        <p:nvCxnSpPr>
          <p:cNvPr id="11" name="Connector 10"/>
          <p:cNvCxnSpPr/>
          <p:nvPr/>
        </p:nvCxnSpPr>
        <p:spPr>
          <a:xfrm>
            <a:off x="2084832" y="2532887"/>
            <a:ext cx="1069848" cy="0"/>
          </a:xfrm>
          <a:prstGeom prst="line">
            <a:avLst/>
          </a:prstGeom>
          <a:ln w="17780">
            <a:solidFill>
              <a:srgbClr val="4472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91839" y="1874519"/>
            <a:ext cx="1143000" cy="132588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2258568"/>
            <a:ext cx="923544" cy="411480"/>
          </a:xfrm>
          <a:prstGeom prst="rect">
            <a:avLst/>
          </a:prstGeom>
          <a:noFill/>
        </p:spPr>
        <p:txBody>
          <a:bodyPr wrap="square" lIns="27432" rIns="27432" tIns="18288" bIns="18288" anchor="ctr">
            <a:normAutofit/>
          </a:bodyPr>
          <a:lstStyle/>
          <a:p>
            <a:pPr algn="ctr"/>
            <a:r>
              <a:rPr sz="1600" b="1">
                <a:solidFill>
                  <a:srgbClr val="ED7D31"/>
                </a:solidFill>
                <a:latin typeface="Microsoft YaHei"/>
              </a:rPr>
              <a:t>Dense 32
ReLU</a:t>
            </a:r>
          </a:p>
        </p:txBody>
      </p:sp>
      <p:cxnSp>
        <p:nvCxnSpPr>
          <p:cNvPr id="14" name="Connector 13"/>
          <p:cNvCxnSpPr/>
          <p:nvPr/>
        </p:nvCxnSpPr>
        <p:spPr>
          <a:xfrm>
            <a:off x="4507992" y="2532887"/>
            <a:ext cx="1069848" cy="0"/>
          </a:xfrm>
          <a:prstGeom prst="line">
            <a:avLst/>
          </a:prstGeom>
          <a:ln w="17780">
            <a:solidFill>
              <a:srgbClr val="ED7D3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715000" y="1874519"/>
            <a:ext cx="1143000" cy="132588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24728" y="2258568"/>
            <a:ext cx="923544" cy="411480"/>
          </a:xfrm>
          <a:prstGeom prst="rect">
            <a:avLst/>
          </a:prstGeom>
          <a:noFill/>
        </p:spPr>
        <p:txBody>
          <a:bodyPr wrap="square" lIns="27432" rIns="27432" tIns="18288" bIns="18288" anchor="ctr">
            <a:normAutofit/>
          </a:bodyPr>
          <a:lstStyle/>
          <a:p>
            <a:pPr algn="ctr"/>
            <a:r>
              <a:rPr sz="1600" b="1">
                <a:solidFill>
                  <a:srgbClr val="ED7D31"/>
                </a:solidFill>
                <a:latin typeface="Microsoft YaHei"/>
              </a:rPr>
              <a:t>Dense 16
ReLU</a:t>
            </a:r>
          </a:p>
        </p:txBody>
      </p:sp>
      <p:cxnSp>
        <p:nvCxnSpPr>
          <p:cNvPr id="17" name="Connector 16"/>
          <p:cNvCxnSpPr/>
          <p:nvPr/>
        </p:nvCxnSpPr>
        <p:spPr>
          <a:xfrm>
            <a:off x="6931152" y="2532887"/>
            <a:ext cx="1069848" cy="0"/>
          </a:xfrm>
          <a:prstGeom prst="line">
            <a:avLst/>
          </a:prstGeom>
          <a:ln w="17780">
            <a:solidFill>
              <a:srgbClr val="ED7D3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38159" y="1874519"/>
            <a:ext cx="1234440" cy="132588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7" y="2258568"/>
            <a:ext cx="1014984" cy="411480"/>
          </a:xfrm>
          <a:prstGeom prst="rect">
            <a:avLst/>
          </a:prstGeom>
          <a:noFill/>
        </p:spPr>
        <p:txBody>
          <a:bodyPr wrap="square" lIns="27432" rIns="27432" tIns="18288" bIns="18288" anchor="ctr">
            <a:normAutofit/>
          </a:bodyPr>
          <a:lstStyle/>
          <a:p>
            <a:pPr algn="ctr"/>
            <a:r>
              <a:rPr sz="1600" b="1">
                <a:solidFill>
                  <a:srgbClr val="70AD47"/>
                </a:solidFill>
                <a:latin typeface="Microsoft YaHei"/>
              </a:rPr>
              <a:t>Dense 3
Softmax</a:t>
            </a:r>
          </a:p>
        </p:txBody>
      </p:sp>
      <p:sp>
        <p:nvSpPr>
          <p:cNvPr id="20" name="Rounded Rectangle 19"/>
          <p:cNvSpPr/>
          <p:nvPr/>
        </p:nvSpPr>
        <p:spPr>
          <a:xfrm>
            <a:off x="914400" y="3977639"/>
            <a:ext cx="9966960" cy="114300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4370832"/>
            <a:ext cx="9235440" cy="347472"/>
          </a:xfrm>
          <a:prstGeom prst="rect">
            <a:avLst/>
          </a:prstGeom>
          <a:noFill/>
        </p:spPr>
        <p:txBody>
          <a:bodyPr wrap="square" lIns="27432" rIns="27432" tIns="18288" bIns="18288" anchor="t">
            <a:normAutofit/>
          </a:bodyPr>
          <a:lstStyle/>
          <a:p>
            <a:pPr algn="ctr"/>
            <a:r>
              <a:rPr sz="1700" b="1">
                <a:solidFill>
                  <a:srgbClr val="1F4E79"/>
                </a:solidFill>
                <a:latin typeface="Microsoft YaHei"/>
              </a:rPr>
              <a:t>推荐第一版：特征输入 + 小型 MLP。先保证训练、解释、量化、部署链路跑通，再考虑更复杂模型。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Keras 结构草图</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24</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Rounded Rectangle 8"/>
          <p:cNvSpPr/>
          <p:nvPr/>
        </p:nvSpPr>
        <p:spPr>
          <a:xfrm>
            <a:off x="658368" y="1389888"/>
            <a:ext cx="5760720" cy="4526280"/>
          </a:xfrm>
          <a:prstGeom prst="roundRect">
            <a:avLst/>
          </a:prstGeom>
          <a:solidFill>
            <a:srgbClr val="182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645920"/>
            <a:ext cx="5303520" cy="3886200"/>
          </a:xfrm>
          <a:prstGeom prst="rect">
            <a:avLst/>
          </a:prstGeom>
          <a:noFill/>
        </p:spPr>
        <p:txBody>
          <a:bodyPr wrap="square" lIns="27432" rIns="27432" tIns="18288" bIns="18288" anchor="t">
            <a:normAutofit/>
          </a:bodyPr>
          <a:lstStyle/>
          <a:p>
            <a:pPr algn="l">
              <a:lnSpc>
                <a:spcPct val="94000"/>
              </a:lnSpc>
            </a:pPr>
            <a:r>
              <a:rPr sz="969" b="0">
                <a:solidFill>
                  <a:srgbClr val="EAF2FF"/>
                </a:solidFill>
                <a:latin typeface="Consolas"/>
              </a:rPr>
              <a:t>model = tf.keras.Sequential([
    tf.keras.layers.Input(shape=(num_features,)),
    tf.keras.layers.Dense(32, activation='relu'),
    tf.keras.layers.Dense(16, activation='relu'),
    tf.keras.layers.Dense(3, activation='softmax'),
])</a:t>
            </a:r>
          </a:p>
        </p:txBody>
      </p:sp>
      <p:sp>
        <p:nvSpPr>
          <p:cNvPr id="11" name="TextBox 10"/>
          <p:cNvSpPr txBox="1"/>
          <p:nvPr/>
        </p:nvSpPr>
        <p:spPr>
          <a:xfrm>
            <a:off x="6812280" y="1444752"/>
            <a:ext cx="1463040" cy="274320"/>
          </a:xfrm>
          <a:prstGeom prst="rect">
            <a:avLst/>
          </a:prstGeom>
          <a:noFill/>
        </p:spPr>
        <p:txBody>
          <a:bodyPr wrap="square" lIns="27432" rIns="27432" tIns="18288" bIns="18288" anchor="t">
            <a:normAutofit/>
          </a:bodyPr>
          <a:lstStyle/>
          <a:p>
            <a:pPr algn="l"/>
            <a:r>
              <a:rPr sz="1600" b="1">
                <a:solidFill>
                  <a:srgbClr val="ED7D31"/>
                </a:solidFill>
                <a:latin typeface="Microsoft YaHei"/>
              </a:rPr>
              <a:t>讲解重点</a:t>
            </a:r>
          </a:p>
        </p:txBody>
      </p:sp>
      <p:sp>
        <p:nvSpPr>
          <p:cNvPr id="12" name="TextBox 11"/>
          <p:cNvSpPr txBox="1"/>
          <p:nvPr/>
        </p:nvSpPr>
        <p:spPr>
          <a:xfrm>
            <a:off x="6784848" y="1883664"/>
            <a:ext cx="4206240" cy="3703320"/>
          </a:xfrm>
          <a:prstGeom prst="rect">
            <a:avLst/>
          </a:prstGeom>
          <a:noFill/>
        </p:spPr>
        <p:txBody>
          <a:bodyPr wrap="square" lIns="54864" rIns="36576" tIns="18288" bIns="18288">
            <a:normAutofit/>
          </a:bodyPr>
          <a:lstStyle/>
          <a:p>
            <a:pPr>
              <a:lnSpc>
                <a:spcPct val="106000"/>
              </a:lnSpc>
              <a:spcAft>
                <a:spcPts val="400"/>
              </a:spcAft>
            </a:pPr>
            <a:r>
              <a:rPr sz="1420">
                <a:solidFill>
                  <a:srgbClr val="2B3442"/>
                </a:solidFill>
                <a:latin typeface="Microsoft YaHei"/>
              </a:rPr>
              <a:t>• Input 的长度等于最终选择的特征数量。</a:t>
            </a:r>
          </a:p>
          <a:p>
            <a:pPr>
              <a:lnSpc>
                <a:spcPct val="106000"/>
              </a:lnSpc>
              <a:spcAft>
                <a:spcPts val="400"/>
              </a:spcAft>
            </a:pPr>
            <a:r>
              <a:rPr sz="1420">
                <a:solidFill>
                  <a:srgbClr val="2B3442"/>
                </a:solidFill>
                <a:latin typeface="Microsoft YaHei"/>
              </a:rPr>
              <a:t>• Dense 32 和 Dense 16 负责学习特征组合。</a:t>
            </a:r>
          </a:p>
          <a:p>
            <a:pPr>
              <a:lnSpc>
                <a:spcPct val="106000"/>
              </a:lnSpc>
              <a:spcAft>
                <a:spcPts val="400"/>
              </a:spcAft>
            </a:pPr>
            <a:r>
              <a:rPr sz="1420">
                <a:solidFill>
                  <a:srgbClr val="2B3442"/>
                </a:solidFill>
                <a:latin typeface="Microsoft YaHei"/>
              </a:rPr>
              <a:t>• Dense 3 + Softmax 输出三类动作概率。</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输入层：num_features 怎么确定</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25</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num_features 等于进入模型的特征列数量。</a:t>
            </a:r>
          </a:p>
          <a:p>
            <a:pPr>
              <a:lnSpc>
                <a:spcPct val="106000"/>
              </a:lnSpc>
              <a:spcAft>
                <a:spcPts val="400"/>
              </a:spcAft>
            </a:pPr>
            <a:r>
              <a:rPr sz="1520">
                <a:solidFill>
                  <a:srgbClr val="2B3442"/>
                </a:solidFill>
                <a:latin typeface="Microsoft YaHei"/>
              </a:rPr>
              <a:t>• 不要把 label、label_id、时间戳等答案或元信息放入输入。</a:t>
            </a:r>
          </a:p>
          <a:p>
            <a:pPr>
              <a:lnSpc>
                <a:spcPct val="106000"/>
              </a:lnSpc>
              <a:spcAft>
                <a:spcPts val="400"/>
              </a:spcAft>
            </a:pPr>
            <a:r>
              <a:rPr sz="1520">
                <a:solidFill>
                  <a:srgbClr val="2B3442"/>
                </a:solidFill>
                <a:latin typeface="Microsoft YaHei"/>
              </a:rPr>
              <a:t>• 第一版可以先使用所有 time 特征，再选择是否加入 freq 特征。</a:t>
            </a:r>
          </a:p>
          <a:p>
            <a:pPr>
              <a:lnSpc>
                <a:spcPct val="106000"/>
              </a:lnSpc>
              <a:spcAft>
                <a:spcPts val="400"/>
              </a:spcAft>
            </a:pPr>
            <a:r>
              <a:rPr sz="1520">
                <a:solidFill>
                  <a:srgbClr val="2B3442"/>
                </a:solidFill>
                <a:latin typeface="Microsoft YaHei"/>
              </a:rPr>
              <a:t>• 如果后续部署端不做 FFT，训练时就不要依赖频域特征。</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输入特征选择决定了后续 MCU 端要实时计算哪些量。</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隐藏层大小为什么是 32 和 16</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26</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32 个神经元提供第一层特征组合能力。</a:t>
            </a:r>
          </a:p>
          <a:p>
            <a:pPr>
              <a:lnSpc>
                <a:spcPct val="106000"/>
              </a:lnSpc>
              <a:spcAft>
                <a:spcPts val="400"/>
              </a:spcAft>
            </a:pPr>
            <a:r>
              <a:rPr sz="1520">
                <a:solidFill>
                  <a:srgbClr val="2B3442"/>
                </a:solidFill>
                <a:latin typeface="Microsoft YaHei"/>
              </a:rPr>
              <a:t>• 16 个神经元进一步压缩信息，降低输出层前的复杂度。</a:t>
            </a:r>
          </a:p>
          <a:p>
            <a:pPr>
              <a:lnSpc>
                <a:spcPct val="106000"/>
              </a:lnSpc>
              <a:spcAft>
                <a:spcPts val="400"/>
              </a:spcAft>
            </a:pPr>
            <a:r>
              <a:rPr sz="1520">
                <a:solidFill>
                  <a:srgbClr val="2B3442"/>
                </a:solidFill>
                <a:latin typeface="Microsoft YaHei"/>
              </a:rPr>
              <a:t>• 这个结构足够小，适合作为 TinyML 基线模型。</a:t>
            </a:r>
          </a:p>
          <a:p>
            <a:pPr>
              <a:lnSpc>
                <a:spcPct val="106000"/>
              </a:lnSpc>
              <a:spcAft>
                <a:spcPts val="400"/>
              </a:spcAft>
            </a:pPr>
            <a:r>
              <a:rPr sz="1520">
                <a:solidFill>
                  <a:srgbClr val="2B3442"/>
                </a:solidFill>
                <a:latin typeface="Microsoft YaHei"/>
              </a:rPr>
              <a:t>• 如果欠拟合，再考虑增大；如果过拟合，再考虑减小或筛选特征。</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网络大小不是越大越好，第一版要控制复杂度。</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参数量如何估算</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27</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Dense 层参数量 = 输入维度 × 输出维度 + 输出维度。</a:t>
            </a:r>
          </a:p>
          <a:p>
            <a:pPr>
              <a:lnSpc>
                <a:spcPct val="106000"/>
              </a:lnSpc>
              <a:spcAft>
                <a:spcPts val="400"/>
              </a:spcAft>
            </a:pPr>
            <a:r>
              <a:rPr sz="1520">
                <a:solidFill>
                  <a:srgbClr val="2B3442"/>
                </a:solidFill>
                <a:latin typeface="Microsoft YaHei"/>
              </a:rPr>
              <a:t>• 假设输入 88 个特征，第一层参数约 88×32+32 = 2848。</a:t>
            </a:r>
          </a:p>
          <a:p>
            <a:pPr>
              <a:lnSpc>
                <a:spcPct val="106000"/>
              </a:lnSpc>
              <a:spcAft>
                <a:spcPts val="400"/>
              </a:spcAft>
            </a:pPr>
            <a:r>
              <a:rPr sz="1520">
                <a:solidFill>
                  <a:srgbClr val="2B3442"/>
                </a:solidFill>
                <a:latin typeface="Microsoft YaHei"/>
              </a:rPr>
              <a:t>• 第二层参数约 32×16+16 = 528。</a:t>
            </a:r>
          </a:p>
          <a:p>
            <a:pPr>
              <a:lnSpc>
                <a:spcPct val="106000"/>
              </a:lnSpc>
              <a:spcAft>
                <a:spcPts val="400"/>
              </a:spcAft>
            </a:pPr>
            <a:r>
              <a:rPr sz="1520">
                <a:solidFill>
                  <a:srgbClr val="2B3442"/>
                </a:solidFill>
                <a:latin typeface="Microsoft YaHei"/>
              </a:rPr>
              <a:t>• 输出层参数约 16×3+3 = 51，总参数约 3427。</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参数量直接影响模型 Flash 占用，也影响推理计算量。</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Flash、RAM、推理时间怎么考虑</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28</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Flash 主要保存模型权重、算子代码和常量数据。</a:t>
            </a:r>
          </a:p>
          <a:p>
            <a:pPr>
              <a:lnSpc>
                <a:spcPct val="106000"/>
              </a:lnSpc>
              <a:spcAft>
                <a:spcPts val="400"/>
              </a:spcAft>
            </a:pPr>
            <a:r>
              <a:rPr sz="1520">
                <a:solidFill>
                  <a:srgbClr val="2B3442"/>
                </a:solidFill>
                <a:latin typeface="Microsoft YaHei"/>
              </a:rPr>
              <a:t>• RAM 主要保存输入、输出、中间张量和运行时工作区。</a:t>
            </a:r>
          </a:p>
          <a:p>
            <a:pPr>
              <a:lnSpc>
                <a:spcPct val="106000"/>
              </a:lnSpc>
              <a:spcAft>
                <a:spcPts val="400"/>
              </a:spcAft>
            </a:pPr>
            <a:r>
              <a:rPr sz="1520">
                <a:solidFill>
                  <a:srgbClr val="2B3442"/>
                </a:solidFill>
                <a:latin typeface="Microsoft YaHei"/>
              </a:rPr>
              <a:t>• Dense 层参数越多，Flash 和计算量越大。</a:t>
            </a:r>
          </a:p>
          <a:p>
            <a:pPr>
              <a:lnSpc>
                <a:spcPct val="106000"/>
              </a:lnSpc>
              <a:spcAft>
                <a:spcPts val="400"/>
              </a:spcAft>
            </a:pPr>
            <a:r>
              <a:rPr sz="1520">
                <a:solidFill>
                  <a:srgbClr val="2B3442"/>
                </a:solidFill>
                <a:latin typeface="Microsoft YaHei"/>
              </a:rPr>
              <a:t>• 输入特征越多，前处理 RAM 和计算时间也会增加。</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模型设计必须从一开始就考虑 MCU 端资源，不是训练完再说。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量化友好设计</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29</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优先使用 Dense、ReLU 这类 TFLite Micro 友好的算子。</a:t>
            </a:r>
          </a:p>
          <a:p>
            <a:pPr>
              <a:lnSpc>
                <a:spcPct val="106000"/>
              </a:lnSpc>
              <a:spcAft>
                <a:spcPts val="400"/>
              </a:spcAft>
            </a:pPr>
            <a:r>
              <a:rPr sz="1520">
                <a:solidFill>
                  <a:srgbClr val="2B3442"/>
                </a:solidFill>
                <a:latin typeface="Microsoft YaHei"/>
              </a:rPr>
              <a:t>• 避免一开始使用复杂自定义算子，减少部署不确定性。</a:t>
            </a:r>
          </a:p>
          <a:p>
            <a:pPr>
              <a:lnSpc>
                <a:spcPct val="106000"/>
              </a:lnSpc>
              <a:spcAft>
                <a:spcPts val="400"/>
              </a:spcAft>
            </a:pPr>
            <a:r>
              <a:rPr sz="1520">
                <a:solidFill>
                  <a:srgbClr val="2B3442"/>
                </a:solidFill>
                <a:latin typeface="Microsoft YaHei"/>
              </a:rPr>
              <a:t>• 训练完成后可以做 int8 量化，降低模型大小和推理成本。</a:t>
            </a:r>
          </a:p>
          <a:p>
            <a:pPr>
              <a:lnSpc>
                <a:spcPct val="106000"/>
              </a:lnSpc>
              <a:spcAft>
                <a:spcPts val="400"/>
              </a:spcAft>
            </a:pPr>
            <a:r>
              <a:rPr sz="1520">
                <a:solidFill>
                  <a:srgbClr val="2B3442"/>
                </a:solidFill>
                <a:latin typeface="Microsoft YaHei"/>
              </a:rPr>
              <a:t>• 量化前要保证输入特征归一化参数可保存、可复现。</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Day13 设计的模型要为后续量化和 X-CUBE-AI 部署留好路。</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过拟合与欠拟合</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30</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过拟合：训练集很好，验证集很差，模型记住了训练数据细节。</a:t>
            </a:r>
          </a:p>
          <a:p>
            <a:pPr>
              <a:lnSpc>
                <a:spcPct val="106000"/>
              </a:lnSpc>
              <a:spcAft>
                <a:spcPts val="400"/>
              </a:spcAft>
            </a:pPr>
            <a:r>
              <a:rPr sz="1520">
                <a:solidFill>
                  <a:srgbClr val="2B3442"/>
                </a:solidFill>
                <a:latin typeface="Microsoft YaHei"/>
              </a:rPr>
              <a:t>• 欠拟合：训练集和验证集都不好，模型表达能力不够或特征不够好。</a:t>
            </a:r>
          </a:p>
          <a:p>
            <a:pPr>
              <a:lnSpc>
                <a:spcPct val="106000"/>
              </a:lnSpc>
              <a:spcAft>
                <a:spcPts val="400"/>
              </a:spcAft>
            </a:pPr>
            <a:r>
              <a:rPr sz="1520">
                <a:solidFill>
                  <a:srgbClr val="2B3442"/>
                </a:solidFill>
                <a:latin typeface="Microsoft YaHei"/>
              </a:rPr>
              <a:t>• 模型太大、数据太少、标签不干净，都容易过拟合。</a:t>
            </a:r>
          </a:p>
          <a:p>
            <a:pPr>
              <a:lnSpc>
                <a:spcPct val="106000"/>
              </a:lnSpc>
              <a:spcAft>
                <a:spcPts val="400"/>
              </a:spcAft>
            </a:pPr>
            <a:r>
              <a:rPr sz="1520">
                <a:solidFill>
                  <a:srgbClr val="2B3442"/>
                </a:solidFill>
                <a:latin typeface="Microsoft YaHei"/>
              </a:rPr>
              <a:t>• 模型太小、特征区分度差，容易欠拟合。</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模型设计不是只调层数，还要结合数据质量和特征质量一起看。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什么时候考虑 1D CNN</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31</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如果特征表模型无法区分 walk 和 stairs，可以考虑使用窗口内 clean 序列。</a:t>
            </a:r>
          </a:p>
          <a:p>
            <a:pPr>
              <a:lnSpc>
                <a:spcPct val="106000"/>
              </a:lnSpc>
              <a:spcAft>
                <a:spcPts val="400"/>
              </a:spcAft>
            </a:pPr>
            <a:r>
              <a:rPr sz="1520">
                <a:solidFill>
                  <a:srgbClr val="2B3442"/>
                </a:solidFill>
                <a:latin typeface="Microsoft YaHei"/>
              </a:rPr>
              <a:t>• 1D CNN 能从时间序列中学习局部模式，不完全依赖人工特征。</a:t>
            </a:r>
          </a:p>
          <a:p>
            <a:pPr>
              <a:lnSpc>
                <a:spcPct val="106000"/>
              </a:lnSpc>
              <a:spcAft>
                <a:spcPts val="400"/>
              </a:spcAft>
            </a:pPr>
            <a:r>
              <a:rPr sz="1520">
                <a:solidFill>
                  <a:srgbClr val="2B3442"/>
                </a:solidFill>
                <a:latin typeface="Microsoft YaHei"/>
              </a:rPr>
              <a:t>• 它的输入通常是 [窗口长度, 通道数]，比如 [64, 6]。</a:t>
            </a:r>
          </a:p>
          <a:p>
            <a:pPr>
              <a:lnSpc>
                <a:spcPct val="106000"/>
              </a:lnSpc>
              <a:spcAft>
                <a:spcPts val="400"/>
              </a:spcAft>
            </a:pPr>
            <a:r>
              <a:rPr sz="1520">
                <a:solidFill>
                  <a:srgbClr val="2B3442"/>
                </a:solidFill>
                <a:latin typeface="Microsoft YaHei"/>
              </a:rPr>
              <a:t>• 缺点是输入更大、模型更复杂、部署成本更高。</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1D CNN 是升级路线，不是第一版必须选择的路线。</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为什么不一开始用 LSTM</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32</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LSTM 适合序列建模，但结构比 MLP 和 1D CNN 更复杂。</a:t>
            </a:r>
          </a:p>
          <a:p>
            <a:pPr>
              <a:lnSpc>
                <a:spcPct val="106000"/>
              </a:lnSpc>
              <a:spcAft>
                <a:spcPts val="400"/>
              </a:spcAft>
            </a:pPr>
            <a:r>
              <a:rPr sz="1520">
                <a:solidFill>
                  <a:srgbClr val="2B3442"/>
                </a:solidFill>
                <a:latin typeface="Microsoft YaHei"/>
              </a:rPr>
              <a:t>• 在 MCU 上部署 LSTM 往往需要更多算子支持和更多运行资源。</a:t>
            </a:r>
          </a:p>
          <a:p>
            <a:pPr>
              <a:lnSpc>
                <a:spcPct val="106000"/>
              </a:lnSpc>
              <a:spcAft>
                <a:spcPts val="400"/>
              </a:spcAft>
            </a:pPr>
            <a:r>
              <a:rPr sz="1520">
                <a:solidFill>
                  <a:srgbClr val="2B3442"/>
                </a:solidFill>
                <a:latin typeface="Microsoft YaHei"/>
              </a:rPr>
              <a:t>• 本项目三类动作较简单，第一版没有必要直接上复杂循环网络。</a:t>
            </a:r>
          </a:p>
          <a:p>
            <a:pPr>
              <a:lnSpc>
                <a:spcPct val="106000"/>
              </a:lnSpc>
              <a:spcAft>
                <a:spcPts val="400"/>
              </a:spcAft>
            </a:pPr>
            <a:r>
              <a:rPr sz="1520">
                <a:solidFill>
                  <a:srgbClr val="2B3442"/>
                </a:solidFill>
                <a:latin typeface="Microsoft YaHei"/>
              </a:rPr>
              <a:t>• 先用 MLP 建立基线，再根据错误分析决定是否升级。</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TinyML 里，简单模型能解决的问题，不要一开始用复杂模型。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6656" y="914400"/>
            <a:ext cx="164592" cy="50292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987552"/>
            <a:ext cx="868680" cy="411480"/>
          </a:xfrm>
          <a:prstGeom prst="rect">
            <a:avLst/>
          </a:prstGeom>
          <a:noFill/>
        </p:spPr>
        <p:txBody>
          <a:bodyPr wrap="square" lIns="27432" rIns="27432" tIns="18288" bIns="18288" anchor="t">
            <a:normAutofit/>
          </a:bodyPr>
          <a:lstStyle/>
          <a:p>
            <a:pPr algn="l"/>
            <a:r>
              <a:rPr sz="1900" b="1">
                <a:solidFill>
                  <a:srgbClr val="ED7D31"/>
                </a:solidFill>
                <a:latin typeface="Microsoft YaHei"/>
              </a:rPr>
              <a:t>04</a:t>
            </a:r>
          </a:p>
        </p:txBody>
      </p:sp>
      <p:sp>
        <p:nvSpPr>
          <p:cNvPr id="5" name="TextBox 4"/>
          <p:cNvSpPr txBox="1"/>
          <p:nvPr/>
        </p:nvSpPr>
        <p:spPr>
          <a:xfrm>
            <a:off x="1060704" y="1481328"/>
            <a:ext cx="8229600" cy="713232"/>
          </a:xfrm>
          <a:prstGeom prst="rect">
            <a:avLst/>
          </a:prstGeom>
          <a:noFill/>
        </p:spPr>
        <p:txBody>
          <a:bodyPr wrap="square" lIns="27432" rIns="27432" tIns="18288" bIns="18288" anchor="t">
            <a:normAutofit/>
          </a:bodyPr>
          <a:lstStyle/>
          <a:p>
            <a:pPr algn="l"/>
            <a:r>
              <a:rPr sz="3400" b="1">
                <a:solidFill>
                  <a:srgbClr val="FFFFFF"/>
                </a:solidFill>
                <a:latin typeface="Microsoft YaHei"/>
              </a:rPr>
              <a:t>第四部分：训练前设计清单</a:t>
            </a:r>
          </a:p>
        </p:txBody>
      </p:sp>
      <p:sp>
        <p:nvSpPr>
          <p:cNvPr id="6" name="TextBox 5"/>
          <p:cNvSpPr txBox="1"/>
          <p:nvPr/>
        </p:nvSpPr>
        <p:spPr>
          <a:xfrm>
            <a:off x="1078992" y="2377440"/>
            <a:ext cx="7863840" cy="603504"/>
          </a:xfrm>
          <a:prstGeom prst="rect">
            <a:avLst/>
          </a:prstGeom>
          <a:noFill/>
        </p:spPr>
        <p:txBody>
          <a:bodyPr wrap="square" lIns="27432" rIns="27432" tIns="18288" bIns="18288" anchor="t">
            <a:normAutofit/>
          </a:bodyPr>
          <a:lstStyle/>
          <a:p>
            <a:pPr algn="l"/>
            <a:r>
              <a:rPr sz="1700" b="0">
                <a:solidFill>
                  <a:srgbClr val="E7E6E6"/>
                </a:solidFill>
                <a:latin typeface="Microsoft YaHei"/>
              </a:rPr>
              <a:t>把模型训练前必须确定的工程细节逐项检查。</a:t>
            </a:r>
          </a:p>
        </p:txBody>
      </p:sp>
      <p:sp>
        <p:nvSpPr>
          <p:cNvPr id="7" name="TextBox 6"/>
          <p:cNvSpPr txBox="1"/>
          <p:nvPr/>
        </p:nvSpPr>
        <p:spPr>
          <a:xfrm>
            <a:off x="1078992" y="5907024"/>
            <a:ext cx="3657600" cy="219456"/>
          </a:xfrm>
          <a:prstGeom prst="rect">
            <a:avLst/>
          </a:prstGeom>
          <a:noFill/>
        </p:spPr>
        <p:txBody>
          <a:bodyPr wrap="square" lIns="27432" rIns="27432" tIns="18288" bIns="18288" anchor="t">
            <a:normAutofit/>
          </a:bodyPr>
          <a:lstStyle/>
          <a:p>
            <a:pPr algn="l"/>
            <a:r>
              <a:rPr sz="950" b="0">
                <a:solidFill>
                  <a:srgbClr val="D9E2F0"/>
                </a:solidFill>
                <a:latin typeface="Microsoft YaHei"/>
              </a:rPr>
              <a:t>Day13 模型设计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模型设计清单</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34</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graphicFrame>
        <p:nvGraphicFramePr>
          <p:cNvPr id="9" name="Table 8"/>
          <p:cNvGraphicFramePr>
            <a:graphicFrameLocks noGrp="1"/>
          </p:cNvGraphicFramePr>
          <p:nvPr/>
        </p:nvGraphicFramePr>
        <p:xfrm>
          <a:off x="621792" y="1353312"/>
          <a:ext cx="10972800" cy="4526280"/>
        </p:xfrm>
        <a:graphic>
          <a:graphicData uri="http://schemas.openxmlformats.org/drawingml/2006/table">
            <a:tbl>
              <a:tblPr firstRow="1" bandRow="1">
                <a:tableStyleId>{5C22544A-7EE6-4342-B048-85BDC9FD1C3A}</a:tableStyleId>
              </a:tblPr>
              <a:tblGrid>
                <a:gridCol w="2103120"/>
                <a:gridCol w="3657600"/>
                <a:gridCol w="5212080"/>
              </a:tblGrid>
              <a:tr h="754380">
                <a:tc>
                  <a:txBody>
                    <a:bodyPr/>
                    <a:lstStyle/>
                    <a:p>
                      <a:pPr algn="ctr"/>
                      <a:r>
                        <a:rPr sz="1160" b="1">
                          <a:solidFill>
                            <a:srgbClr val="FFFFFF"/>
                          </a:solidFill>
                          <a:latin typeface="Microsoft YaHei"/>
                        </a:rPr>
                        <a:t>检查项</a:t>
                      </a:r>
                    </a:p>
                  </a:txBody>
                  <a:tcPr marL="54864" marR="45720" marT="36576" marB="36576" anchor="ctr">
                    <a:solidFill>
                      <a:srgbClr val="1F4E79"/>
                    </a:solidFill>
                  </a:tcPr>
                </a:tc>
                <a:tc>
                  <a:txBody>
                    <a:bodyPr/>
                    <a:lstStyle/>
                    <a:p>
                      <a:pPr algn="l"/>
                      <a:r>
                        <a:rPr sz="1160" b="1">
                          <a:solidFill>
                            <a:srgbClr val="FFFFFF"/>
                          </a:solidFill>
                          <a:latin typeface="Microsoft YaHei"/>
                        </a:rPr>
                        <a:t>本项目建议</a:t>
                      </a:r>
                    </a:p>
                  </a:txBody>
                  <a:tcPr marL="54864" marR="45720" marT="36576" marB="36576" anchor="ctr">
                    <a:solidFill>
                      <a:srgbClr val="1F4E79"/>
                    </a:solidFill>
                  </a:tcPr>
                </a:tc>
                <a:tc>
                  <a:txBody>
                    <a:bodyPr/>
                    <a:lstStyle/>
                    <a:p>
                      <a:pPr algn="l"/>
                      <a:r>
                        <a:rPr sz="1160" b="1">
                          <a:solidFill>
                            <a:srgbClr val="FFFFFF"/>
                          </a:solidFill>
                          <a:latin typeface="Microsoft YaHei"/>
                        </a:rPr>
                        <a:t>为什么重要</a:t>
                      </a:r>
                    </a:p>
                  </a:txBody>
                  <a:tcPr marL="54864" marR="45720" marT="36576" marB="36576" anchor="ctr">
                    <a:solidFill>
                      <a:srgbClr val="1F4E79"/>
                    </a:solidFill>
                  </a:tcPr>
                </a:tc>
              </a:tr>
              <a:tr h="754380">
                <a:tc>
                  <a:txBody>
                    <a:bodyPr/>
                    <a:lstStyle/>
                    <a:p>
                      <a:pPr algn="ctr"/>
                      <a:r>
                        <a:rPr sz="1100" b="0">
                          <a:solidFill>
                            <a:srgbClr val="2B3442"/>
                          </a:solidFill>
                          <a:latin typeface="Microsoft YaHei"/>
                        </a:rPr>
                        <a:t>输入</a:t>
                      </a:r>
                    </a:p>
                  </a:txBody>
                  <a:tcPr marL="54864" marR="45720" marT="36576" marB="36576" anchor="ctr">
                    <a:solidFill>
                      <a:srgbClr val="FFFFFF"/>
                    </a:solidFill>
                  </a:tcPr>
                </a:tc>
                <a:tc>
                  <a:txBody>
                    <a:bodyPr/>
                    <a:lstStyle/>
                    <a:p>
                      <a:pPr algn="l"/>
                      <a:r>
                        <a:rPr sz="1100" b="0">
                          <a:solidFill>
                            <a:srgbClr val="2B3442"/>
                          </a:solidFill>
                          <a:latin typeface="Microsoft YaHei"/>
                        </a:rPr>
                        <a:t>Day12 特征列</a:t>
                      </a:r>
                    </a:p>
                  </a:txBody>
                  <a:tcPr marL="54864" marR="45720" marT="36576" marB="36576" anchor="ctr">
                    <a:solidFill>
                      <a:srgbClr val="FFFFFF"/>
                    </a:solidFill>
                  </a:tcPr>
                </a:tc>
                <a:tc>
                  <a:txBody>
                    <a:bodyPr/>
                    <a:lstStyle/>
                    <a:p>
                      <a:pPr algn="l"/>
                      <a:r>
                        <a:rPr sz="1100" b="0">
                          <a:solidFill>
                            <a:srgbClr val="2B3442"/>
                          </a:solidFill>
                          <a:latin typeface="Microsoft YaHei"/>
                        </a:rPr>
                        <a:t>决定 MCU 端实时前处理内容。</a:t>
                      </a:r>
                    </a:p>
                  </a:txBody>
                  <a:tcPr marL="54864" marR="45720" marT="36576" marB="36576" anchor="ctr">
                    <a:solidFill>
                      <a:srgbClr val="FFFFFF"/>
                    </a:solidFill>
                  </a:tcPr>
                </a:tc>
              </a:tr>
              <a:tr h="754380">
                <a:tc>
                  <a:txBody>
                    <a:bodyPr/>
                    <a:lstStyle/>
                    <a:p>
                      <a:pPr algn="ctr"/>
                      <a:r>
                        <a:rPr sz="1100" b="0">
                          <a:solidFill>
                            <a:srgbClr val="2B3442"/>
                          </a:solidFill>
                          <a:latin typeface="Microsoft YaHei"/>
                        </a:rPr>
                        <a:t>输出</a:t>
                      </a:r>
                    </a:p>
                  </a:txBody>
                  <a:tcPr marL="54864" marR="45720" marT="36576" marB="36576" anchor="ctr">
                    <a:solidFill>
                      <a:srgbClr val="FAFBFD"/>
                    </a:solidFill>
                  </a:tcPr>
                </a:tc>
                <a:tc>
                  <a:txBody>
                    <a:bodyPr/>
                    <a:lstStyle/>
                    <a:p>
                      <a:pPr algn="l"/>
                      <a:r>
                        <a:rPr sz="1100" b="0">
                          <a:solidFill>
                            <a:srgbClr val="2B3442"/>
                          </a:solidFill>
                          <a:latin typeface="Microsoft YaHei"/>
                        </a:rPr>
                        <a:t>3 类 Softmax</a:t>
                      </a:r>
                    </a:p>
                  </a:txBody>
                  <a:tcPr marL="54864" marR="45720" marT="36576" marB="36576" anchor="ctr">
                    <a:solidFill>
                      <a:srgbClr val="FAFBFD"/>
                    </a:solidFill>
                  </a:tcPr>
                </a:tc>
                <a:tc>
                  <a:txBody>
                    <a:bodyPr/>
                    <a:lstStyle/>
                    <a:p>
                      <a:pPr algn="l"/>
                      <a:r>
                        <a:rPr sz="1100" b="0">
                          <a:solidFill>
                            <a:srgbClr val="2B3442"/>
                          </a:solidFill>
                          <a:latin typeface="Microsoft YaHei"/>
                        </a:rPr>
                        <a:t>与标签定义和损失函数一致。</a:t>
                      </a:r>
                    </a:p>
                  </a:txBody>
                  <a:tcPr marL="54864" marR="45720" marT="36576" marB="36576" anchor="ctr">
                    <a:solidFill>
                      <a:srgbClr val="FAFBFD"/>
                    </a:solidFill>
                  </a:tcPr>
                </a:tc>
              </a:tr>
              <a:tr h="754380">
                <a:tc>
                  <a:txBody>
                    <a:bodyPr/>
                    <a:lstStyle/>
                    <a:p>
                      <a:pPr algn="ctr"/>
                      <a:r>
                        <a:rPr sz="1100" b="0">
                          <a:solidFill>
                            <a:srgbClr val="2B3442"/>
                          </a:solidFill>
                          <a:latin typeface="Microsoft YaHei"/>
                        </a:rPr>
                        <a:t>结构</a:t>
                      </a:r>
                    </a:p>
                  </a:txBody>
                  <a:tcPr marL="54864" marR="45720" marT="36576" marB="36576" anchor="ctr">
                    <a:solidFill>
                      <a:srgbClr val="FFFFFF"/>
                    </a:solidFill>
                  </a:tcPr>
                </a:tc>
                <a:tc>
                  <a:txBody>
                    <a:bodyPr/>
                    <a:lstStyle/>
                    <a:p>
                      <a:pPr algn="l"/>
                      <a:r>
                        <a:rPr sz="1100" b="0">
                          <a:solidFill>
                            <a:srgbClr val="2B3442"/>
                          </a:solidFill>
                          <a:latin typeface="Microsoft YaHei"/>
                        </a:rPr>
                        <a:t>Dense 32 + Dense 16 + Dense 3</a:t>
                      </a:r>
                    </a:p>
                  </a:txBody>
                  <a:tcPr marL="54864" marR="45720" marT="36576" marB="36576" anchor="ctr">
                    <a:solidFill>
                      <a:srgbClr val="FFFFFF"/>
                    </a:solidFill>
                  </a:tcPr>
                </a:tc>
                <a:tc>
                  <a:txBody>
                    <a:bodyPr/>
                    <a:lstStyle/>
                    <a:p>
                      <a:pPr algn="l"/>
                      <a:r>
                        <a:rPr sz="1100" b="0">
                          <a:solidFill>
                            <a:srgbClr val="2B3442"/>
                          </a:solidFill>
                          <a:latin typeface="Microsoft YaHei"/>
                        </a:rPr>
                        <a:t>小模型先跑通，便于部署和解释。</a:t>
                      </a:r>
                    </a:p>
                  </a:txBody>
                  <a:tcPr marL="54864" marR="45720" marT="36576" marB="36576" anchor="ctr">
                    <a:solidFill>
                      <a:srgbClr val="FFFFFF"/>
                    </a:solidFill>
                  </a:tcPr>
                </a:tc>
              </a:tr>
              <a:tr h="754380">
                <a:tc>
                  <a:txBody>
                    <a:bodyPr/>
                    <a:lstStyle/>
                    <a:p>
                      <a:pPr algn="ctr"/>
                      <a:r>
                        <a:rPr sz="1100" b="0">
                          <a:solidFill>
                            <a:srgbClr val="2B3442"/>
                          </a:solidFill>
                          <a:latin typeface="Microsoft YaHei"/>
                        </a:rPr>
                        <a:t>归一化</a:t>
                      </a:r>
                    </a:p>
                  </a:txBody>
                  <a:tcPr marL="54864" marR="45720" marT="36576" marB="36576" anchor="ctr">
                    <a:solidFill>
                      <a:srgbClr val="FAFBFD"/>
                    </a:solidFill>
                  </a:tcPr>
                </a:tc>
                <a:tc>
                  <a:txBody>
                    <a:bodyPr/>
                    <a:lstStyle/>
                    <a:p>
                      <a:pPr algn="l"/>
                      <a:r>
                        <a:rPr sz="1100" b="0">
                          <a:solidFill>
                            <a:srgbClr val="2B3442"/>
                          </a:solidFill>
                          <a:latin typeface="Microsoft YaHei"/>
                        </a:rPr>
                        <a:t>训练集 mean/std</a:t>
                      </a:r>
                    </a:p>
                  </a:txBody>
                  <a:tcPr marL="54864" marR="45720" marT="36576" marB="36576" anchor="ctr">
                    <a:solidFill>
                      <a:srgbClr val="FAFBFD"/>
                    </a:solidFill>
                  </a:tcPr>
                </a:tc>
                <a:tc>
                  <a:txBody>
                    <a:bodyPr/>
                    <a:lstStyle/>
                    <a:p>
                      <a:pPr algn="l"/>
                      <a:r>
                        <a:rPr sz="1100" b="0">
                          <a:solidFill>
                            <a:srgbClr val="2B3442"/>
                          </a:solidFill>
                          <a:latin typeface="Microsoft YaHei"/>
                        </a:rPr>
                        <a:t>训练和部署必须一致。</a:t>
                      </a:r>
                    </a:p>
                  </a:txBody>
                  <a:tcPr marL="54864" marR="45720" marT="36576" marB="36576" anchor="ctr">
                    <a:solidFill>
                      <a:srgbClr val="FAFBFD"/>
                    </a:solidFill>
                  </a:tcPr>
                </a:tc>
              </a:tr>
              <a:tr h="754380">
                <a:tc>
                  <a:txBody>
                    <a:bodyPr/>
                    <a:lstStyle/>
                    <a:p>
                      <a:pPr algn="ctr"/>
                      <a:r>
                        <a:rPr sz="1100" b="0">
                          <a:solidFill>
                            <a:srgbClr val="2B3442"/>
                          </a:solidFill>
                          <a:latin typeface="Microsoft YaHei"/>
                        </a:rPr>
                        <a:t>指标</a:t>
                      </a:r>
                    </a:p>
                  </a:txBody>
                  <a:tcPr marL="54864" marR="45720" marT="36576" marB="36576" anchor="ctr">
                    <a:solidFill>
                      <a:srgbClr val="FFFFFF"/>
                    </a:solidFill>
                  </a:tcPr>
                </a:tc>
                <a:tc>
                  <a:txBody>
                    <a:bodyPr/>
                    <a:lstStyle/>
                    <a:p>
                      <a:pPr algn="l"/>
                      <a:r>
                        <a:rPr sz="1100" b="0">
                          <a:solidFill>
                            <a:srgbClr val="2B3442"/>
                          </a:solidFill>
                          <a:latin typeface="Microsoft YaHei"/>
                        </a:rPr>
                        <a:t>accuracy + confusion + recall</a:t>
                      </a:r>
                    </a:p>
                  </a:txBody>
                  <a:tcPr marL="54864" marR="45720" marT="36576" marB="36576" anchor="ctr">
                    <a:solidFill>
                      <a:srgbClr val="FFFFFF"/>
                    </a:solidFill>
                  </a:tcPr>
                </a:tc>
                <a:tc>
                  <a:txBody>
                    <a:bodyPr/>
                    <a:lstStyle/>
                    <a:p>
                      <a:pPr algn="l"/>
                      <a:r>
                        <a:rPr sz="1100" b="0">
                          <a:solidFill>
                            <a:srgbClr val="2B3442"/>
                          </a:solidFill>
                          <a:latin typeface="Microsoft YaHei"/>
                        </a:rPr>
                        <a:t>避免只看总准确率。</a:t>
                      </a:r>
                    </a:p>
                  </a:txBody>
                  <a:tcPr marL="54864" marR="45720" marT="36576" marB="36576"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特征组合如何设计实验</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35</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实验 A：只使用时域特征，部署成本最低。</a:t>
            </a:r>
          </a:p>
          <a:p>
            <a:pPr>
              <a:lnSpc>
                <a:spcPct val="106000"/>
              </a:lnSpc>
              <a:spcAft>
                <a:spcPts val="400"/>
              </a:spcAft>
            </a:pPr>
            <a:r>
              <a:rPr sz="1520">
                <a:solidFill>
                  <a:srgbClr val="2B3442"/>
                </a:solidFill>
                <a:latin typeface="Microsoft YaHei"/>
              </a:rPr>
              <a:t>• 实验 B：时域特征 + 少量频域特征，观察准确率是否提升。</a:t>
            </a:r>
          </a:p>
          <a:p>
            <a:pPr>
              <a:lnSpc>
                <a:spcPct val="106000"/>
              </a:lnSpc>
              <a:spcAft>
                <a:spcPts val="400"/>
              </a:spcAft>
            </a:pPr>
            <a:r>
              <a:rPr sz="1520">
                <a:solidFill>
                  <a:srgbClr val="2B3442"/>
                </a:solidFill>
                <a:latin typeface="Microsoft YaHei"/>
              </a:rPr>
              <a:t>• 实验 C：全部特征，用于分析上限，但不一定用于部署。</a:t>
            </a:r>
          </a:p>
          <a:p>
            <a:pPr>
              <a:lnSpc>
                <a:spcPct val="106000"/>
              </a:lnSpc>
              <a:spcAft>
                <a:spcPts val="400"/>
              </a:spcAft>
            </a:pPr>
            <a:r>
              <a:rPr sz="1520">
                <a:solidFill>
                  <a:srgbClr val="2B3442"/>
                </a:solidFill>
                <a:latin typeface="Microsoft YaHei"/>
              </a:rPr>
              <a:t>• 比较不同实验的准确率、混淆矩阵和模型输入维度。</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不要凭感觉决定特征，应该通过实验比较。</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模型输出如何在设备端使用</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36</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单个窗口输出一次分类结果，但结果可能会抖动。</a:t>
            </a:r>
          </a:p>
          <a:p>
            <a:pPr>
              <a:lnSpc>
                <a:spcPct val="106000"/>
              </a:lnSpc>
              <a:spcAft>
                <a:spcPts val="400"/>
              </a:spcAft>
            </a:pPr>
            <a:r>
              <a:rPr sz="1520">
                <a:solidFill>
                  <a:srgbClr val="2B3442"/>
                </a:solidFill>
                <a:latin typeface="Microsoft YaHei"/>
              </a:rPr>
              <a:t>• 后续可以对连续多个窗口做多数投票或概率平滑。</a:t>
            </a:r>
          </a:p>
          <a:p>
            <a:pPr>
              <a:lnSpc>
                <a:spcPct val="106000"/>
              </a:lnSpc>
              <a:spcAft>
                <a:spcPts val="400"/>
              </a:spcAft>
            </a:pPr>
            <a:r>
              <a:rPr sz="1520">
                <a:solidFill>
                  <a:srgbClr val="2B3442"/>
                </a:solidFill>
                <a:latin typeface="Microsoft YaHei"/>
              </a:rPr>
              <a:t>• 可以设置置信度阈值，低于阈值时保持上一状态或输出 unknown。</a:t>
            </a:r>
          </a:p>
          <a:p>
            <a:pPr>
              <a:lnSpc>
                <a:spcPct val="106000"/>
              </a:lnSpc>
              <a:spcAft>
                <a:spcPts val="400"/>
              </a:spcAft>
            </a:pPr>
            <a:r>
              <a:rPr sz="1520">
                <a:solidFill>
                  <a:srgbClr val="2B3442"/>
                </a:solidFill>
                <a:latin typeface="Microsoft YaHei"/>
              </a:rPr>
              <a:t>• 这些后处理策略不会改变模型结构，但会影响用户体验。</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模型设计不只包含神经网络，也包含推理结果怎么被系统使用。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常见错误：把答案放进输入</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37</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label、label_id 只能作为训练标签 y，不能作为输入 X。</a:t>
            </a:r>
          </a:p>
          <a:p>
            <a:pPr>
              <a:lnSpc>
                <a:spcPct val="106000"/>
              </a:lnSpc>
              <a:spcAft>
                <a:spcPts val="400"/>
              </a:spcAft>
            </a:pPr>
            <a:r>
              <a:rPr sz="1520">
                <a:solidFill>
                  <a:srgbClr val="2B3442"/>
                </a:solidFill>
                <a:latin typeface="Microsoft YaHei"/>
              </a:rPr>
              <a:t>• 如果把标签列放进输入，模型会在训练和测试中得到虚假高准确率。</a:t>
            </a:r>
          </a:p>
          <a:p>
            <a:pPr>
              <a:lnSpc>
                <a:spcPct val="106000"/>
              </a:lnSpc>
              <a:spcAft>
                <a:spcPts val="400"/>
              </a:spcAft>
            </a:pPr>
            <a:r>
              <a:rPr sz="1520">
                <a:solidFill>
                  <a:srgbClr val="2B3442"/>
                </a:solidFill>
                <a:latin typeface="Microsoft YaHei"/>
              </a:rPr>
              <a:t>• 这类错误叫数据泄漏，是机器学习实验中非常严重的问题。</a:t>
            </a:r>
          </a:p>
          <a:p>
            <a:pPr>
              <a:lnSpc>
                <a:spcPct val="106000"/>
              </a:lnSpc>
              <a:spcAft>
                <a:spcPts val="400"/>
              </a:spcAft>
            </a:pPr>
            <a:r>
              <a:rPr sz="1520">
                <a:solidFill>
                  <a:srgbClr val="2B3442"/>
                </a:solidFill>
                <a:latin typeface="Microsoft YaHei"/>
              </a:rPr>
              <a:t>• 训练前一定要打印输入列清单，人工确认没有答案字段。</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看起来准确率很高，不代表模型真的学会了动作。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常见错误：只追求训练准确率</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38</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训练准确率高，可能只是模型记住了训练集。</a:t>
            </a:r>
          </a:p>
          <a:p>
            <a:pPr>
              <a:lnSpc>
                <a:spcPct val="106000"/>
              </a:lnSpc>
              <a:spcAft>
                <a:spcPts val="400"/>
              </a:spcAft>
            </a:pPr>
            <a:r>
              <a:rPr sz="1520">
                <a:solidFill>
                  <a:srgbClr val="2B3442"/>
                </a:solidFill>
                <a:latin typeface="Microsoft YaHei"/>
              </a:rPr>
              <a:t>• 验证集和测试集才更能反映泛化能力。</a:t>
            </a:r>
          </a:p>
          <a:p>
            <a:pPr>
              <a:lnSpc>
                <a:spcPct val="106000"/>
              </a:lnSpc>
              <a:spcAft>
                <a:spcPts val="400"/>
              </a:spcAft>
            </a:pPr>
            <a:r>
              <a:rPr sz="1520">
                <a:solidFill>
                  <a:srgbClr val="2B3442"/>
                </a:solidFill>
                <a:latin typeface="Microsoft YaHei"/>
              </a:rPr>
              <a:t>• 混淆矩阵能告诉我们模型到底错在哪里。</a:t>
            </a:r>
          </a:p>
          <a:p>
            <a:pPr>
              <a:lnSpc>
                <a:spcPct val="106000"/>
              </a:lnSpc>
              <a:spcAft>
                <a:spcPts val="400"/>
              </a:spcAft>
            </a:pPr>
            <a:r>
              <a:rPr sz="1520">
                <a:solidFill>
                  <a:srgbClr val="2B3442"/>
                </a:solidFill>
                <a:latin typeface="Microsoft YaHei"/>
              </a:rPr>
              <a:t>• 如果 stairs 经常被识别成 walk，要回头检查特征和数据采集。</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模型设计要服务真实部署，而不是只让训练日志好看。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常见错误：忽略部署成本</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39</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电脑上能训练，不代表 MCU 上能实时运行。</a:t>
            </a:r>
          </a:p>
          <a:p>
            <a:pPr>
              <a:lnSpc>
                <a:spcPct val="106000"/>
              </a:lnSpc>
              <a:spcAft>
                <a:spcPts val="400"/>
              </a:spcAft>
            </a:pPr>
            <a:r>
              <a:rPr sz="1520">
                <a:solidFill>
                  <a:srgbClr val="2B3442"/>
                </a:solidFill>
                <a:latin typeface="Microsoft YaHei"/>
              </a:rPr>
              <a:t>• 频域特征和大模型可能带来额外计算成本。</a:t>
            </a:r>
          </a:p>
          <a:p>
            <a:pPr>
              <a:lnSpc>
                <a:spcPct val="106000"/>
              </a:lnSpc>
              <a:spcAft>
                <a:spcPts val="400"/>
              </a:spcAft>
            </a:pPr>
            <a:r>
              <a:rPr sz="1520">
                <a:solidFill>
                  <a:srgbClr val="2B3442"/>
                </a:solidFill>
                <a:latin typeface="Microsoft YaHei"/>
              </a:rPr>
              <a:t>• 输入维度越高，模型第一层参数越多。</a:t>
            </a:r>
          </a:p>
          <a:p>
            <a:pPr>
              <a:lnSpc>
                <a:spcPct val="106000"/>
              </a:lnSpc>
              <a:spcAft>
                <a:spcPts val="400"/>
              </a:spcAft>
            </a:pPr>
            <a:r>
              <a:rPr sz="1520">
                <a:solidFill>
                  <a:srgbClr val="2B3442"/>
                </a:solidFill>
                <a:latin typeface="Microsoft YaHei"/>
              </a:rPr>
              <a:t>• Day13 设计阶段就要为 Flash、RAM、推理时间留余量。</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嵌入式 AI 的模型设计，永远要同时看算法效果和资源成本。</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Day14 将使用的训练骨架</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40</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Rounded Rectangle 8"/>
          <p:cNvSpPr/>
          <p:nvPr/>
        </p:nvSpPr>
        <p:spPr>
          <a:xfrm>
            <a:off x="658368" y="1389888"/>
            <a:ext cx="5760720" cy="4526280"/>
          </a:xfrm>
          <a:prstGeom prst="roundRect">
            <a:avLst/>
          </a:prstGeom>
          <a:solidFill>
            <a:srgbClr val="182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645920"/>
            <a:ext cx="5303520" cy="3886200"/>
          </a:xfrm>
          <a:prstGeom prst="rect">
            <a:avLst/>
          </a:prstGeom>
          <a:noFill/>
        </p:spPr>
        <p:txBody>
          <a:bodyPr wrap="square" lIns="27432" rIns="27432" tIns="18288" bIns="18288" anchor="t">
            <a:normAutofit/>
          </a:bodyPr>
          <a:lstStyle/>
          <a:p>
            <a:pPr algn="l">
              <a:lnSpc>
                <a:spcPct val="94000"/>
              </a:lnSpc>
            </a:pPr>
            <a:r>
              <a:rPr sz="969" b="0">
                <a:solidFill>
                  <a:srgbClr val="EAF2FF"/>
                </a:solidFill>
                <a:latin typeface="Consolas"/>
              </a:rPr>
              <a:t>X = features[feature_cols].to_numpy()
y = features['label_id'].to_numpy()
X_train, X_test, y_train, y_test = split_by_session(X, y)
scaler = fit_scaler(X_train)
model = build_mlp(num_features=X_train.shape[1])
model.fit(X_train, y_train, validation_data=(X_val, y_val))</a:t>
            </a:r>
          </a:p>
        </p:txBody>
      </p:sp>
      <p:sp>
        <p:nvSpPr>
          <p:cNvPr id="11" name="TextBox 10"/>
          <p:cNvSpPr txBox="1"/>
          <p:nvPr/>
        </p:nvSpPr>
        <p:spPr>
          <a:xfrm>
            <a:off x="6812280" y="1444752"/>
            <a:ext cx="1463040" cy="274320"/>
          </a:xfrm>
          <a:prstGeom prst="rect">
            <a:avLst/>
          </a:prstGeom>
          <a:noFill/>
        </p:spPr>
        <p:txBody>
          <a:bodyPr wrap="square" lIns="27432" rIns="27432" tIns="18288" bIns="18288" anchor="t">
            <a:normAutofit/>
          </a:bodyPr>
          <a:lstStyle/>
          <a:p>
            <a:pPr algn="l"/>
            <a:r>
              <a:rPr sz="1600" b="1">
                <a:solidFill>
                  <a:srgbClr val="ED7D31"/>
                </a:solidFill>
                <a:latin typeface="Microsoft YaHei"/>
              </a:rPr>
              <a:t>讲解重点</a:t>
            </a:r>
          </a:p>
        </p:txBody>
      </p:sp>
      <p:sp>
        <p:nvSpPr>
          <p:cNvPr id="12" name="TextBox 11"/>
          <p:cNvSpPr txBox="1"/>
          <p:nvPr/>
        </p:nvSpPr>
        <p:spPr>
          <a:xfrm>
            <a:off x="6784848" y="1883664"/>
            <a:ext cx="4206240" cy="3703320"/>
          </a:xfrm>
          <a:prstGeom prst="rect">
            <a:avLst/>
          </a:prstGeom>
          <a:noFill/>
        </p:spPr>
        <p:txBody>
          <a:bodyPr wrap="square" lIns="54864" rIns="36576" tIns="18288" bIns="18288">
            <a:normAutofit/>
          </a:bodyPr>
          <a:lstStyle/>
          <a:p>
            <a:pPr>
              <a:lnSpc>
                <a:spcPct val="106000"/>
              </a:lnSpc>
              <a:spcAft>
                <a:spcPts val="400"/>
              </a:spcAft>
            </a:pPr>
            <a:r>
              <a:rPr sz="1420">
                <a:solidFill>
                  <a:srgbClr val="2B3442"/>
                </a:solidFill>
                <a:latin typeface="Microsoft YaHei"/>
              </a:rPr>
              <a:t>• Day13 负责把 feature_cols、模型结构和指标先设计清楚。</a:t>
            </a:r>
          </a:p>
          <a:p>
            <a:pPr>
              <a:lnSpc>
                <a:spcPct val="106000"/>
              </a:lnSpc>
              <a:spcAft>
                <a:spcPts val="400"/>
              </a:spcAft>
            </a:pPr>
            <a:r>
              <a:rPr sz="1420">
                <a:solidFill>
                  <a:srgbClr val="2B3442"/>
                </a:solidFill>
                <a:latin typeface="Microsoft YaHei"/>
              </a:rPr>
              <a:t>• Day14 会真正开始训练、验证和导出模型。</a:t>
            </a:r>
          </a:p>
          <a:p>
            <a:pPr>
              <a:lnSpc>
                <a:spcPct val="106000"/>
              </a:lnSpc>
              <a:spcAft>
                <a:spcPts val="400"/>
              </a:spcAft>
            </a:pPr>
            <a:r>
              <a:rPr sz="1420">
                <a:solidFill>
                  <a:srgbClr val="2B3442"/>
                </a:solidFill>
                <a:latin typeface="Microsoft YaHei"/>
              </a:rPr>
              <a:t>• 训练脚本必须保存归一化参数和类别映射。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Day13 输出给 Day14 的内容</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41</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确定模型输入列：哪些特征进入 X。</a:t>
            </a:r>
          </a:p>
          <a:p>
            <a:pPr>
              <a:lnSpc>
                <a:spcPct val="106000"/>
              </a:lnSpc>
              <a:spcAft>
                <a:spcPts val="400"/>
              </a:spcAft>
            </a:pPr>
            <a:r>
              <a:rPr sz="1520">
                <a:solidFill>
                  <a:srgbClr val="2B3442"/>
                </a:solidFill>
                <a:latin typeface="Microsoft YaHei"/>
              </a:rPr>
              <a:t>• 确定标签映射：idle=0、walk=1、stairs=2。</a:t>
            </a:r>
          </a:p>
          <a:p>
            <a:pPr>
              <a:lnSpc>
                <a:spcPct val="106000"/>
              </a:lnSpc>
              <a:spcAft>
                <a:spcPts val="400"/>
              </a:spcAft>
            </a:pPr>
            <a:r>
              <a:rPr sz="1520">
                <a:solidFill>
                  <a:srgbClr val="2B3442"/>
                </a:solidFill>
                <a:latin typeface="Microsoft YaHei"/>
              </a:rPr>
              <a:t>• 确定第一版模型结构：MLP 32-16-3。</a:t>
            </a:r>
          </a:p>
          <a:p>
            <a:pPr>
              <a:lnSpc>
                <a:spcPct val="106000"/>
              </a:lnSpc>
              <a:spcAft>
                <a:spcPts val="400"/>
              </a:spcAft>
            </a:pPr>
            <a:r>
              <a:rPr sz="1520">
                <a:solidFill>
                  <a:srgbClr val="2B3442"/>
                </a:solidFill>
                <a:latin typeface="Microsoft YaHei"/>
              </a:rPr>
              <a:t>• 确定评估指标：准确率、混淆矩阵、每类召回率、模型大小。</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下一节课训练不是从零开始，而是执行本节课设计好的方案。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本节课小结</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42</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Rounded Rectangle 8"/>
          <p:cNvSpPr/>
          <p:nvPr/>
        </p:nvSpPr>
        <p:spPr>
          <a:xfrm>
            <a:off x="658368" y="1353312"/>
            <a:ext cx="3063240" cy="438912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353312"/>
            <a:ext cx="3063240" cy="82296"/>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664208"/>
            <a:ext cx="2560320" cy="310896"/>
          </a:xfrm>
          <a:prstGeom prst="rect">
            <a:avLst/>
          </a:prstGeom>
          <a:noFill/>
        </p:spPr>
        <p:txBody>
          <a:bodyPr wrap="square" lIns="27432" rIns="27432" tIns="18288" bIns="18288" anchor="t">
            <a:normAutofit/>
          </a:bodyPr>
          <a:lstStyle/>
          <a:p>
            <a:pPr algn="l"/>
            <a:r>
              <a:rPr sz="1650" b="1">
                <a:solidFill>
                  <a:srgbClr val="ED7D31"/>
                </a:solidFill>
                <a:latin typeface="Microsoft YaHei"/>
              </a:rPr>
              <a:t>你应该理解</a:t>
            </a:r>
          </a:p>
        </p:txBody>
      </p:sp>
      <p:sp>
        <p:nvSpPr>
          <p:cNvPr id="12" name="TextBox 11"/>
          <p:cNvSpPr txBox="1"/>
          <p:nvPr/>
        </p:nvSpPr>
        <p:spPr>
          <a:xfrm>
            <a:off x="877824" y="2121408"/>
            <a:ext cx="2615184" cy="3182112"/>
          </a:xfrm>
          <a:prstGeom prst="rect">
            <a:avLst/>
          </a:prstGeom>
          <a:noFill/>
        </p:spPr>
        <p:txBody>
          <a:bodyPr wrap="square" lIns="54864" rIns="36576" tIns="18288" bIns="18288">
            <a:normAutofit/>
          </a:bodyPr>
          <a:lstStyle/>
          <a:p>
            <a:pPr>
              <a:lnSpc>
                <a:spcPct val="106000"/>
              </a:lnSpc>
              <a:spcAft>
                <a:spcPts val="400"/>
              </a:spcAft>
            </a:pPr>
            <a:r>
              <a:rPr sz="1360">
                <a:solidFill>
                  <a:srgbClr val="2B3442"/>
                </a:solidFill>
                <a:latin typeface="Microsoft YaHei"/>
              </a:rPr>
              <a:t>• 模型设计要先定义任务边界</a:t>
            </a:r>
          </a:p>
          <a:p>
            <a:pPr>
              <a:lnSpc>
                <a:spcPct val="106000"/>
              </a:lnSpc>
              <a:spcAft>
                <a:spcPts val="400"/>
              </a:spcAft>
            </a:pPr>
            <a:r>
              <a:rPr sz="1360">
                <a:solidFill>
                  <a:srgbClr val="2B3442"/>
                </a:solidFill>
                <a:latin typeface="Microsoft YaHei"/>
              </a:rPr>
              <a:t>• TinyML 要同时看准确率和资源</a:t>
            </a:r>
          </a:p>
          <a:p>
            <a:pPr>
              <a:lnSpc>
                <a:spcPct val="106000"/>
              </a:lnSpc>
              <a:spcAft>
                <a:spcPts val="400"/>
              </a:spcAft>
            </a:pPr>
            <a:r>
              <a:rPr sz="1360">
                <a:solidFill>
                  <a:srgbClr val="2B3442"/>
                </a:solidFill>
                <a:latin typeface="Microsoft YaHei"/>
              </a:rPr>
              <a:t>• 简单基线模型非常重要</a:t>
            </a:r>
          </a:p>
        </p:txBody>
      </p:sp>
      <p:sp>
        <p:nvSpPr>
          <p:cNvPr id="13" name="Rounded Rectangle 12"/>
          <p:cNvSpPr/>
          <p:nvPr/>
        </p:nvSpPr>
        <p:spPr>
          <a:xfrm>
            <a:off x="4224528" y="1353312"/>
            <a:ext cx="3063240" cy="438912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353312"/>
            <a:ext cx="3063240" cy="82296"/>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664208"/>
            <a:ext cx="2560320" cy="310896"/>
          </a:xfrm>
          <a:prstGeom prst="rect">
            <a:avLst/>
          </a:prstGeom>
          <a:noFill/>
        </p:spPr>
        <p:txBody>
          <a:bodyPr wrap="square" lIns="27432" rIns="27432" tIns="18288" bIns="18288" anchor="t">
            <a:normAutofit/>
          </a:bodyPr>
          <a:lstStyle/>
          <a:p>
            <a:pPr algn="l"/>
            <a:r>
              <a:rPr sz="1650" b="1">
                <a:solidFill>
                  <a:srgbClr val="4472C4"/>
                </a:solidFill>
                <a:latin typeface="Microsoft YaHei"/>
              </a:rPr>
              <a:t>你应该会做</a:t>
            </a:r>
          </a:p>
        </p:txBody>
      </p:sp>
      <p:sp>
        <p:nvSpPr>
          <p:cNvPr id="16" name="TextBox 15"/>
          <p:cNvSpPr txBox="1"/>
          <p:nvPr/>
        </p:nvSpPr>
        <p:spPr>
          <a:xfrm>
            <a:off x="4443984" y="2121408"/>
            <a:ext cx="2615184" cy="3182112"/>
          </a:xfrm>
          <a:prstGeom prst="rect">
            <a:avLst/>
          </a:prstGeom>
          <a:noFill/>
        </p:spPr>
        <p:txBody>
          <a:bodyPr wrap="square" lIns="54864" rIns="36576" tIns="18288" bIns="18288">
            <a:normAutofit/>
          </a:bodyPr>
          <a:lstStyle/>
          <a:p>
            <a:pPr>
              <a:lnSpc>
                <a:spcPct val="106000"/>
              </a:lnSpc>
              <a:spcAft>
                <a:spcPts val="400"/>
              </a:spcAft>
            </a:pPr>
            <a:r>
              <a:rPr sz="1360">
                <a:solidFill>
                  <a:srgbClr val="2B3442"/>
                </a:solidFill>
                <a:latin typeface="Microsoft YaHei"/>
              </a:rPr>
              <a:t>• 从 features_all.csv 定义输入 X</a:t>
            </a:r>
          </a:p>
          <a:p>
            <a:pPr>
              <a:lnSpc>
                <a:spcPct val="106000"/>
              </a:lnSpc>
              <a:spcAft>
                <a:spcPts val="400"/>
              </a:spcAft>
            </a:pPr>
            <a:r>
              <a:rPr sz="1360">
                <a:solidFill>
                  <a:srgbClr val="2B3442"/>
                </a:solidFill>
                <a:latin typeface="Microsoft YaHei"/>
              </a:rPr>
              <a:t>• 设计 Softmax 三分类输出</a:t>
            </a:r>
          </a:p>
          <a:p>
            <a:pPr>
              <a:lnSpc>
                <a:spcPct val="106000"/>
              </a:lnSpc>
              <a:spcAft>
                <a:spcPts val="400"/>
              </a:spcAft>
            </a:pPr>
            <a:r>
              <a:rPr sz="1360">
                <a:solidFill>
                  <a:srgbClr val="2B3442"/>
                </a:solidFill>
                <a:latin typeface="Microsoft YaHei"/>
              </a:rPr>
              <a:t>• 估算小型 MLP 参数量和部署成本</a:t>
            </a:r>
          </a:p>
        </p:txBody>
      </p:sp>
      <p:sp>
        <p:nvSpPr>
          <p:cNvPr id="17" name="Rounded Rectangle 16"/>
          <p:cNvSpPr/>
          <p:nvPr/>
        </p:nvSpPr>
        <p:spPr>
          <a:xfrm>
            <a:off x="7790688" y="1353312"/>
            <a:ext cx="3063240" cy="438912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90688" y="1353312"/>
            <a:ext cx="3063240" cy="82296"/>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19288" y="1664208"/>
            <a:ext cx="2560320" cy="310896"/>
          </a:xfrm>
          <a:prstGeom prst="rect">
            <a:avLst/>
          </a:prstGeom>
          <a:noFill/>
        </p:spPr>
        <p:txBody>
          <a:bodyPr wrap="square" lIns="27432" rIns="27432" tIns="18288" bIns="18288" anchor="t">
            <a:normAutofit/>
          </a:bodyPr>
          <a:lstStyle/>
          <a:p>
            <a:pPr algn="l"/>
            <a:r>
              <a:rPr sz="1650" b="1">
                <a:solidFill>
                  <a:srgbClr val="70AD47"/>
                </a:solidFill>
                <a:latin typeface="Microsoft YaHei"/>
              </a:rPr>
              <a:t>你要带走</a:t>
            </a:r>
          </a:p>
        </p:txBody>
      </p:sp>
      <p:sp>
        <p:nvSpPr>
          <p:cNvPr id="20" name="TextBox 19"/>
          <p:cNvSpPr txBox="1"/>
          <p:nvPr/>
        </p:nvSpPr>
        <p:spPr>
          <a:xfrm>
            <a:off x="8010144" y="2121408"/>
            <a:ext cx="2615184" cy="3182112"/>
          </a:xfrm>
          <a:prstGeom prst="rect">
            <a:avLst/>
          </a:prstGeom>
          <a:noFill/>
        </p:spPr>
        <p:txBody>
          <a:bodyPr wrap="square" lIns="54864" rIns="36576" tIns="18288" bIns="18288">
            <a:normAutofit/>
          </a:bodyPr>
          <a:lstStyle/>
          <a:p>
            <a:pPr>
              <a:lnSpc>
                <a:spcPct val="106000"/>
              </a:lnSpc>
              <a:spcAft>
                <a:spcPts val="400"/>
              </a:spcAft>
            </a:pPr>
            <a:r>
              <a:rPr sz="1360">
                <a:solidFill>
                  <a:srgbClr val="2B3442"/>
                </a:solidFill>
                <a:latin typeface="Microsoft YaHei"/>
              </a:rPr>
              <a:t>• 第一版模型设计方案</a:t>
            </a:r>
          </a:p>
          <a:p>
            <a:pPr>
              <a:lnSpc>
                <a:spcPct val="106000"/>
              </a:lnSpc>
              <a:spcAft>
                <a:spcPts val="400"/>
              </a:spcAft>
            </a:pPr>
            <a:r>
              <a:rPr sz="1360">
                <a:solidFill>
                  <a:srgbClr val="2B3442"/>
                </a:solidFill>
                <a:latin typeface="Microsoft YaHei"/>
              </a:rPr>
              <a:t>• MLP 32-16-3 结构</a:t>
            </a:r>
          </a:p>
          <a:p>
            <a:pPr>
              <a:lnSpc>
                <a:spcPct val="106000"/>
              </a:lnSpc>
              <a:spcAft>
                <a:spcPts val="400"/>
              </a:spcAft>
            </a:pPr>
            <a:r>
              <a:rPr sz="1360">
                <a:solidFill>
                  <a:srgbClr val="2B3442"/>
                </a:solidFill>
                <a:latin typeface="Microsoft YaHei"/>
              </a:rPr>
              <a:t>• 训练前检查清单</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92024"/>
            <a:ext cx="4389120" cy="219456"/>
          </a:xfrm>
          <a:prstGeom prst="rect">
            <a:avLst/>
          </a:prstGeom>
          <a:noFill/>
        </p:spPr>
        <p:txBody>
          <a:bodyPr wrap="square" lIns="27432" rIns="27432" tIns="18288" bIns="18288" anchor="t">
            <a:normAutofit/>
          </a:bodyPr>
          <a:lstStyle/>
          <a:p>
            <a:pPr algn="l"/>
            <a:r>
              <a:rPr sz="880" b="1">
                <a:solidFill>
                  <a:srgbClr val="ED7D31"/>
                </a:solidFill>
                <a:latin typeface="Microsoft YaHei"/>
              </a:rPr>
              <a:t>Day13 模型设计</a:t>
            </a:r>
          </a:p>
        </p:txBody>
      </p:sp>
      <p:sp>
        <p:nvSpPr>
          <p:cNvPr id="5" name="TextBox 4"/>
          <p:cNvSpPr txBox="1"/>
          <p:nvPr/>
        </p:nvSpPr>
        <p:spPr>
          <a:xfrm>
            <a:off x="384048" y="438912"/>
            <a:ext cx="10835640" cy="512064"/>
          </a:xfrm>
          <a:prstGeom prst="rect">
            <a:avLst/>
          </a:prstGeom>
          <a:noFill/>
        </p:spPr>
        <p:txBody>
          <a:bodyPr wrap="square" lIns="27432" rIns="27432" tIns="18288" bIns="18288" anchor="t">
            <a:normAutofit/>
          </a:bodyPr>
          <a:lstStyle/>
          <a:p>
            <a:pPr algn="l"/>
            <a:r>
              <a:rPr sz="2450" b="1">
                <a:solidFill>
                  <a:srgbClr val="1F4E79"/>
                </a:solidFill>
                <a:latin typeface="Microsoft YaHei"/>
              </a:rPr>
              <a:t>课后练习</a:t>
            </a:r>
          </a:p>
        </p:txBody>
      </p:sp>
      <p:sp>
        <p:nvSpPr>
          <p:cNvPr id="6" name="Rectangle 5"/>
          <p:cNvSpPr/>
          <p:nvPr/>
        </p:nvSpPr>
        <p:spPr>
          <a:xfrm>
            <a:off x="384048" y="1005840"/>
            <a:ext cx="11201400" cy="18288"/>
          </a:xfrm>
          <a:prstGeom prst="rect">
            <a:avLst/>
          </a:prstGeom>
          <a:solidFill>
            <a:srgbClr val="D9E2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6455664"/>
            <a:ext cx="411480" cy="182880"/>
          </a:xfrm>
          <a:prstGeom prst="rect">
            <a:avLst/>
          </a:prstGeom>
          <a:noFill/>
        </p:spPr>
        <p:txBody>
          <a:bodyPr wrap="square" lIns="27432" rIns="27432" tIns="18288" bIns="18288" anchor="t">
            <a:normAutofit/>
          </a:bodyPr>
          <a:lstStyle/>
          <a:p>
            <a:pPr algn="ctr"/>
            <a:r>
              <a:rPr sz="850" b="0">
                <a:solidFill>
                  <a:srgbClr val="5F6B7A"/>
                </a:solidFill>
                <a:latin typeface="Microsoft YaHei"/>
              </a:rPr>
              <a:t>43</a:t>
            </a:r>
          </a:p>
        </p:txBody>
      </p:sp>
      <p:sp>
        <p:nvSpPr>
          <p:cNvPr id="8" name="TextBox 7"/>
          <p:cNvSpPr txBox="1"/>
          <p:nvPr/>
        </p:nvSpPr>
        <p:spPr>
          <a:xfrm>
            <a:off x="6766560" y="6437376"/>
            <a:ext cx="4800600" cy="219456"/>
          </a:xfrm>
          <a:prstGeom prst="rect">
            <a:avLst/>
          </a:prstGeom>
          <a:noFill/>
        </p:spPr>
        <p:txBody>
          <a:bodyPr wrap="square" lIns="27432" rIns="27432" tIns="18288" bIns="18288" anchor="t">
            <a:normAutofit/>
          </a:bodyPr>
          <a:lstStyle/>
          <a:p>
            <a:pPr algn="r"/>
            <a:r>
              <a:rPr sz="780" b="0">
                <a:solidFill>
                  <a:srgbClr val="5F6B7A"/>
                </a:solidFill>
                <a:latin typeface="Microsoft YaHei"/>
              </a:rPr>
              <a:t>公众号：玩转单片机与嵌入式  |  Day13 模型设计</a:t>
            </a:r>
          </a:p>
        </p:txBody>
      </p:sp>
      <p:sp>
        <p:nvSpPr>
          <p:cNvPr id="9" name="TextBox 8"/>
          <p:cNvSpPr txBox="1"/>
          <p:nvPr/>
        </p:nvSpPr>
        <p:spPr>
          <a:xfrm>
            <a:off x="749808" y="1325880"/>
            <a:ext cx="6537960" cy="4526280"/>
          </a:xfrm>
          <a:prstGeom prst="rect">
            <a:avLst/>
          </a:prstGeom>
          <a:noFill/>
        </p:spPr>
        <p:txBody>
          <a:bodyPr wrap="square" lIns="54864" rIns="36576" tIns="18288" bIns="18288">
            <a:normAutofit/>
          </a:bodyPr>
          <a:lstStyle/>
          <a:p>
            <a:pPr>
              <a:lnSpc>
                <a:spcPct val="106000"/>
              </a:lnSpc>
              <a:spcAft>
                <a:spcPts val="400"/>
              </a:spcAft>
            </a:pPr>
            <a:r>
              <a:rPr sz="1520">
                <a:solidFill>
                  <a:srgbClr val="2B3442"/>
                </a:solidFill>
                <a:latin typeface="Microsoft YaHei"/>
              </a:rPr>
              <a:t>• 打开 Day12 的 features_all.csv，列出你准备作为输入 X 的特征列。</a:t>
            </a:r>
          </a:p>
          <a:p>
            <a:pPr>
              <a:lnSpc>
                <a:spcPct val="106000"/>
              </a:lnSpc>
              <a:spcAft>
                <a:spcPts val="400"/>
              </a:spcAft>
            </a:pPr>
            <a:r>
              <a:rPr sz="1520">
                <a:solidFill>
                  <a:srgbClr val="2B3442"/>
                </a:solidFill>
                <a:latin typeface="Microsoft YaHei"/>
              </a:rPr>
              <a:t>• 分别设计三组实验：只用时域、时域加少量频域、使用全部特征。</a:t>
            </a:r>
          </a:p>
          <a:p>
            <a:pPr>
              <a:lnSpc>
                <a:spcPct val="106000"/>
              </a:lnSpc>
              <a:spcAft>
                <a:spcPts val="400"/>
              </a:spcAft>
            </a:pPr>
            <a:r>
              <a:rPr sz="1520">
                <a:solidFill>
                  <a:srgbClr val="2B3442"/>
                </a:solidFill>
                <a:latin typeface="Microsoft YaHei"/>
              </a:rPr>
              <a:t>• 按公式估算每组输入维度下 MLP 的参数量。</a:t>
            </a:r>
          </a:p>
          <a:p>
            <a:pPr>
              <a:lnSpc>
                <a:spcPct val="106000"/>
              </a:lnSpc>
              <a:spcAft>
                <a:spcPts val="400"/>
              </a:spcAft>
            </a:pPr>
            <a:r>
              <a:rPr sz="1520">
                <a:solidFill>
                  <a:srgbClr val="2B3442"/>
                </a:solidFill>
                <a:latin typeface="Microsoft YaHei"/>
              </a:rPr>
              <a:t>• 思考：如果部署端不做 FFT，你会删掉哪些频域特征？</a:t>
            </a:r>
          </a:p>
        </p:txBody>
      </p:sp>
      <p:sp>
        <p:nvSpPr>
          <p:cNvPr id="10" name="Rounded Rectangle 9"/>
          <p:cNvSpPr/>
          <p:nvPr/>
        </p:nvSpPr>
        <p:spPr>
          <a:xfrm>
            <a:off x="7726679" y="1426464"/>
            <a:ext cx="3520440" cy="4251960"/>
          </a:xfrm>
          <a:prstGeom prst="roundRect">
            <a:avLst/>
          </a:prstGeom>
          <a:solidFill>
            <a:srgbClr val="FFFFFF"/>
          </a:solidFill>
          <a:ln w="12700">
            <a:solidFill>
              <a:srgbClr val="D9E2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91856" y="1737360"/>
            <a:ext cx="2103120" cy="274320"/>
          </a:xfrm>
          <a:prstGeom prst="rect">
            <a:avLst/>
          </a:prstGeom>
          <a:noFill/>
        </p:spPr>
        <p:txBody>
          <a:bodyPr wrap="square" lIns="27432" rIns="27432" tIns="18288" bIns="18288" anchor="t">
            <a:normAutofit/>
          </a:bodyPr>
          <a:lstStyle/>
          <a:p>
            <a:pPr algn="l"/>
            <a:r>
              <a:rPr sz="1500" b="1">
                <a:solidFill>
                  <a:srgbClr val="ED7D31"/>
                </a:solidFill>
                <a:latin typeface="Microsoft YaHei"/>
              </a:rPr>
              <a:t>本 case 中的理解</a:t>
            </a:r>
          </a:p>
        </p:txBody>
      </p:sp>
      <p:sp>
        <p:nvSpPr>
          <p:cNvPr id="12" name="TextBox 11"/>
          <p:cNvSpPr txBox="1"/>
          <p:nvPr/>
        </p:nvSpPr>
        <p:spPr>
          <a:xfrm>
            <a:off x="7991856" y="2148840"/>
            <a:ext cx="2926080" cy="3127248"/>
          </a:xfrm>
          <a:prstGeom prst="rect">
            <a:avLst/>
          </a:prstGeom>
          <a:noFill/>
        </p:spPr>
        <p:txBody>
          <a:bodyPr wrap="square" lIns="27432" rIns="27432" tIns="18288" bIns="18288" anchor="t">
            <a:normAutofit/>
          </a:bodyPr>
          <a:lstStyle/>
          <a:p>
            <a:pPr algn="l">
              <a:lnSpc>
                <a:spcPct val="106000"/>
              </a:lnSpc>
            </a:pPr>
            <a:r>
              <a:rPr sz="1520" b="1">
                <a:solidFill>
                  <a:srgbClr val="2B3442"/>
                </a:solidFill>
                <a:latin typeface="Microsoft YaHei"/>
              </a:rPr>
              <a:t>这些练习会直接影响 Day14 的训练脚本和模型效果。</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1872</Words>
  <Application>WPS 演示</Application>
  <PresentationFormat>宽屏</PresentationFormat>
  <Paragraphs>216</Paragraphs>
  <Slides>18</Slides>
  <Notes>17</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18</vt:i4>
      </vt:variant>
    </vt:vector>
  </HeadingPairs>
  <TitlesOfParts>
    <vt:vector size="41" baseType="lpstr">
      <vt:lpstr>Arial</vt:lpstr>
      <vt:lpstr>宋体</vt:lpstr>
      <vt:lpstr>Wingdings</vt:lpstr>
      <vt:lpstr>微软雅黑</vt:lpstr>
      <vt:lpstr>微软雅黑 Light</vt:lpstr>
      <vt:lpstr>Calibri</vt:lpstr>
      <vt:lpstr>Open Sans</vt:lpstr>
      <vt:lpstr>Montserrat Bold</vt:lpstr>
      <vt:lpstr>Montserrat</vt:lpstr>
      <vt:lpstr>思源黑体 CN Medium</vt:lpstr>
      <vt:lpstr>字魂58号-创中黑</vt:lpstr>
      <vt:lpstr>Helvetica Neue Medium</vt:lpstr>
      <vt:lpstr>Poppins Light</vt:lpstr>
      <vt:lpstr>OPPOSans L</vt:lpstr>
      <vt:lpstr>system-ui</vt:lpstr>
      <vt:lpstr>Segoe Print</vt:lpstr>
      <vt:lpstr>Courier New</vt:lpstr>
      <vt:lpstr>等线</vt:lpstr>
      <vt:lpstr>Arial Unicode MS</vt:lpstr>
      <vt:lpstr>等线 Light</vt:lpstr>
      <vt:lpstr>Wingdings</vt:lpstr>
      <vt:lpstr>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个人年度任务项规划</dc:title>
  <dc:creator>马超/Chao Ma</dc:creator>
  <cp:lastModifiedBy>贺增甫</cp:lastModifiedBy>
  <cp:revision>481</cp:revision>
  <dcterms:created xsi:type="dcterms:W3CDTF">2024-02-28T02:14:00Z</dcterms:created>
  <dcterms:modified xsi:type="dcterms:W3CDTF">2026-05-24T07:09:37Z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EC3049ED443D4BA69F266D3E5D6CBF38_12</vt:lpwstr>
  </property>
  <property fmtid="{D5CDD505-2E9C-101B-9397-08002B2CF9AE}" pid="3" name="KSOProductBuildVer">
    <vt:lpwstr>2052-12.1.0.26375</vt:lpwstr>
  </property>
</Properties>
</file>