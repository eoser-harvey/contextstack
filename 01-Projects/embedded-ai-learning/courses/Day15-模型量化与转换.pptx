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7"/>
    <p:sldId id="271" r:id="rId6"/>
    <p:sldId id="272" r:id="rId5"/>
    <p:sldId id="273" r:id="rId3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7FA"/>
    <a:srgbClr val="FFFFFF"/>
    <a:srgbClr val="4472C4"/>
    <a:srgbClr val="0000FF"/>
    <a:srgbClr val="F5FCFC"/>
    <a:srgbClr val="37D0E2"/>
    <a:srgbClr val="36C7D7"/>
    <a:srgbClr val="18C3D6"/>
    <a:srgbClr val="22D3EF"/>
    <a:srgbClr val="2D31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6" autoAdjust="0"/>
    <p:restoredTop sz="79567" autoAdjust="0"/>
  </p:normalViewPr>
  <p:slideViewPr>
    <p:cSldViewPr snapToGrid="0">
      <p:cViewPr varScale="1">
        <p:scale>
          <a:sx n="88" d="100"/>
          <a:sy n="88" d="100"/>
        </p:scale>
        <p:origin x="1500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226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8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D4B29-400F-4285-9793-B47B16C71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ACCE3-0533-47BF-BD7F-1911409AB8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AFF34-85D7-4EB3-877C-EC34D62261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021AA-CC5A-4C02-BCCC-FFFB3AB36B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png"/><Relationship Id="rId7" Type="http://schemas.openxmlformats.org/officeDocument/2006/relationships/image" Target="../media/image9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4.png"/><Relationship Id="rId5" Type="http://schemas.openxmlformats.org/officeDocument/2006/relationships/image" Target="../media/image1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1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8" name="文本占位符 27"/>
          <p:cNvSpPr>
            <a:spLocks noGrp="1"/>
          </p:cNvSpPr>
          <p:nvPr>
            <p:ph type="body" sz="quarter" idx="10" hasCustomPrompt="1"/>
          </p:nvPr>
        </p:nvSpPr>
        <p:spPr>
          <a:xfrm>
            <a:off x="4932793" y="2537392"/>
            <a:ext cx="6751207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400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一级标题</a:t>
            </a:r>
            <a:endParaRPr lang="en-US" altLang="zh-CN" dirty="0"/>
          </a:p>
        </p:txBody>
      </p:sp>
      <p:sp>
        <p:nvSpPr>
          <p:cNvPr id="30" name="文本占位符 27"/>
          <p:cNvSpPr>
            <a:spLocks noGrp="1"/>
          </p:cNvSpPr>
          <p:nvPr>
            <p:ph type="body" sz="quarter" idx="11" hasCustomPrompt="1"/>
          </p:nvPr>
        </p:nvSpPr>
        <p:spPr>
          <a:xfrm>
            <a:off x="4932793" y="3296705"/>
            <a:ext cx="6751207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en-US" altLang="zh-CN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8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1" name="文本占位符 56"/>
          <p:cNvSpPr>
            <a:spLocks noGrp="1"/>
          </p:cNvSpPr>
          <p:nvPr>
            <p:ph type="body" sz="quarter" idx="13" hasCustomPrompt="1"/>
          </p:nvPr>
        </p:nvSpPr>
        <p:spPr>
          <a:xfrm>
            <a:off x="432934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62" name="文本占位符 56"/>
          <p:cNvSpPr>
            <a:spLocks noGrp="1"/>
          </p:cNvSpPr>
          <p:nvPr>
            <p:ph type="body" sz="quarter" idx="14" hasCustomPrompt="1"/>
          </p:nvPr>
        </p:nvSpPr>
        <p:spPr>
          <a:xfrm>
            <a:off x="432934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7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8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69" name="文本占位符 56"/>
          <p:cNvSpPr>
            <a:spLocks noGrp="1"/>
          </p:cNvSpPr>
          <p:nvPr>
            <p:ph type="body" sz="quarter" idx="17" hasCustomPrompt="1"/>
          </p:nvPr>
        </p:nvSpPr>
        <p:spPr>
          <a:xfrm>
            <a:off x="432934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70" name="文本占位符 56"/>
          <p:cNvSpPr>
            <a:spLocks noGrp="1"/>
          </p:cNvSpPr>
          <p:nvPr>
            <p:ph type="body" sz="quarter" idx="18" hasCustomPrompt="1"/>
          </p:nvPr>
        </p:nvSpPr>
        <p:spPr>
          <a:xfrm>
            <a:off x="432934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1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72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3" name="文本占位符 56"/>
          <p:cNvSpPr>
            <a:spLocks noGrp="1"/>
          </p:cNvSpPr>
          <p:nvPr>
            <p:ph type="body" sz="quarter" idx="21" hasCustomPrompt="1"/>
          </p:nvPr>
        </p:nvSpPr>
        <p:spPr>
          <a:xfrm>
            <a:off x="432934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74" name="文本占位符 56"/>
          <p:cNvSpPr>
            <a:spLocks noGrp="1"/>
          </p:cNvSpPr>
          <p:nvPr>
            <p:ph type="body" sz="quarter" idx="22" hasCustomPrompt="1"/>
          </p:nvPr>
        </p:nvSpPr>
        <p:spPr>
          <a:xfrm>
            <a:off x="432934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5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76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77" name="文本占位符 56"/>
          <p:cNvSpPr>
            <a:spLocks noGrp="1"/>
          </p:cNvSpPr>
          <p:nvPr>
            <p:ph type="body" sz="quarter" idx="25" hasCustomPrompt="1"/>
          </p:nvPr>
        </p:nvSpPr>
        <p:spPr>
          <a:xfrm>
            <a:off x="432934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78" name="文本占位符 56"/>
          <p:cNvSpPr>
            <a:spLocks noGrp="1"/>
          </p:cNvSpPr>
          <p:nvPr>
            <p:ph type="body" sz="quarter" idx="26" hasCustomPrompt="1"/>
          </p:nvPr>
        </p:nvSpPr>
        <p:spPr>
          <a:xfrm>
            <a:off x="432934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83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1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938117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56"/>
          <p:cNvSpPr>
            <a:spLocks noGrp="1"/>
          </p:cNvSpPr>
          <p:nvPr>
            <p:ph type="body" sz="quarter" idx="11" hasCustomPrompt="1"/>
          </p:nvPr>
        </p:nvSpPr>
        <p:spPr>
          <a:xfrm>
            <a:off x="740320" y="2001020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3" name="文本占位符 56"/>
          <p:cNvSpPr>
            <a:spLocks noGrp="1"/>
          </p:cNvSpPr>
          <p:nvPr>
            <p:ph type="body" sz="quarter" idx="12" hasCustomPrompt="1"/>
          </p:nvPr>
        </p:nvSpPr>
        <p:spPr>
          <a:xfrm>
            <a:off x="740320" y="2373337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5" name="文本占位符 56"/>
          <p:cNvSpPr>
            <a:spLocks noGrp="1"/>
          </p:cNvSpPr>
          <p:nvPr>
            <p:ph type="body" sz="quarter" idx="15" hasCustomPrompt="1"/>
          </p:nvPr>
        </p:nvSpPr>
        <p:spPr>
          <a:xfrm>
            <a:off x="740320" y="2907797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20" y="3280114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9" name="文本占位符 56"/>
          <p:cNvSpPr>
            <a:spLocks noGrp="1"/>
          </p:cNvSpPr>
          <p:nvPr>
            <p:ph type="body" sz="quarter" idx="19" hasCustomPrompt="1"/>
          </p:nvPr>
        </p:nvSpPr>
        <p:spPr>
          <a:xfrm>
            <a:off x="740320" y="3808549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1" name="文本占位符 56"/>
          <p:cNvSpPr>
            <a:spLocks noGrp="1"/>
          </p:cNvSpPr>
          <p:nvPr>
            <p:ph type="body" sz="quarter" idx="20" hasCustomPrompt="1"/>
          </p:nvPr>
        </p:nvSpPr>
        <p:spPr>
          <a:xfrm>
            <a:off x="740320" y="4180866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3" name="文本占位符 56"/>
          <p:cNvSpPr>
            <a:spLocks noGrp="1"/>
          </p:cNvSpPr>
          <p:nvPr>
            <p:ph type="body" sz="quarter" idx="23" hasCustomPrompt="1"/>
          </p:nvPr>
        </p:nvSpPr>
        <p:spPr>
          <a:xfrm>
            <a:off x="740320" y="4716125"/>
            <a:ext cx="2958910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8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5" name="文本占位符 56"/>
          <p:cNvSpPr>
            <a:spLocks noGrp="1"/>
          </p:cNvSpPr>
          <p:nvPr>
            <p:ph type="body" sz="quarter" idx="24" hasCustomPrompt="1"/>
          </p:nvPr>
        </p:nvSpPr>
        <p:spPr>
          <a:xfrm>
            <a:off x="740320" y="5088442"/>
            <a:ext cx="295891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块介绍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preencoded.png"/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3700" y="0"/>
            <a:ext cx="6718300" cy="6858000"/>
          </a:xfrm>
          <a:prstGeom prst="rect">
            <a:avLst/>
          </a:prstGeom>
        </p:spPr>
      </p:pic>
      <p:sp>
        <p:nvSpPr>
          <p:cNvPr id="6" name="文本占位符 81"/>
          <p:cNvSpPr>
            <a:spLocks noGrp="1"/>
          </p:cNvSpPr>
          <p:nvPr>
            <p:ph type="body" sz="quarter" idx="27" hasCustomPrompt="1"/>
          </p:nvPr>
        </p:nvSpPr>
        <p:spPr>
          <a:xfrm>
            <a:off x="740320" y="2535018"/>
            <a:ext cx="940459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4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模块名称</a:t>
            </a:r>
            <a:endParaRPr lang="en-US" altLang="zh-CN" dirty="0"/>
          </a:p>
        </p:txBody>
      </p:sp>
      <p:sp>
        <p:nvSpPr>
          <p:cNvPr id="7" name="文本占位符 56"/>
          <p:cNvSpPr>
            <a:spLocks noGrp="1"/>
          </p:cNvSpPr>
          <p:nvPr>
            <p:ph type="body" sz="quarter" idx="16" hasCustomPrompt="1"/>
          </p:nvPr>
        </p:nvSpPr>
        <p:spPr>
          <a:xfrm>
            <a:off x="740319" y="3280114"/>
            <a:ext cx="940459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页面名称</a:t>
            </a:r>
            <a:r>
              <a:rPr lang="en-US" altLang="zh-CN" dirty="0"/>
              <a:t>01 | </a:t>
            </a:r>
            <a:r>
              <a:rPr lang="zh-CN" altLang="en-US" dirty="0"/>
              <a:t>页面名称</a:t>
            </a:r>
            <a:r>
              <a:rPr lang="en-US" altLang="zh-CN" dirty="0"/>
              <a:t>02 | </a:t>
            </a:r>
            <a:r>
              <a:rPr lang="zh-CN" altLang="en-US" dirty="0"/>
              <a:t>页面名称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浅色空白页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文版式01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5"/>
          <p:cNvSpPr>
            <a:spLocks noGrp="1" noChangeAspect="1"/>
          </p:cNvSpPr>
          <p:nvPr>
            <p:ph type="pic" sz="quarter" idx="21"/>
          </p:nvPr>
        </p:nvSpPr>
        <p:spPr>
          <a:xfrm>
            <a:off x="552053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27744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3" hasCustomPrompt="1"/>
          </p:nvPr>
        </p:nvSpPr>
        <p:spPr>
          <a:xfrm>
            <a:off x="527744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452231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188579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64270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164270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88757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9" name="图片占位符 5"/>
          <p:cNvSpPr>
            <a:spLocks noGrp="1" noChangeAspect="1"/>
          </p:cNvSpPr>
          <p:nvPr>
            <p:ph type="pic" sz="quarter" idx="29"/>
          </p:nvPr>
        </p:nvSpPr>
        <p:spPr>
          <a:xfrm>
            <a:off x="9155272" y="2028190"/>
            <a:ext cx="1150937" cy="114935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8912181" y="3301287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1" hasCustomPrompt="1"/>
          </p:nvPr>
        </p:nvSpPr>
        <p:spPr>
          <a:xfrm>
            <a:off x="8912181" y="3628005"/>
            <a:ext cx="163711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二级标题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57051" y="3899323"/>
            <a:ext cx="31473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200" kern="1200" spc="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97404"/>
            <a:ext cx="6188400" cy="46404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636602" y="1834974"/>
            <a:ext cx="1637119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6636602" y="2185482"/>
            <a:ext cx="4815078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lang="zh-CN" altLang="en-US" sz="1200" kern="1200" dirty="0" smtClean="0">
                <a:solidFill>
                  <a:srgbClr val="475C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介绍字段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70016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5"/>
          <p:cNvSpPr txBox="1"/>
          <p:nvPr/>
        </p:nvSpPr>
        <p:spPr>
          <a:xfrm>
            <a:off x="6982160" y="4586034"/>
            <a:ext cx="4707426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18" name="标题 15"/>
          <p:cNvSpPr txBox="1"/>
          <p:nvPr userDrawn="1"/>
        </p:nvSpPr>
        <p:spPr>
          <a:xfrm>
            <a:off x="6370016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02414" y="4406257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114558" y="4586034"/>
            <a:ext cx="4730235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22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489587"/>
            <a:ext cx="12192000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标题 15"/>
          <p:cNvSpPr txBox="1"/>
          <p:nvPr userDrawn="1"/>
        </p:nvSpPr>
        <p:spPr>
          <a:xfrm>
            <a:off x="502414" y="4586034"/>
            <a:ext cx="5319570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600" dirty="0"/>
              <a:t>标题</a:t>
            </a:r>
            <a:endParaRPr lang="zh-CN" altLang="en-US" sz="1600" dirty="0"/>
          </a:p>
        </p:txBody>
      </p:sp>
      <p:sp>
        <p:nvSpPr>
          <p:cNvPr id="9" name="标题 15"/>
          <p:cNvSpPr txBox="1"/>
          <p:nvPr userDrawn="1"/>
        </p:nvSpPr>
        <p:spPr>
          <a:xfrm>
            <a:off x="502414" y="4979587"/>
            <a:ext cx="5319570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介绍字段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标题 15"/>
          <p:cNvSpPr txBox="1"/>
          <p:nvPr userDrawn="1"/>
        </p:nvSpPr>
        <p:spPr>
          <a:xfrm>
            <a:off x="6562858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1" name="标题 15"/>
          <p:cNvSpPr txBox="1"/>
          <p:nvPr userDrawn="1"/>
        </p:nvSpPr>
        <p:spPr>
          <a:xfrm>
            <a:off x="65587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标题 15"/>
          <p:cNvSpPr txBox="1"/>
          <p:nvPr userDrawn="1"/>
        </p:nvSpPr>
        <p:spPr>
          <a:xfrm>
            <a:off x="8425695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标题 15"/>
          <p:cNvSpPr txBox="1"/>
          <p:nvPr userDrawn="1"/>
        </p:nvSpPr>
        <p:spPr>
          <a:xfrm>
            <a:off x="10284469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标题 15"/>
          <p:cNvSpPr txBox="1"/>
          <p:nvPr userDrawn="1"/>
        </p:nvSpPr>
        <p:spPr>
          <a:xfrm>
            <a:off x="6562858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7" name="标题 15"/>
          <p:cNvSpPr txBox="1"/>
          <p:nvPr userDrawn="1"/>
        </p:nvSpPr>
        <p:spPr>
          <a:xfrm>
            <a:off x="65587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标题 15"/>
          <p:cNvSpPr txBox="1"/>
          <p:nvPr userDrawn="1"/>
        </p:nvSpPr>
        <p:spPr>
          <a:xfrm>
            <a:off x="8425695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标题 15"/>
          <p:cNvSpPr txBox="1"/>
          <p:nvPr userDrawn="1"/>
        </p:nvSpPr>
        <p:spPr>
          <a:xfrm>
            <a:off x="10284469" y="5784879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标题 15"/>
          <p:cNvSpPr txBox="1"/>
          <p:nvPr userDrawn="1"/>
        </p:nvSpPr>
        <p:spPr>
          <a:xfrm>
            <a:off x="842569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3" name="标题 15"/>
          <p:cNvSpPr txBox="1"/>
          <p:nvPr userDrawn="1"/>
        </p:nvSpPr>
        <p:spPr>
          <a:xfrm>
            <a:off x="842569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7" name="标题 15"/>
          <p:cNvSpPr txBox="1"/>
          <p:nvPr userDrawn="1"/>
        </p:nvSpPr>
        <p:spPr>
          <a:xfrm>
            <a:off x="10278375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3" name="标题 15"/>
          <p:cNvSpPr txBox="1"/>
          <p:nvPr userDrawn="1"/>
        </p:nvSpPr>
        <p:spPr>
          <a:xfrm>
            <a:off x="10278375" y="5391326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 样式02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62393" y="0"/>
            <a:ext cx="6120000" cy="685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740320" y="3042936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740321" y="2736018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40320" y="4116478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740321" y="3809560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740319" y="5190020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740320" y="4883102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31"/>
          </p:nvPr>
        </p:nvSpPr>
        <p:spPr>
          <a:xfrm>
            <a:off x="6072000" y="0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片占位符 4"/>
          <p:cNvSpPr>
            <a:spLocks noGrp="1"/>
          </p:cNvSpPr>
          <p:nvPr>
            <p:ph type="pic" sz="quarter" idx="32"/>
          </p:nvPr>
        </p:nvSpPr>
        <p:spPr>
          <a:xfrm>
            <a:off x="6072000" y="3486625"/>
            <a:ext cx="6120000" cy="33782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740320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740321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0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152228" y="1521725"/>
            <a:ext cx="5535771" cy="30725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517651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4869597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4"/>
          <p:cNvSpPr>
            <a:spLocks noGrp="1"/>
          </p:cNvSpPr>
          <p:nvPr>
            <p:ph type="pic" sz="quarter" idx="32"/>
          </p:nvPr>
        </p:nvSpPr>
        <p:spPr>
          <a:xfrm>
            <a:off x="504001" y="1466229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33"/>
          </p:nvPr>
        </p:nvSpPr>
        <p:spPr>
          <a:xfrm>
            <a:off x="6410959" y="2844262"/>
            <a:ext cx="5277040" cy="296833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504001" y="4685756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5" y="4869597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5259086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6410960" y="1455823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7023104" y="1639664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6410959" y="2029153"/>
            <a:ext cx="527704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片占位符 4"/>
          <p:cNvSpPr>
            <a:spLocks noGrp="1"/>
          </p:cNvSpPr>
          <p:nvPr>
            <p:ph type="pic" sz="quarter" idx="32"/>
          </p:nvPr>
        </p:nvSpPr>
        <p:spPr>
          <a:xfrm>
            <a:off x="4407394" y="3800616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图片占位符 4"/>
          <p:cNvSpPr>
            <a:spLocks noGrp="1"/>
          </p:cNvSpPr>
          <p:nvPr>
            <p:ph type="pic" sz="quarter" idx="33"/>
          </p:nvPr>
        </p:nvSpPr>
        <p:spPr>
          <a:xfrm>
            <a:off x="8310787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8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466229"/>
            <a:ext cx="3377214" cy="2532912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04000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16144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1" name="文本框 30"/>
          <p:cNvSpPr txBox="1"/>
          <p:nvPr userDrawn="1"/>
        </p:nvSpPr>
        <p:spPr>
          <a:xfrm>
            <a:off x="4407392" y="1468850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5019536" y="1652691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407391" y="2042180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8310789" y="4214574"/>
            <a:ext cx="754684" cy="553998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8922933" y="4398415"/>
            <a:ext cx="276507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8310788" y="4787904"/>
            <a:ext cx="337721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2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0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3464453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3464453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3464453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图片占位符 4"/>
          <p:cNvSpPr>
            <a:spLocks noGrp="1"/>
          </p:cNvSpPr>
          <p:nvPr>
            <p:ph type="pic" sz="quarter" idx="38"/>
          </p:nvPr>
        </p:nvSpPr>
        <p:spPr>
          <a:xfrm>
            <a:off x="642784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42784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42784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图片占位符 4"/>
          <p:cNvSpPr>
            <a:spLocks noGrp="1"/>
          </p:cNvSpPr>
          <p:nvPr>
            <p:ph type="pic" sz="quarter" idx="41"/>
          </p:nvPr>
        </p:nvSpPr>
        <p:spPr>
          <a:xfrm>
            <a:off x="9385358" y="1801504"/>
            <a:ext cx="2302642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9385358" y="3476764"/>
            <a:ext cx="230264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9385358" y="390747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9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4000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2882237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882237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图片占位符 4"/>
          <p:cNvSpPr>
            <a:spLocks noGrp="1"/>
          </p:cNvSpPr>
          <p:nvPr>
            <p:ph type="pic" sz="quarter" idx="35"/>
          </p:nvPr>
        </p:nvSpPr>
        <p:spPr>
          <a:xfrm>
            <a:off x="6479105" y="1801504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3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857342" y="1801504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8" name="文本占位符 21"/>
          <p:cNvSpPr>
            <a:spLocks noGrp="1"/>
          </p:cNvSpPr>
          <p:nvPr>
            <p:ph type="body" sz="quarter" idx="37" hasCustomPrompt="1"/>
          </p:nvPr>
        </p:nvSpPr>
        <p:spPr>
          <a:xfrm>
            <a:off x="8857342" y="2233035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5" name="图片占位符 4"/>
          <p:cNvSpPr>
            <a:spLocks noGrp="1"/>
          </p:cNvSpPr>
          <p:nvPr>
            <p:ph type="pic" sz="quarter" idx="38"/>
          </p:nvPr>
        </p:nvSpPr>
        <p:spPr>
          <a:xfrm>
            <a:off x="504000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2882237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2882237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8" name="图片占位符 4"/>
          <p:cNvSpPr>
            <a:spLocks noGrp="1"/>
          </p:cNvSpPr>
          <p:nvPr>
            <p:ph type="pic" sz="quarter" idx="41"/>
          </p:nvPr>
        </p:nvSpPr>
        <p:spPr>
          <a:xfrm>
            <a:off x="6479105" y="3957851"/>
            <a:ext cx="2044797" cy="1534088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8857342" y="3957851"/>
            <a:ext cx="2302642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8857342" y="4389382"/>
            <a:ext cx="2302642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图片占位符 4"/>
          <p:cNvSpPr>
            <a:spLocks noGrp="1"/>
          </p:cNvSpPr>
          <p:nvPr>
            <p:ph type="pic" sz="quarter" idx="34"/>
          </p:nvPr>
        </p:nvSpPr>
        <p:spPr>
          <a:xfrm>
            <a:off x="-702" y="4224090"/>
            <a:ext cx="12192701" cy="262800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01666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36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1150620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50620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6751919" y="1710879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400873" y="2085756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400873" y="1707191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框 16"/>
          <p:cNvSpPr txBox="1"/>
          <p:nvPr userDrawn="1"/>
        </p:nvSpPr>
        <p:spPr>
          <a:xfrm>
            <a:off x="501666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50620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50620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6751919" y="3028272"/>
            <a:ext cx="70275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6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lang="zh-CN" altLang="en-US" sz="3600" kern="12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400873" y="3403149"/>
            <a:ext cx="4289463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400873" y="3024584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3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0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6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1" name="图片占位符 4"/>
          <p:cNvSpPr>
            <a:spLocks noGrp="1"/>
          </p:cNvSpPr>
          <p:nvPr>
            <p:ph type="pic" sz="quarter" idx="34"/>
          </p:nvPr>
        </p:nvSpPr>
        <p:spPr>
          <a:xfrm>
            <a:off x="501556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5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4253632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6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4253632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7" name="图片占位符 4"/>
          <p:cNvSpPr>
            <a:spLocks noGrp="1"/>
          </p:cNvSpPr>
          <p:nvPr>
            <p:ph type="pic" sz="quarter" idx="37"/>
          </p:nvPr>
        </p:nvSpPr>
        <p:spPr>
          <a:xfrm>
            <a:off x="4253632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48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8032837" y="2937840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9" name="文本占位符 21"/>
          <p:cNvSpPr>
            <a:spLocks noGrp="1"/>
          </p:cNvSpPr>
          <p:nvPr>
            <p:ph type="body" sz="quarter" idx="39" hasCustomPrompt="1"/>
          </p:nvPr>
        </p:nvSpPr>
        <p:spPr>
          <a:xfrm>
            <a:off x="8032837" y="3268114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1" name="图片占位符 4"/>
          <p:cNvSpPr>
            <a:spLocks noGrp="1"/>
          </p:cNvSpPr>
          <p:nvPr>
            <p:ph type="pic" sz="quarter" idx="40"/>
          </p:nvPr>
        </p:nvSpPr>
        <p:spPr>
          <a:xfrm>
            <a:off x="8032837" y="1390866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1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1556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501556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3" name="图片占位符 4"/>
          <p:cNvSpPr>
            <a:spLocks noGrp="1"/>
          </p:cNvSpPr>
          <p:nvPr>
            <p:ph type="pic" sz="quarter" idx="43"/>
          </p:nvPr>
        </p:nvSpPr>
        <p:spPr>
          <a:xfrm>
            <a:off x="501556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4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253632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5" name="文本占位符 21"/>
          <p:cNvSpPr>
            <a:spLocks noGrp="1"/>
          </p:cNvSpPr>
          <p:nvPr>
            <p:ph type="body" sz="quarter" idx="45" hasCustomPrompt="1"/>
          </p:nvPr>
        </p:nvSpPr>
        <p:spPr>
          <a:xfrm>
            <a:off x="4253632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6" name="图片占位符 4"/>
          <p:cNvSpPr>
            <a:spLocks noGrp="1"/>
          </p:cNvSpPr>
          <p:nvPr>
            <p:ph type="pic" sz="quarter" idx="46"/>
          </p:nvPr>
        </p:nvSpPr>
        <p:spPr>
          <a:xfrm>
            <a:off x="4253632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8032837" y="5362983"/>
            <a:ext cx="2484385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8" name="文本占位符 21"/>
          <p:cNvSpPr>
            <a:spLocks noGrp="1"/>
          </p:cNvSpPr>
          <p:nvPr>
            <p:ph type="body" sz="quarter" idx="48" hasCustomPrompt="1"/>
          </p:nvPr>
        </p:nvSpPr>
        <p:spPr>
          <a:xfrm>
            <a:off x="8032837" y="5693257"/>
            <a:ext cx="33839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69" name="图片占位符 4"/>
          <p:cNvSpPr>
            <a:spLocks noGrp="1"/>
          </p:cNvSpPr>
          <p:nvPr>
            <p:ph type="pic" sz="quarter" idx="49"/>
          </p:nvPr>
        </p:nvSpPr>
        <p:spPr>
          <a:xfrm>
            <a:off x="8032837" y="3816009"/>
            <a:ext cx="3673687" cy="142281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4" name="图片占位符 5"/>
          <p:cNvSpPr>
            <a:spLocks noGrp="1" noChangeAspect="1"/>
          </p:cNvSpPr>
          <p:nvPr>
            <p:ph type="pic" sz="quarter" idx="25"/>
          </p:nvPr>
        </p:nvSpPr>
        <p:spPr>
          <a:xfrm>
            <a:off x="821106" y="2684381"/>
            <a:ext cx="2868149" cy="286419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图片占位符 5"/>
          <p:cNvSpPr>
            <a:spLocks noGrp="1" noChangeAspect="1"/>
          </p:cNvSpPr>
          <p:nvPr>
            <p:ph type="pic" sz="quarter" idx="26"/>
          </p:nvPr>
        </p:nvSpPr>
        <p:spPr>
          <a:xfrm>
            <a:off x="2686429" y="1563330"/>
            <a:ext cx="1350187" cy="1348325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5"/>
          <p:cNvSpPr>
            <a:spLocks noGrp="1" noChangeAspect="1"/>
          </p:cNvSpPr>
          <p:nvPr>
            <p:ph type="pic" sz="quarter" idx="27"/>
          </p:nvPr>
        </p:nvSpPr>
        <p:spPr>
          <a:xfrm>
            <a:off x="3419704" y="486791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5"/>
          <p:cNvSpPr>
            <a:spLocks noGrp="1" noChangeAspect="1"/>
          </p:cNvSpPr>
          <p:nvPr>
            <p:ph type="pic" sz="quarter" idx="28"/>
          </p:nvPr>
        </p:nvSpPr>
        <p:spPr>
          <a:xfrm>
            <a:off x="743286" y="2192025"/>
            <a:ext cx="683710" cy="682767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6151656" y="2069417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6151658" y="1762499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6151656" y="3142959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6151658" y="2836041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6151656" y="4216501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6151658" y="3909583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6151655" y="5290043"/>
            <a:ext cx="5300023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6151657" y="4983125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SmartArt 占位符 8"/>
          <p:cNvSpPr>
            <a:spLocks noGrp="1"/>
          </p:cNvSpPr>
          <p:nvPr>
            <p:ph type="dgm" sz="quarter" idx="10"/>
          </p:nvPr>
        </p:nvSpPr>
        <p:spPr>
          <a:xfrm>
            <a:off x="7022625" y="1590223"/>
            <a:ext cx="4591360" cy="4591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 rot="10800000">
            <a:off x="889037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3301630" y="1562098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6097308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504000" y="1562101"/>
            <a:ext cx="2797631" cy="5295901"/>
          </a:xfrm>
          <a:prstGeom prst="rect">
            <a:avLst/>
          </a:prstGeom>
          <a:gradFill flip="none" rotWithShape="1">
            <a:gsLst>
              <a:gs pos="100000">
                <a:srgbClr val="CCF0F5"/>
              </a:gs>
              <a:gs pos="50000">
                <a:srgbClr val="CCF0F5">
                  <a:alpha val="10000"/>
                </a:srgbClr>
              </a:gs>
              <a:gs pos="0">
                <a:srgbClr val="E6FAFB">
                  <a:alpha val="1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bg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32" hasCustomPrompt="1"/>
          </p:nvPr>
        </p:nvSpPr>
        <p:spPr>
          <a:xfrm>
            <a:off x="91161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33" hasCustomPrompt="1"/>
          </p:nvPr>
        </p:nvSpPr>
        <p:spPr>
          <a:xfrm>
            <a:off x="91161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01</a:t>
            </a:r>
            <a:endParaRPr lang="zh-CN" altLang="en-US" dirty="0"/>
          </a:p>
        </p:txBody>
      </p:sp>
      <p:cxnSp>
        <p:nvCxnSpPr>
          <p:cNvPr id="12" name="Straight Connector 5"/>
          <p:cNvCxnSpPr/>
          <p:nvPr userDrawn="1"/>
        </p:nvCxnSpPr>
        <p:spPr>
          <a:xfrm>
            <a:off x="91161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91161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91161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370271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35" hasCustomPrompt="1"/>
          </p:nvPr>
        </p:nvSpPr>
        <p:spPr>
          <a:xfrm>
            <a:off x="370271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02</a:t>
            </a:r>
            <a:endParaRPr lang="zh-CN" altLang="en-US" dirty="0"/>
          </a:p>
        </p:txBody>
      </p:sp>
      <p:cxnSp>
        <p:nvCxnSpPr>
          <p:cNvPr id="18" name="Straight Connector 5"/>
          <p:cNvCxnSpPr/>
          <p:nvPr userDrawn="1"/>
        </p:nvCxnSpPr>
        <p:spPr>
          <a:xfrm>
            <a:off x="370271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370271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370271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38" hasCustomPrompt="1"/>
          </p:nvPr>
        </p:nvSpPr>
        <p:spPr>
          <a:xfrm>
            <a:off x="6506870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6506871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03</a:t>
            </a:r>
            <a:endParaRPr lang="zh-CN" altLang="en-US" dirty="0"/>
          </a:p>
        </p:txBody>
      </p:sp>
      <p:cxnSp>
        <p:nvCxnSpPr>
          <p:cNvPr id="23" name="Straight Connector 5"/>
          <p:cNvCxnSpPr/>
          <p:nvPr userDrawn="1"/>
        </p:nvCxnSpPr>
        <p:spPr>
          <a:xfrm>
            <a:off x="6506870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6506870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6506871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42" hasCustomPrompt="1"/>
          </p:nvPr>
        </p:nvSpPr>
        <p:spPr>
          <a:xfrm>
            <a:off x="9302548" y="2334178"/>
            <a:ext cx="198241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43" hasCustomPrompt="1"/>
          </p:nvPr>
        </p:nvSpPr>
        <p:spPr>
          <a:xfrm>
            <a:off x="9302549" y="2609422"/>
            <a:ext cx="19824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36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</a:t>
            </a:r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34" name="Straight Connector 5"/>
          <p:cNvCxnSpPr/>
          <p:nvPr userDrawn="1"/>
        </p:nvCxnSpPr>
        <p:spPr>
          <a:xfrm>
            <a:off x="9302548" y="3429955"/>
            <a:ext cx="43838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占位符 21"/>
          <p:cNvSpPr>
            <a:spLocks noGrp="1"/>
          </p:cNvSpPr>
          <p:nvPr>
            <p:ph type="body" sz="quarter" idx="44" hasCustomPrompt="1"/>
          </p:nvPr>
        </p:nvSpPr>
        <p:spPr>
          <a:xfrm>
            <a:off x="9302548" y="4109189"/>
            <a:ext cx="198240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9302549" y="3802271"/>
            <a:ext cx="1982409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mage 2" descr="preencoded.png"/>
          <p:cNvSpPr/>
          <p:nvPr/>
        </p:nvSpPr>
        <p:spPr>
          <a:xfrm>
            <a:off x="338455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956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/>
          </a:p>
        </p:txBody>
      </p:sp>
      <p:sp>
        <p:nvSpPr>
          <p:cNvPr id="15" name="Image 0" descr="preencoded.png"/>
          <p:cNvSpPr/>
          <p:nvPr/>
        </p:nvSpPr>
        <p:spPr>
          <a:xfrm>
            <a:off x="4616450" y="1009875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5400000" scaled="0"/>
          </a:gradFill>
          <a:ln w="633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14" name="Image 4" descr="preencoded.png"/>
          <p:cNvSpPr/>
          <p:nvPr/>
        </p:nvSpPr>
        <p:spPr>
          <a:xfrm>
            <a:off x="5842000" y="3099634"/>
            <a:ext cx="2965660" cy="2965660"/>
          </a:xfrm>
          <a:custGeom>
            <a:avLst/>
            <a:gdLst>
              <a:gd name="connsiteX0" fmla="*/ 2965661 w 2965660"/>
              <a:gd name="connsiteY0" fmla="*/ 1482830 h 2965660"/>
              <a:gd name="connsiteX1" fmla="*/ 1482830 w 2965660"/>
              <a:gd name="connsiteY1" fmla="*/ 2965661 h 2965660"/>
              <a:gd name="connsiteX2" fmla="*/ 0 w 2965660"/>
              <a:gd name="connsiteY2" fmla="*/ 1482831 h 2965660"/>
              <a:gd name="connsiteX3" fmla="*/ 1482830 w 2965660"/>
              <a:gd name="connsiteY3" fmla="*/ 0 h 2965660"/>
              <a:gd name="connsiteX4" fmla="*/ 2965661 w 2965660"/>
              <a:gd name="connsiteY4" fmla="*/ 1482830 h 2965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660" h="2965660">
                <a:moveTo>
                  <a:pt x="2965661" y="1482830"/>
                </a:moveTo>
                <a:cubicBezTo>
                  <a:pt x="2965661" y="2301775"/>
                  <a:pt x="2301775" y="2965661"/>
                  <a:pt x="1482830" y="2965661"/>
                </a:cubicBezTo>
                <a:cubicBezTo>
                  <a:pt x="663886" y="2965661"/>
                  <a:pt x="0" y="2301775"/>
                  <a:pt x="0" y="1482831"/>
                </a:cubicBezTo>
                <a:cubicBezTo>
                  <a:pt x="0" y="663886"/>
                  <a:pt x="663886" y="0"/>
                  <a:pt x="1482830" y="0"/>
                </a:cubicBezTo>
                <a:cubicBezTo>
                  <a:pt x="2301775" y="0"/>
                  <a:pt x="2965661" y="663886"/>
                  <a:pt x="2965661" y="1482830"/>
                </a:cubicBezTo>
                <a:close/>
              </a:path>
            </a:pathLst>
          </a:custGeom>
          <a:gradFill>
            <a:gsLst>
              <a:gs pos="0">
                <a:srgbClr val="E6F7FA">
                  <a:alpha val="0"/>
                </a:srgbClr>
              </a:gs>
              <a:gs pos="50000">
                <a:srgbClr val="99E1EB">
                  <a:alpha val="49804"/>
                </a:srgbClr>
              </a:gs>
              <a:gs pos="100000">
                <a:srgbClr val="008FA3"/>
              </a:gs>
            </a:gsLst>
            <a:lin ang="13440000" scaled="0"/>
          </a:gradFill>
          <a:ln w="63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102749" y="2349742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19" hasCustomPrompt="1"/>
          </p:nvPr>
        </p:nvSpPr>
        <p:spPr>
          <a:xfrm>
            <a:off x="387566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6333114" y="4439196"/>
            <a:ext cx="1986502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pic>
        <p:nvPicPr>
          <p:cNvPr id="19" name="图形 1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0299" y="1939772"/>
            <a:ext cx="1209675" cy="1219200"/>
          </a:xfrm>
          <a:prstGeom prst="rect">
            <a:avLst/>
          </a:prstGeom>
        </p:spPr>
      </p:pic>
      <p:pic>
        <p:nvPicPr>
          <p:cNvPr id="23" name="图形 2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631" y="5504253"/>
            <a:ext cx="1209675" cy="1219200"/>
          </a:xfrm>
          <a:prstGeom prst="rect">
            <a:avLst/>
          </a:prstGeom>
        </p:spPr>
      </p:pic>
      <p:pic>
        <p:nvPicPr>
          <p:cNvPr id="25" name="图形 2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91292" y="3363112"/>
            <a:ext cx="1209675" cy="1219200"/>
          </a:xfrm>
          <a:prstGeom prst="rect">
            <a:avLst/>
          </a:prstGeom>
        </p:spPr>
      </p:pic>
      <p:sp>
        <p:nvSpPr>
          <p:cNvPr id="32" name="Image 6" descr="preencoded.png"/>
          <p:cNvSpPr/>
          <p:nvPr userDrawn="1"/>
        </p:nvSpPr>
        <p:spPr>
          <a:xfrm>
            <a:off x="2354281" y="4890434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3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2354281" y="5028930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4" name="Image 6" descr="preencoded.png"/>
          <p:cNvSpPr/>
          <p:nvPr userDrawn="1"/>
        </p:nvSpPr>
        <p:spPr>
          <a:xfrm>
            <a:off x="1784874" y="2141875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1784874" y="2280371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6" name="Image 6" descr="preencoded.png"/>
          <p:cNvSpPr/>
          <p:nvPr userDrawn="1"/>
        </p:nvSpPr>
        <p:spPr>
          <a:xfrm>
            <a:off x="8763630" y="3029147"/>
            <a:ext cx="254000" cy="6315"/>
          </a:xfrm>
          <a:custGeom>
            <a:avLst/>
            <a:gdLst>
              <a:gd name="connsiteX0" fmla="*/ 0 w 254000"/>
              <a:gd name="connsiteY0" fmla="*/ 0 h 6315"/>
              <a:gd name="connsiteX1" fmla="*/ 254000 w 254000"/>
              <a:gd name="connsiteY1" fmla="*/ 0 h 6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000" h="6315">
                <a:moveTo>
                  <a:pt x="0" y="0"/>
                </a:moveTo>
                <a:lnTo>
                  <a:pt x="254000" y="0"/>
                </a:lnTo>
              </a:path>
            </a:pathLst>
          </a:custGeom>
          <a:noFill/>
          <a:ln w="31671" cap="flat">
            <a:solidFill>
              <a:srgbClr val="33C2D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36" hasCustomPrompt="1"/>
          </p:nvPr>
        </p:nvSpPr>
        <p:spPr>
          <a:xfrm>
            <a:off x="8763630" y="3167643"/>
            <a:ext cx="2504551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altLang="zh-CN" sz="1200" kern="1200" dirty="0" smtClean="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 flipV="1">
            <a:off x="3987021" y="4525385"/>
            <a:ext cx="1051944" cy="492442"/>
            <a:chOff x="3994675" y="2246302"/>
            <a:chExt cx="1051944" cy="492442"/>
          </a:xfrm>
        </p:grpSpPr>
        <p:cxnSp>
          <p:nvCxnSpPr>
            <p:cNvPr id="7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 userDrawn="1"/>
        </p:nvGrpSpPr>
        <p:grpSpPr>
          <a:xfrm rot="10800000">
            <a:off x="7253121" y="4525385"/>
            <a:ext cx="1051944" cy="492442"/>
            <a:chOff x="3994675" y="2246302"/>
            <a:chExt cx="1051944" cy="492442"/>
          </a:xfrm>
        </p:grpSpPr>
        <p:cxnSp>
          <p:nvCxnSpPr>
            <p:cNvPr id="10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 userDrawn="1"/>
        </p:nvGrpSpPr>
        <p:grpSpPr>
          <a:xfrm>
            <a:off x="3994675" y="2246302"/>
            <a:ext cx="1051944" cy="492442"/>
            <a:chOff x="3994675" y="2246302"/>
            <a:chExt cx="1051944" cy="492442"/>
          </a:xfrm>
        </p:grpSpPr>
        <p:cxnSp>
          <p:nvCxnSpPr>
            <p:cNvPr id="13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 userDrawn="1"/>
        </p:nvGrpSpPr>
        <p:grpSpPr>
          <a:xfrm>
            <a:off x="4178282" y="1825051"/>
            <a:ext cx="3835435" cy="3861041"/>
            <a:chOff x="4336726" y="1927485"/>
            <a:chExt cx="3835435" cy="3861041"/>
          </a:xfrm>
        </p:grpSpPr>
        <p:sp>
          <p:nvSpPr>
            <p:cNvPr id="16" name="Freeform 5"/>
            <p:cNvSpPr/>
            <p:nvPr/>
          </p:nvSpPr>
          <p:spPr bwMode="auto">
            <a:xfrm>
              <a:off x="4336726" y="3259811"/>
              <a:ext cx="1914459" cy="2297350"/>
            </a:xfrm>
            <a:custGeom>
              <a:avLst/>
              <a:gdLst/>
              <a:ahLst/>
              <a:cxnLst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  <a:cxn ang="0">
                  <a:pos x="321" y="335"/>
                </a:cxn>
                <a:cxn ang="0">
                  <a:pos x="437" y="401"/>
                </a:cxn>
                <a:cxn ang="0">
                  <a:pos x="496" y="408"/>
                </a:cxn>
                <a:cxn ang="0">
                  <a:pos x="496" y="595"/>
                </a:cxn>
                <a:cxn ang="0">
                  <a:pos x="430" y="591"/>
                </a:cxn>
                <a:cxn ang="0">
                  <a:pos x="189" y="468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</a:cxnLst>
              <a:rect l="0" t="0" r="r" b="b"/>
              <a:pathLst>
                <a:path w="496" h="595">
                  <a:moveTo>
                    <a:pt x="248" y="158"/>
                  </a:move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ubicBezTo>
                    <a:pt x="257" y="247"/>
                    <a:pt x="281" y="295"/>
                    <a:pt x="321" y="335"/>
                  </a:cubicBezTo>
                  <a:cubicBezTo>
                    <a:pt x="355" y="369"/>
                    <a:pt x="393" y="391"/>
                    <a:pt x="437" y="401"/>
                  </a:cubicBezTo>
                  <a:cubicBezTo>
                    <a:pt x="456" y="406"/>
                    <a:pt x="475" y="408"/>
                    <a:pt x="496" y="408"/>
                  </a:cubicBezTo>
                  <a:cubicBezTo>
                    <a:pt x="496" y="595"/>
                    <a:pt x="496" y="595"/>
                    <a:pt x="496" y="595"/>
                  </a:cubicBezTo>
                  <a:cubicBezTo>
                    <a:pt x="474" y="595"/>
                    <a:pt x="452" y="594"/>
                    <a:pt x="430" y="591"/>
                  </a:cubicBezTo>
                  <a:cubicBezTo>
                    <a:pt x="338" y="578"/>
                    <a:pt x="258" y="537"/>
                    <a:pt x="189" y="468"/>
                  </a:cubicBezTo>
                  <a:cubicBezTo>
                    <a:pt x="112" y="390"/>
                    <a:pt x="69" y="299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lnTo>
                    <a:pt x="248" y="158"/>
                  </a:ln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7" name="Freeform 6"/>
            <p:cNvSpPr/>
            <p:nvPr/>
          </p:nvSpPr>
          <p:spPr bwMode="auto">
            <a:xfrm>
              <a:off x="5633669" y="3869180"/>
              <a:ext cx="2303868" cy="1919346"/>
            </a:xfrm>
            <a:custGeom>
              <a:avLst/>
              <a:gdLst/>
              <a:ahLst/>
              <a:cxnLst>
                <a:cxn ang="0">
                  <a:pos x="403" y="61"/>
                </a:cxn>
                <a:cxn ang="0">
                  <a:pos x="410" y="2"/>
                </a:cxn>
                <a:cxn ang="0">
                  <a:pos x="410" y="0"/>
                </a:cxn>
                <a:cxn ang="0">
                  <a:pos x="597" y="0"/>
                </a:cxn>
                <a:cxn ang="0">
                  <a:pos x="597" y="2"/>
                </a:cxn>
                <a:cxn ang="0">
                  <a:pos x="592" y="68"/>
                </a:cxn>
                <a:cxn ang="0">
                  <a:pos x="469" y="310"/>
                </a:cxn>
                <a:cxn ang="0">
                  <a:pos x="161" y="437"/>
                </a:cxn>
                <a:cxn ang="0">
                  <a:pos x="160" y="437"/>
                </a:cxn>
                <a:cxn ang="0">
                  <a:pos x="160" y="497"/>
                </a:cxn>
                <a:cxn ang="0">
                  <a:pos x="0" y="341"/>
                </a:cxn>
                <a:cxn ang="0">
                  <a:pos x="160" y="185"/>
                </a:cxn>
                <a:cxn ang="0">
                  <a:pos x="160" y="250"/>
                </a:cxn>
                <a:cxn ang="0">
                  <a:pos x="161" y="250"/>
                </a:cxn>
                <a:cxn ang="0">
                  <a:pos x="337" y="177"/>
                </a:cxn>
                <a:cxn ang="0">
                  <a:pos x="403" y="61"/>
                </a:cxn>
              </a:cxnLst>
              <a:rect l="0" t="0" r="r" b="b"/>
              <a:pathLst>
                <a:path w="597" h="497">
                  <a:moveTo>
                    <a:pt x="403" y="61"/>
                  </a:moveTo>
                  <a:cubicBezTo>
                    <a:pt x="408" y="42"/>
                    <a:pt x="410" y="22"/>
                    <a:pt x="410" y="2"/>
                  </a:cubicBezTo>
                  <a:cubicBezTo>
                    <a:pt x="410" y="1"/>
                    <a:pt x="410" y="0"/>
                    <a:pt x="410" y="0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597" y="0"/>
                    <a:pt x="597" y="1"/>
                    <a:pt x="597" y="2"/>
                  </a:cubicBezTo>
                  <a:cubicBezTo>
                    <a:pt x="597" y="24"/>
                    <a:pt x="595" y="46"/>
                    <a:pt x="592" y="68"/>
                  </a:cubicBezTo>
                  <a:cubicBezTo>
                    <a:pt x="579" y="160"/>
                    <a:pt x="538" y="241"/>
                    <a:pt x="469" y="310"/>
                  </a:cubicBezTo>
                  <a:cubicBezTo>
                    <a:pt x="384" y="395"/>
                    <a:pt x="281" y="437"/>
                    <a:pt x="161" y="437"/>
                  </a:cubicBezTo>
                  <a:cubicBezTo>
                    <a:pt x="161" y="437"/>
                    <a:pt x="160" y="437"/>
                    <a:pt x="160" y="437"/>
                  </a:cubicBezTo>
                  <a:cubicBezTo>
                    <a:pt x="160" y="497"/>
                    <a:pt x="160" y="497"/>
                    <a:pt x="160" y="497"/>
                  </a:cubicBezTo>
                  <a:cubicBezTo>
                    <a:pt x="0" y="341"/>
                    <a:pt x="0" y="341"/>
                    <a:pt x="0" y="341"/>
                  </a:cubicBezTo>
                  <a:cubicBezTo>
                    <a:pt x="160" y="185"/>
                    <a:pt x="160" y="185"/>
                    <a:pt x="160" y="185"/>
                  </a:cubicBezTo>
                  <a:cubicBezTo>
                    <a:pt x="160" y="250"/>
                    <a:pt x="160" y="250"/>
                    <a:pt x="160" y="250"/>
                  </a:cubicBezTo>
                  <a:cubicBezTo>
                    <a:pt x="160" y="250"/>
                    <a:pt x="161" y="250"/>
                    <a:pt x="161" y="250"/>
                  </a:cubicBezTo>
                  <a:cubicBezTo>
                    <a:pt x="230" y="250"/>
                    <a:pt x="288" y="226"/>
                    <a:pt x="337" y="177"/>
                  </a:cubicBezTo>
                  <a:cubicBezTo>
                    <a:pt x="371" y="143"/>
                    <a:pt x="393" y="104"/>
                    <a:pt x="403" y="61"/>
                  </a:cubicBezTo>
                  <a:close/>
                </a:path>
              </a:pathLst>
            </a:custGeom>
            <a:solidFill>
              <a:srgbClr val="008FA3"/>
            </a:solidFill>
            <a:ln w="9525">
              <a:noFill/>
              <a:round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8" name="Freeform 7"/>
            <p:cNvSpPr/>
            <p:nvPr/>
          </p:nvSpPr>
          <p:spPr bwMode="auto">
            <a:xfrm>
              <a:off x="6251185" y="2189344"/>
              <a:ext cx="1920976" cy="2305496"/>
            </a:xfrm>
            <a:custGeom>
              <a:avLst/>
              <a:gdLst/>
              <a:ahLst/>
              <a:cxnLst>
                <a:cxn ang="0">
                  <a:pos x="67" y="5"/>
                </a:cxn>
                <a:cxn ang="0">
                  <a:pos x="309" y="129"/>
                </a:cxn>
                <a:cxn ang="0">
                  <a:pos x="437" y="435"/>
                </a:cxn>
                <a:cxn ang="0">
                  <a:pos x="498" y="435"/>
                </a:cxn>
                <a:cxn ang="0">
                  <a:pos x="341" y="597"/>
                </a:cxn>
                <a:cxn ang="0">
                  <a:pos x="184" y="435"/>
                </a:cxn>
                <a:cxn ang="0">
                  <a:pos x="250" y="435"/>
                </a:cxn>
                <a:cxn ang="0">
                  <a:pos x="177" y="261"/>
                </a:cxn>
                <a:cxn ang="0">
                  <a:pos x="60" y="194"/>
                </a:cxn>
                <a:cxn ang="0">
                  <a:pos x="1" y="188"/>
                </a:cxn>
                <a:cxn ang="0">
                  <a:pos x="0" y="188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67" y="5"/>
                </a:cxn>
              </a:cxnLst>
              <a:rect l="0" t="0" r="r" b="b"/>
              <a:pathLst>
                <a:path w="498" h="597">
                  <a:moveTo>
                    <a:pt x="67" y="5"/>
                  </a:moveTo>
                  <a:cubicBezTo>
                    <a:pt x="159" y="18"/>
                    <a:pt x="240" y="59"/>
                    <a:pt x="309" y="129"/>
                  </a:cubicBezTo>
                  <a:cubicBezTo>
                    <a:pt x="394" y="213"/>
                    <a:pt x="436" y="315"/>
                    <a:pt x="437" y="435"/>
                  </a:cubicBezTo>
                  <a:cubicBezTo>
                    <a:pt x="498" y="435"/>
                    <a:pt x="498" y="435"/>
                    <a:pt x="498" y="435"/>
                  </a:cubicBezTo>
                  <a:cubicBezTo>
                    <a:pt x="341" y="597"/>
                    <a:pt x="341" y="597"/>
                    <a:pt x="341" y="597"/>
                  </a:cubicBezTo>
                  <a:cubicBezTo>
                    <a:pt x="184" y="435"/>
                    <a:pt x="184" y="435"/>
                    <a:pt x="184" y="435"/>
                  </a:cubicBezTo>
                  <a:cubicBezTo>
                    <a:pt x="250" y="435"/>
                    <a:pt x="250" y="435"/>
                    <a:pt x="250" y="435"/>
                  </a:cubicBezTo>
                  <a:cubicBezTo>
                    <a:pt x="249" y="367"/>
                    <a:pt x="225" y="309"/>
                    <a:pt x="177" y="261"/>
                  </a:cubicBezTo>
                  <a:cubicBezTo>
                    <a:pt x="143" y="227"/>
                    <a:pt x="104" y="205"/>
                    <a:pt x="60" y="194"/>
                  </a:cubicBezTo>
                  <a:cubicBezTo>
                    <a:pt x="41" y="190"/>
                    <a:pt x="21" y="188"/>
                    <a:pt x="1" y="188"/>
                  </a:cubicBezTo>
                  <a:cubicBezTo>
                    <a:pt x="1" y="188"/>
                    <a:pt x="0" y="188"/>
                    <a:pt x="0" y="18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24" y="0"/>
                    <a:pt x="46" y="2"/>
                    <a:pt x="67" y="5"/>
                  </a:cubicBezTo>
                  <a:close/>
                </a:path>
              </a:pathLst>
            </a:custGeom>
            <a:solidFill>
              <a:srgbClr val="006B7A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4558836" y="1927485"/>
              <a:ext cx="2297350" cy="1914458"/>
            </a:xfrm>
            <a:custGeom>
              <a:avLst/>
              <a:gdLst/>
              <a:ahLst/>
              <a:cxnLst>
                <a:cxn ang="0">
                  <a:pos x="96" y="338"/>
                </a:cxn>
                <a:cxn ang="0">
                  <a:pos x="95" y="338"/>
                </a:cxn>
                <a:cxn ang="0">
                  <a:pos x="96" y="338"/>
                </a:cxn>
                <a:cxn ang="0">
                  <a:pos x="435" y="0"/>
                </a:cxn>
                <a:cxn ang="0">
                  <a:pos x="595" y="157"/>
                </a:cxn>
                <a:cxn ang="0">
                  <a:pos x="435" y="314"/>
                </a:cxn>
                <a:cxn ang="0">
                  <a:pos x="435" y="249"/>
                </a:cxn>
                <a:cxn ang="0">
                  <a:pos x="260" y="322"/>
                </a:cxn>
                <a:cxn ang="0">
                  <a:pos x="194" y="437"/>
                </a:cxn>
                <a:cxn ang="0">
                  <a:pos x="187" y="496"/>
                </a:cxn>
                <a:cxn ang="0">
                  <a:pos x="0" y="496"/>
                </a:cxn>
                <a:cxn ang="0">
                  <a:pos x="5" y="429"/>
                </a:cxn>
                <a:cxn ang="0">
                  <a:pos x="128" y="190"/>
                </a:cxn>
                <a:cxn ang="0">
                  <a:pos x="435" y="61"/>
                </a:cxn>
                <a:cxn ang="0">
                  <a:pos x="435" y="0"/>
                </a:cxn>
              </a:cxnLst>
              <a:rect l="0" t="0" r="r" b="b"/>
              <a:pathLst>
                <a:path w="595" h="496">
                  <a:moveTo>
                    <a:pt x="96" y="338"/>
                  </a:moveTo>
                  <a:cubicBezTo>
                    <a:pt x="96" y="338"/>
                    <a:pt x="95" y="338"/>
                    <a:pt x="95" y="338"/>
                  </a:cubicBezTo>
                  <a:cubicBezTo>
                    <a:pt x="96" y="338"/>
                    <a:pt x="96" y="338"/>
                    <a:pt x="96" y="338"/>
                  </a:cubicBezTo>
                  <a:close/>
                  <a:moveTo>
                    <a:pt x="435" y="0"/>
                  </a:moveTo>
                  <a:cubicBezTo>
                    <a:pt x="595" y="157"/>
                    <a:pt x="595" y="157"/>
                    <a:pt x="595" y="157"/>
                  </a:cubicBezTo>
                  <a:cubicBezTo>
                    <a:pt x="435" y="314"/>
                    <a:pt x="435" y="314"/>
                    <a:pt x="435" y="314"/>
                  </a:cubicBezTo>
                  <a:cubicBezTo>
                    <a:pt x="435" y="249"/>
                    <a:pt x="435" y="249"/>
                    <a:pt x="435" y="249"/>
                  </a:cubicBezTo>
                  <a:cubicBezTo>
                    <a:pt x="367" y="249"/>
                    <a:pt x="309" y="273"/>
                    <a:pt x="260" y="322"/>
                  </a:cubicBezTo>
                  <a:cubicBezTo>
                    <a:pt x="227" y="356"/>
                    <a:pt x="204" y="394"/>
                    <a:pt x="194" y="437"/>
                  </a:cubicBezTo>
                  <a:cubicBezTo>
                    <a:pt x="190" y="456"/>
                    <a:pt x="187" y="475"/>
                    <a:pt x="187" y="496"/>
                  </a:cubicBezTo>
                  <a:cubicBezTo>
                    <a:pt x="0" y="496"/>
                    <a:pt x="0" y="496"/>
                    <a:pt x="0" y="496"/>
                  </a:cubicBezTo>
                  <a:cubicBezTo>
                    <a:pt x="0" y="473"/>
                    <a:pt x="2" y="451"/>
                    <a:pt x="5" y="429"/>
                  </a:cubicBezTo>
                  <a:cubicBezTo>
                    <a:pt x="18" y="338"/>
                    <a:pt x="59" y="258"/>
                    <a:pt x="128" y="190"/>
                  </a:cubicBezTo>
                  <a:cubicBezTo>
                    <a:pt x="213" y="104"/>
                    <a:pt x="315" y="62"/>
                    <a:pt x="435" y="61"/>
                  </a:cubicBezTo>
                  <a:lnTo>
                    <a:pt x="435" y="0"/>
                  </a:lnTo>
                  <a:close/>
                </a:path>
              </a:pathLst>
            </a:custGeom>
            <a:solidFill>
              <a:srgbClr val="004852"/>
            </a:solidFill>
            <a:ln w="9525">
              <a:noFill/>
              <a:round/>
            </a:ln>
            <a:effectLst>
              <a:outerShdw blurRad="2286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0" name="Text Placeholder 3"/>
            <p:cNvSpPr txBox="1"/>
            <p:nvPr/>
          </p:nvSpPr>
          <p:spPr>
            <a:xfrm>
              <a:off x="6120243" y="2353088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lvl1pPr marL="0" indent="0" algn="ctr">
                <a:buNone/>
                <a:defRPr sz="2800" b="1" baseline="0">
                  <a:solidFill>
                    <a:schemeClr val="tx2">
                      <a:lumMod val="60000"/>
                      <a:lumOff val="40000"/>
                    </a:schemeClr>
                  </a:solidFill>
                </a:defRPr>
              </a:lvl1pPr>
              <a:lvl2pPr marL="457200" indent="0">
                <a:buNone/>
                <a:defRPr sz="1200"/>
              </a:lvl2pPr>
              <a:lvl3pPr marL="914400" indent="0">
                <a:buNone/>
                <a:defRPr sz="1000"/>
              </a:lvl3pPr>
              <a:lvl4pPr marL="1371600" indent="0">
                <a:buNone/>
                <a:defRPr sz="900"/>
              </a:lvl4pPr>
              <a:lvl5pPr marL="1828800" indent="0">
                <a:buNone/>
                <a:defRPr sz="900"/>
              </a:lvl5pPr>
              <a:lvl6pPr marL="2286000" indent="0">
                <a:buNone/>
                <a:defRPr sz="900"/>
              </a:lvl6pPr>
              <a:lvl7pPr marL="2743200" indent="0">
                <a:buNone/>
                <a:defRPr sz="900"/>
              </a:lvl7pPr>
              <a:lvl8pPr marL="3200400" indent="0">
                <a:buNone/>
                <a:defRPr sz="900"/>
              </a:lvl8pPr>
              <a:lvl9pPr marL="3657600" indent="0">
                <a:buNone/>
                <a:defRPr sz="900"/>
              </a:lvl9pPr>
            </a:lstStyle>
            <a:p>
              <a:pPr defTabSz="1219200">
                <a:spcBef>
                  <a:spcPct val="20000"/>
                </a:spcBef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02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1" name="Text Placeholder 3"/>
            <p:cNvSpPr txBox="1"/>
            <p:nvPr/>
          </p:nvSpPr>
          <p:spPr>
            <a:xfrm>
              <a:off x="7367955" y="388861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Placeholder 3"/>
            <p:cNvSpPr txBox="1"/>
            <p:nvPr/>
          </p:nvSpPr>
          <p:spPr>
            <a:xfrm>
              <a:off x="6020689" y="5019435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9"/>
            <p:cNvSpPr/>
            <p:nvPr userDrawn="1"/>
          </p:nvSpPr>
          <p:spPr bwMode="auto">
            <a:xfrm>
              <a:off x="4338271" y="3264133"/>
              <a:ext cx="1207332" cy="739714"/>
            </a:xfrm>
            <a:custGeom>
              <a:avLst/>
              <a:gdLst/>
              <a:ahLst/>
              <a:cxnLst>
                <a:cxn ang="0">
                  <a:pos x="250" y="192"/>
                </a:cxn>
                <a:cxn ang="0">
                  <a:pos x="62" y="192"/>
                </a:cxn>
                <a:cxn ang="0">
                  <a:pos x="61" y="160"/>
                </a:cxn>
                <a:cxn ang="0">
                  <a:pos x="61" y="158"/>
                </a:cxn>
                <a:cxn ang="0">
                  <a:pos x="0" y="158"/>
                </a:cxn>
                <a:cxn ang="0">
                  <a:pos x="157" y="0"/>
                </a:cxn>
                <a:cxn ang="0">
                  <a:pos x="313" y="158"/>
                </a:cxn>
                <a:cxn ang="0">
                  <a:pos x="248" y="158"/>
                </a:cxn>
                <a:cxn ang="0">
                  <a:pos x="248" y="160"/>
                </a:cxn>
                <a:cxn ang="0">
                  <a:pos x="250" y="192"/>
                </a:cxn>
              </a:cxnLst>
              <a:rect l="0" t="0" r="r" b="b"/>
              <a:pathLst>
                <a:path w="313" h="192">
                  <a:moveTo>
                    <a:pt x="25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1" y="182"/>
                    <a:pt x="61" y="171"/>
                    <a:pt x="61" y="160"/>
                  </a:cubicBezTo>
                  <a:cubicBezTo>
                    <a:pt x="61" y="159"/>
                    <a:pt x="61" y="158"/>
                    <a:pt x="61" y="158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157" y="0"/>
                    <a:pt x="157" y="0"/>
                    <a:pt x="157" y="0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248" y="158"/>
                    <a:pt x="248" y="158"/>
                    <a:pt x="248" y="158"/>
                  </a:cubicBezTo>
                  <a:cubicBezTo>
                    <a:pt x="248" y="158"/>
                    <a:pt x="248" y="159"/>
                    <a:pt x="248" y="160"/>
                  </a:cubicBezTo>
                  <a:cubicBezTo>
                    <a:pt x="248" y="171"/>
                    <a:pt x="249" y="182"/>
                    <a:pt x="250" y="192"/>
                  </a:cubicBezTo>
                  <a:close/>
                </a:path>
              </a:pathLst>
            </a:custGeom>
            <a:solidFill>
              <a:srgbClr val="00B3CC"/>
            </a:solidFill>
            <a:ln w="9525">
              <a:noFill/>
              <a:round/>
            </a:ln>
            <a:effectLst>
              <a:outerShdw blurRad="228600" sx="102000" sy="102000" algn="ctr" rotWithShape="0">
                <a:srgbClr val="DCE4F4">
                  <a:alpha val="24000"/>
                </a:srgbClr>
              </a:outerShdw>
            </a:effec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2400" dirty="0">
                <a:latin typeface="微软雅黑" panose="020B0503020204020204" pitchFamily="34" charset="-122"/>
              </a:endParaRPr>
            </a:p>
          </p:txBody>
        </p:sp>
        <p:sp>
          <p:nvSpPr>
            <p:cNvPr id="24" name="Text Placeholder 3"/>
            <p:cNvSpPr txBox="1"/>
            <p:nvPr/>
          </p:nvSpPr>
          <p:spPr>
            <a:xfrm>
              <a:off x="4753105" y="3616259"/>
              <a:ext cx="378309" cy="369332"/>
            </a:xfrm>
            <a:prstGeom prst="rect">
              <a:avLst/>
            </a:prstGeom>
          </p:spPr>
          <p:txBody>
            <a:bodyPr wrap="none" lIns="0" tIns="0" rIns="0" bIns="0" anchor="b">
              <a:spAutoFit/>
            </a:bodyPr>
            <a:lstStyle>
              <a:defPPr>
                <a:defRPr lang="zh-CN"/>
              </a:defPPr>
              <a:lvl1pPr indent="0" algn="ctr" defTabSz="1219200">
                <a:spcBef>
                  <a:spcPct val="20000"/>
                </a:spcBef>
                <a:buNone/>
                <a:defRPr sz="3200" b="1" baseline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indent="0">
                <a:buNone/>
                <a:defRPr sz="1200"/>
              </a:lvl2pPr>
              <a:lvl3pPr indent="0">
                <a:buNone/>
                <a:defRPr sz="1000"/>
              </a:lvl3pPr>
              <a:lvl4pPr indent="0">
                <a:buNone/>
                <a:defRPr sz="900"/>
              </a:lvl4pPr>
              <a:lvl5pPr indent="0">
                <a:buNone/>
                <a:defRPr sz="900"/>
              </a:lvl5pPr>
              <a:lvl6pPr indent="0">
                <a:buNone/>
                <a:defRPr sz="900"/>
              </a:lvl6pPr>
              <a:lvl7pPr indent="0">
                <a:buNone/>
                <a:defRPr sz="900"/>
              </a:lvl7pPr>
              <a:lvl8pPr indent="0">
                <a:buNone/>
                <a:defRPr sz="900"/>
              </a:lvl8pPr>
              <a:lvl9pPr indent="0">
                <a:buNone/>
                <a:defRPr sz="900"/>
              </a:lvl9pPr>
            </a:lstStyle>
            <a:p>
              <a:pPr>
                <a:defRPr/>
              </a:pPr>
              <a:r>
                <a:rPr 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 rot="10800000" flipV="1">
            <a:off x="7136876" y="2246302"/>
            <a:ext cx="1051944" cy="492442"/>
            <a:chOff x="3994675" y="2246302"/>
            <a:chExt cx="1051944" cy="492442"/>
          </a:xfrm>
        </p:grpSpPr>
        <p:cxnSp>
          <p:nvCxnSpPr>
            <p:cNvPr id="26" name="Straight Connector 37"/>
            <p:cNvCxnSpPr/>
            <p:nvPr/>
          </p:nvCxnSpPr>
          <p:spPr>
            <a:xfrm flipH="1" flipV="1">
              <a:off x="4506017" y="2248919"/>
              <a:ext cx="540602" cy="489825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38"/>
            <p:cNvCxnSpPr/>
            <p:nvPr/>
          </p:nvCxnSpPr>
          <p:spPr>
            <a:xfrm flipH="1">
              <a:off x="3994675" y="2246302"/>
              <a:ext cx="511344" cy="0"/>
            </a:xfrm>
            <a:prstGeom prst="line">
              <a:avLst/>
            </a:prstGeom>
            <a:ln w="19050" cap="rnd">
              <a:solidFill>
                <a:srgbClr val="00B3CC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1557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6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01557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501556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2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396610" y="2085756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8396609" y="1707191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8396610" y="5138600"/>
            <a:ext cx="3392264" cy="55297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  <a:p>
            <a:pPr lvl="0"/>
            <a:endParaRPr lang="en-US" altLang="zh-CN" dirty="0"/>
          </a:p>
        </p:txBody>
      </p:sp>
      <p:sp>
        <p:nvSpPr>
          <p:cNvPr id="35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8396609" y="4760035"/>
            <a:ext cx="305810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pic>
        <p:nvPicPr>
          <p:cNvPr id="25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0800000">
            <a:off x="4996187" y="3951171"/>
            <a:ext cx="2196439" cy="2649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997780" y="1233488"/>
            <a:ext cx="2196439" cy="2649775"/>
          </a:xfrm>
          <a:prstGeom prst="rect">
            <a:avLst/>
          </a:prstGeom>
        </p:spPr>
      </p:pic>
      <p:pic>
        <p:nvPicPr>
          <p:cNvPr id="31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 flipH="1" flipV="1">
            <a:off x="6356218" y="2592435"/>
            <a:ext cx="2196439" cy="2649775"/>
          </a:xfrm>
          <a:prstGeom prst="rect">
            <a:avLst/>
          </a:prstGeom>
        </p:spPr>
      </p:pic>
      <p:pic>
        <p:nvPicPr>
          <p:cNvPr id="2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rot="16200000">
            <a:off x="3641250" y="2590692"/>
            <a:ext cx="2196439" cy="2649775"/>
          </a:xfrm>
          <a:prstGeom prst="rect">
            <a:avLst/>
          </a:prstGeom>
        </p:spPr>
      </p:pic>
      <p:sp>
        <p:nvSpPr>
          <p:cNvPr id="11" name="文本占位符 2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81600" y="2167805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181600" y="1789240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181600" y="5334227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181600" y="495566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5" name="文本占位符 21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638427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文本占位符 23"/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3638427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21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754220" y="379938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754220" y="342082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3"/>
          <p:cNvSpPr/>
          <p:nvPr/>
        </p:nvSpPr>
        <p:spPr>
          <a:xfrm>
            <a:off x="6550911" y="1906318"/>
            <a:ext cx="2351648" cy="2351648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14"/>
          <p:cNvSpPr/>
          <p:nvPr/>
        </p:nvSpPr>
        <p:spPr>
          <a:xfrm>
            <a:off x="8582535" y="2085415"/>
            <a:ext cx="2172551" cy="2172551"/>
          </a:xfrm>
          <a:prstGeom prst="ellipse">
            <a:avLst/>
          </a:prstGeom>
          <a:solidFill>
            <a:srgbClr val="00B3C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7"/>
          <p:cNvSpPr/>
          <p:nvPr/>
        </p:nvSpPr>
        <p:spPr>
          <a:xfrm>
            <a:off x="2962471" y="1656141"/>
            <a:ext cx="2601825" cy="2601826"/>
          </a:xfrm>
          <a:prstGeom prst="ellipse">
            <a:avLst/>
          </a:prstGeom>
          <a:solidFill>
            <a:srgbClr val="135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20"/>
          <p:cNvSpPr/>
          <p:nvPr/>
        </p:nvSpPr>
        <p:spPr>
          <a:xfrm>
            <a:off x="5244272" y="2631304"/>
            <a:ext cx="1626662" cy="162666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id-ID" b="0" i="0" u="none" strike="noStrike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1" name="Oval 2"/>
          <p:cNvSpPr/>
          <p:nvPr/>
        </p:nvSpPr>
        <p:spPr>
          <a:xfrm>
            <a:off x="1436914" y="2412384"/>
            <a:ext cx="1845582" cy="1845582"/>
          </a:xfrm>
          <a:prstGeom prst="ellipse">
            <a:avLst/>
          </a:prstGeom>
          <a:solidFill>
            <a:srgbClr val="00B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26"/>
          <p:cNvSpPr/>
          <p:nvPr userDrawn="1"/>
        </p:nvSpPr>
        <p:spPr>
          <a:xfrm>
            <a:off x="0" y="3279454"/>
            <a:ext cx="12192000" cy="3578546"/>
          </a:xfrm>
          <a:prstGeom prst="rect">
            <a:avLst/>
          </a:prstGeom>
          <a:solidFill>
            <a:srgbClr val="E6F7FA"/>
          </a:solidFill>
          <a:ln>
            <a:noFill/>
          </a:ln>
          <a:effectLst>
            <a:outerShdw blurRad="622300" dist="292100" dir="16200000" sx="94000" sy="94000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4145545"/>
            <a:ext cx="11183999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031E26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4001" y="3818155"/>
            <a:ext cx="3275420" cy="3139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600" kern="1200" dirty="0" smtClean="0">
                <a:solidFill>
                  <a:srgbClr val="0420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343257" y="258349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6812335" y="26313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1702586" y="2857758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06387" y="2866522"/>
            <a:ext cx="976566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9014754" y="2866522"/>
            <a:ext cx="1308111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E6F7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788526" y="2103880"/>
            <a:ext cx="8742314" cy="3217422"/>
            <a:chOff x="2175241" y="2429082"/>
            <a:chExt cx="7968884" cy="2932778"/>
          </a:xfrm>
        </p:grpSpPr>
        <p:sp>
          <p:nvSpPr>
            <p:cNvPr id="7" name="Freeform 5"/>
            <p:cNvSpPr/>
            <p:nvPr/>
          </p:nvSpPr>
          <p:spPr bwMode="auto">
            <a:xfrm>
              <a:off x="7715206" y="2985075"/>
              <a:ext cx="1832616" cy="1822284"/>
            </a:xfrm>
            <a:custGeom>
              <a:avLst/>
              <a:gdLst>
                <a:gd name="T0" fmla="*/ 0 w 320"/>
                <a:gd name="T1" fmla="*/ 189 h 316"/>
                <a:gd name="T2" fmla="*/ 200 w 320"/>
                <a:gd name="T3" fmla="*/ 0 h 316"/>
                <a:gd name="T4" fmla="*/ 320 w 320"/>
                <a:gd name="T5" fmla="*/ 127 h 316"/>
                <a:gd name="T6" fmla="*/ 120 w 320"/>
                <a:gd name="T7" fmla="*/ 316 h 316"/>
                <a:gd name="T8" fmla="*/ 0 w 320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316">
                  <a:moveTo>
                    <a:pt x="0" y="189"/>
                  </a:moveTo>
                  <a:cubicBezTo>
                    <a:pt x="102" y="179"/>
                    <a:pt x="185" y="101"/>
                    <a:pt x="200" y="0"/>
                  </a:cubicBezTo>
                  <a:cubicBezTo>
                    <a:pt x="320" y="127"/>
                    <a:pt x="320" y="127"/>
                    <a:pt x="320" y="127"/>
                  </a:cubicBezTo>
                  <a:cubicBezTo>
                    <a:pt x="218" y="137"/>
                    <a:pt x="135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8" name="Freeform 6"/>
            <p:cNvSpPr/>
            <p:nvPr/>
          </p:nvSpPr>
          <p:spPr bwMode="auto">
            <a:xfrm>
              <a:off x="2731814" y="2991272"/>
              <a:ext cx="1799559" cy="1816087"/>
            </a:xfrm>
            <a:custGeom>
              <a:avLst/>
              <a:gdLst>
                <a:gd name="T0" fmla="*/ 127 w 314"/>
                <a:gd name="T1" fmla="*/ 0 h 315"/>
                <a:gd name="T2" fmla="*/ 314 w 314"/>
                <a:gd name="T3" fmla="*/ 189 h 315"/>
                <a:gd name="T4" fmla="*/ 187 w 314"/>
                <a:gd name="T5" fmla="*/ 315 h 315"/>
                <a:gd name="T6" fmla="*/ 0 w 314"/>
                <a:gd name="T7" fmla="*/ 125 h 315"/>
                <a:gd name="T8" fmla="*/ 127 w 314"/>
                <a:gd name="T9" fmla="*/ 0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4" h="315">
                  <a:moveTo>
                    <a:pt x="127" y="0"/>
                  </a:moveTo>
                  <a:cubicBezTo>
                    <a:pt x="141" y="97"/>
                    <a:pt x="217" y="174"/>
                    <a:pt x="314" y="189"/>
                  </a:cubicBezTo>
                  <a:cubicBezTo>
                    <a:pt x="187" y="315"/>
                    <a:pt x="187" y="315"/>
                    <a:pt x="187" y="315"/>
                  </a:cubicBezTo>
                  <a:cubicBezTo>
                    <a:pt x="173" y="217"/>
                    <a:pt x="97" y="140"/>
                    <a:pt x="0" y="125"/>
                  </a:cubicBezTo>
                  <a:lnTo>
                    <a:pt x="12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  <a:ea typeface="+mn-ea"/>
                <a:cs typeface="+mn-cs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370219" y="2985075"/>
              <a:ext cx="1838814" cy="1822284"/>
            </a:xfrm>
            <a:custGeom>
              <a:avLst/>
              <a:gdLst>
                <a:gd name="T0" fmla="*/ 0 w 321"/>
                <a:gd name="T1" fmla="*/ 189 h 316"/>
                <a:gd name="T2" fmla="*/ 201 w 321"/>
                <a:gd name="T3" fmla="*/ 0 h 316"/>
                <a:gd name="T4" fmla="*/ 321 w 321"/>
                <a:gd name="T5" fmla="*/ 127 h 316"/>
                <a:gd name="T6" fmla="*/ 120 w 321"/>
                <a:gd name="T7" fmla="*/ 316 h 316"/>
                <a:gd name="T8" fmla="*/ 0 w 321"/>
                <a:gd name="T9" fmla="*/ 189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1" h="316">
                  <a:moveTo>
                    <a:pt x="0" y="189"/>
                  </a:moveTo>
                  <a:cubicBezTo>
                    <a:pt x="102" y="179"/>
                    <a:pt x="185" y="101"/>
                    <a:pt x="201" y="0"/>
                  </a:cubicBezTo>
                  <a:cubicBezTo>
                    <a:pt x="321" y="127"/>
                    <a:pt x="321" y="127"/>
                    <a:pt x="321" y="127"/>
                  </a:cubicBezTo>
                  <a:cubicBezTo>
                    <a:pt x="218" y="137"/>
                    <a:pt x="136" y="215"/>
                    <a:pt x="120" y="316"/>
                  </a:cubicBezTo>
                  <a:lnTo>
                    <a:pt x="0" y="18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81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6054075" y="2985075"/>
              <a:ext cx="1809888" cy="1822284"/>
            </a:xfrm>
            <a:custGeom>
              <a:avLst/>
              <a:gdLst>
                <a:gd name="T0" fmla="*/ 126 w 316"/>
                <a:gd name="T1" fmla="*/ 0 h 316"/>
                <a:gd name="T2" fmla="*/ 316 w 316"/>
                <a:gd name="T3" fmla="*/ 190 h 316"/>
                <a:gd name="T4" fmla="*/ 191 w 316"/>
                <a:gd name="T5" fmla="*/ 316 h 316"/>
                <a:gd name="T6" fmla="*/ 0 w 316"/>
                <a:gd name="T7" fmla="*/ 126 h 316"/>
                <a:gd name="T8" fmla="*/ 126 w 316"/>
                <a:gd name="T9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" h="316">
                  <a:moveTo>
                    <a:pt x="126" y="0"/>
                  </a:moveTo>
                  <a:cubicBezTo>
                    <a:pt x="140" y="99"/>
                    <a:pt x="218" y="176"/>
                    <a:pt x="316" y="190"/>
                  </a:cubicBezTo>
                  <a:cubicBezTo>
                    <a:pt x="191" y="316"/>
                    <a:pt x="191" y="316"/>
                    <a:pt x="191" y="316"/>
                  </a:cubicBezTo>
                  <a:cubicBezTo>
                    <a:pt x="176" y="217"/>
                    <a:pt x="99" y="140"/>
                    <a:pt x="0" y="126"/>
                  </a:cubicBezTo>
                  <a:lnTo>
                    <a:pt x="126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3CC"/>
                </a:gs>
                <a:gs pos="100000">
                  <a:srgbClr val="B3E8F0"/>
                </a:gs>
              </a:gsLst>
              <a:lin ang="27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R="0" lvl="0" indent="0" defTabSz="4572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b="0" i="0" u="none" strike="noStrike" cap="none" spc="0" normalizeH="0" baseline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Open Sans"/>
              </a:endParaRPr>
            </a:p>
          </p:txBody>
        </p:sp>
        <p:sp>
          <p:nvSpPr>
            <p:cNvPr id="11" name="Oval 36"/>
            <p:cNvSpPr/>
            <p:nvPr/>
          </p:nvSpPr>
          <p:spPr>
            <a:xfrm>
              <a:off x="2175241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2" name="Oval 37"/>
            <p:cNvSpPr/>
            <p:nvPr/>
          </p:nvSpPr>
          <p:spPr>
            <a:xfrm>
              <a:off x="549130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3" name="Oval 39"/>
            <p:cNvSpPr/>
            <p:nvPr/>
          </p:nvSpPr>
          <p:spPr>
            <a:xfrm>
              <a:off x="8852026" y="2429082"/>
              <a:ext cx="1292099" cy="1292096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  <p:sp>
          <p:nvSpPr>
            <p:cNvPr id="14" name="Oval 42"/>
            <p:cNvSpPr/>
            <p:nvPr/>
          </p:nvSpPr>
          <p:spPr>
            <a:xfrm>
              <a:off x="7140833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R="0" lvl="0" indent="0" algn="ctr" defTabSz="457200" fontAlgn="auto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600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</a:endParaRPr>
            </a:p>
          </p:txBody>
        </p:sp>
        <p:sp>
          <p:nvSpPr>
            <p:cNvPr id="15" name="Oval 43"/>
            <p:cNvSpPr/>
            <p:nvPr/>
          </p:nvSpPr>
          <p:spPr>
            <a:xfrm>
              <a:off x="3786312" y="4069764"/>
              <a:ext cx="1292099" cy="1292096"/>
            </a:xfrm>
            <a:prstGeom prst="ellipse">
              <a:avLst/>
            </a:prstGeom>
            <a:solidFill>
              <a:srgbClr val="B3E8F0"/>
            </a:solidFill>
            <a:ln>
              <a:noFill/>
            </a:ln>
            <a:effectLst>
              <a:outerShdw blurRad="228600" dist="50800" dir="5400000" sx="80000" sy="80000" algn="ctr" rotWithShape="0">
                <a:srgbClr val="0E3C49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3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 Bold"/>
                <a:ea typeface="+mn-ea"/>
                <a:cs typeface="+mn-cs"/>
              </a:endParaRPr>
            </a:p>
          </p:txBody>
        </p:sp>
      </p:grpSp>
      <p:sp>
        <p:nvSpPr>
          <p:cNvPr id="16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3401833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3401833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063141" y="2695668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063141" y="2317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5196513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5196513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459409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1459409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8904638" y="4513764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8904638" y="4135199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29" name="图形 28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122" y="2441383"/>
            <a:ext cx="720000" cy="720000"/>
          </a:xfrm>
          <a:prstGeom prst="rect">
            <a:avLst/>
          </a:prstGeom>
        </p:spPr>
      </p:pic>
      <p:pic>
        <p:nvPicPr>
          <p:cNvPr id="31" name="图形 30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332" y="4226611"/>
            <a:ext cx="720000" cy="720000"/>
          </a:xfrm>
          <a:prstGeom prst="rect">
            <a:avLst/>
          </a:prstGeom>
        </p:spPr>
      </p:pic>
      <p:pic>
        <p:nvPicPr>
          <p:cNvPr id="34" name="图形 33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50913" y="2441383"/>
            <a:ext cx="720000" cy="720000"/>
          </a:xfrm>
          <a:prstGeom prst="rect">
            <a:avLst/>
          </a:prstGeom>
        </p:spPr>
      </p:pic>
      <p:pic>
        <p:nvPicPr>
          <p:cNvPr id="35" name="图形 34" descr="网络 纯色填充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9038" y="2441383"/>
            <a:ext cx="720000" cy="720000"/>
          </a:xfrm>
          <a:prstGeom prst="rect">
            <a:avLst/>
          </a:prstGeom>
        </p:spPr>
      </p:pic>
      <p:pic>
        <p:nvPicPr>
          <p:cNvPr id="36" name="图形 35" descr="循环流程图 纯色填充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5598" y="4226611"/>
            <a:ext cx="720000" cy="72000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Freeform 5"/>
          <p:cNvSpPr/>
          <p:nvPr userDrawn="1"/>
        </p:nvSpPr>
        <p:spPr bwMode="auto">
          <a:xfrm rot="16200000">
            <a:off x="4020967" y="619313"/>
            <a:ext cx="4148975" cy="8427602"/>
          </a:xfrm>
          <a:custGeom>
            <a:avLst/>
            <a:gdLst>
              <a:gd name="T0" fmla="*/ 0 w 483"/>
              <a:gd name="T1" fmla="*/ 965 h 965"/>
              <a:gd name="T2" fmla="*/ 483 w 483"/>
              <a:gd name="T3" fmla="*/ 482 h 965"/>
              <a:gd name="T4" fmla="*/ 0 w 483"/>
              <a:gd name="T5" fmla="*/ 0 h 965"/>
              <a:gd name="T6" fmla="*/ 0 w 483"/>
              <a:gd name="T7" fmla="*/ 965 h 9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3" h="965">
                <a:moveTo>
                  <a:pt x="0" y="965"/>
                </a:moveTo>
                <a:cubicBezTo>
                  <a:pt x="267" y="965"/>
                  <a:pt x="483" y="749"/>
                  <a:pt x="483" y="482"/>
                </a:cubicBezTo>
                <a:cubicBezTo>
                  <a:pt x="483" y="216"/>
                  <a:pt x="267" y="0"/>
                  <a:pt x="0" y="0"/>
                </a:cubicBezTo>
                <a:lnTo>
                  <a:pt x="0" y="965"/>
                </a:lnTo>
                <a:close/>
              </a:path>
            </a:pathLst>
          </a:custGeom>
          <a:noFill/>
          <a:ln>
            <a:solidFill>
              <a:schemeClr val="tx1">
                <a:alpha val="2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Oval 8"/>
          <p:cNvSpPr/>
          <p:nvPr userDrawn="1"/>
        </p:nvSpPr>
        <p:spPr>
          <a:xfrm rot="10800000">
            <a:off x="1981273" y="562696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Oval 9"/>
          <p:cNvSpPr/>
          <p:nvPr userDrawn="1"/>
        </p:nvSpPr>
        <p:spPr>
          <a:xfrm rot="10800000">
            <a:off x="2916705" y="3988990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Oval 10"/>
          <p:cNvSpPr/>
          <p:nvPr userDrawn="1"/>
        </p:nvSpPr>
        <p:spPr>
          <a:xfrm rot="10800000">
            <a:off x="9118454" y="4035733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Oval 11"/>
          <p:cNvSpPr/>
          <p:nvPr userDrawn="1"/>
        </p:nvSpPr>
        <p:spPr>
          <a:xfrm rot="10800000">
            <a:off x="10046573" y="5625584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Oval 12"/>
          <p:cNvSpPr/>
          <p:nvPr userDrawn="1"/>
        </p:nvSpPr>
        <p:spPr>
          <a:xfrm rot="10800000">
            <a:off x="6004158" y="2651289"/>
            <a:ext cx="188919" cy="188919"/>
          </a:xfrm>
          <a:prstGeom prst="ellipse">
            <a:avLst/>
          </a:prstGeom>
          <a:solidFill>
            <a:srgbClr val="E6FAFB"/>
          </a:solidFill>
          <a:ln w="25400">
            <a:solidFill>
              <a:srgbClr val="00B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2269812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3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2269812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3184212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184212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181600" y="3326110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181600" y="2947545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7178990" y="439950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9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7178990" y="402094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118153" y="6004149"/>
            <a:ext cx="18288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118153" y="5625584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4424798" y="2126861"/>
            <a:ext cx="3240000" cy="3240000"/>
            <a:chOff x="4388172" y="2235404"/>
            <a:chExt cx="3240000" cy="3240000"/>
          </a:xfrm>
        </p:grpSpPr>
        <p:sp>
          <p:nvSpPr>
            <p:cNvPr id="7" name="图形"/>
            <p:cNvSpPr>
              <a:spLocks noChangeArrowheads="1"/>
            </p:cNvSpPr>
            <p:nvPr/>
          </p:nvSpPr>
          <p:spPr bwMode="auto">
            <a:xfrm>
              <a:off x="4748172" y="2595404"/>
              <a:ext cx="2520000" cy="2520000"/>
            </a:xfrm>
            <a:prstGeom prst="ellipse">
              <a:avLst/>
            </a:prstGeom>
            <a:noFill/>
            <a:ln w="9525">
              <a:solidFill>
                <a:srgbClr val="00B3CC">
                  <a:alpha val="5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65097"/>
                    </a:scheme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8" name="图形"/>
            <p:cNvSpPr>
              <a:spLocks noChangeArrowheads="1"/>
            </p:cNvSpPr>
            <p:nvPr/>
          </p:nvSpPr>
          <p:spPr bwMode="auto">
            <a:xfrm>
              <a:off x="4388172" y="2235404"/>
              <a:ext cx="3240000" cy="3240000"/>
            </a:xfrm>
            <a:prstGeom prst="ellipse">
              <a:avLst/>
            </a:prstGeom>
            <a:noFill/>
            <a:ln w="6350">
              <a:solidFill>
                <a:srgbClr val="00B3CC">
                  <a:alpha val="40000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dirty="0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9" name="图形"/>
            <p:cNvSpPr>
              <a:spLocks noChangeArrowheads="1"/>
            </p:cNvSpPr>
            <p:nvPr/>
          </p:nvSpPr>
          <p:spPr bwMode="auto">
            <a:xfrm>
              <a:off x="5108172" y="2955404"/>
              <a:ext cx="1800000" cy="1800000"/>
            </a:xfrm>
            <a:prstGeom prst="ellipse">
              <a:avLst/>
            </a:prstGeom>
            <a:noFill/>
            <a:ln w="12700">
              <a:solidFill>
                <a:srgbClr val="00B3CC"/>
              </a:solidFill>
              <a:round/>
            </a:ln>
            <a:effectLst/>
          </p:spPr>
          <p:txBody>
            <a:bodyPr wrap="none" anchor="ctr"/>
            <a:lstStyle/>
            <a:p>
              <a:pPr eaLnBrk="1" hangingPunct="1"/>
              <a:endParaRPr lang="zh-CN" altLang="en-US">
                <a:solidFill>
                  <a:srgbClr val="000000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  <p:sp>
          <p:nvSpPr>
            <p:cNvPr id="10" name="图形"/>
            <p:cNvSpPr>
              <a:spLocks noChangeArrowheads="1"/>
            </p:cNvSpPr>
            <p:nvPr/>
          </p:nvSpPr>
          <p:spPr bwMode="auto">
            <a:xfrm>
              <a:off x="5468172" y="3315404"/>
              <a:ext cx="1080000" cy="1080000"/>
            </a:xfrm>
            <a:prstGeom prst="ellipse">
              <a:avLst/>
            </a:prstGeom>
            <a:solidFill>
              <a:srgbClr val="00B3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000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zh-CN" altLang="en-US" sz="2800" b="1" dirty="0">
                <a:solidFill>
                  <a:srgbClr val="FFFFFF"/>
                </a:solidFill>
                <a:ea typeface="思源黑体 CN Medium" panose="020B0600000000000000" charset="-122"/>
                <a:cs typeface="字魂58号-创中黑" panose="00000500000000000000" charset="-122"/>
              </a:endParaRPr>
            </a:p>
          </p:txBody>
        </p:sp>
      </p:grpSp>
      <p:cxnSp>
        <p:nvCxnSpPr>
          <p:cNvPr id="35" name="图形"/>
          <p:cNvCxnSpPr/>
          <p:nvPr/>
        </p:nvCxnSpPr>
        <p:spPr>
          <a:xfrm flipH="1">
            <a:off x="504000" y="283696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3448050" y="1861555"/>
            <a:ext cx="715010" cy="715010"/>
            <a:chOff x="3448050" y="2005330"/>
            <a:chExt cx="715010" cy="715010"/>
          </a:xfrm>
        </p:grpSpPr>
        <p:sp>
          <p:nvSpPr>
            <p:cNvPr id="37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38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9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40" name="图形"/>
              <p:cNvCxnSpPr>
                <a:stCxn id="39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图形"/>
          <p:cNvCxnSpPr/>
          <p:nvPr/>
        </p:nvCxnSpPr>
        <p:spPr>
          <a:xfrm flipH="1">
            <a:off x="504000" y="430523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/>
          <p:cNvGrpSpPr/>
          <p:nvPr/>
        </p:nvGrpSpPr>
        <p:grpSpPr>
          <a:xfrm>
            <a:off x="3448050" y="3329825"/>
            <a:ext cx="715010" cy="715010"/>
            <a:chOff x="3448050" y="2005330"/>
            <a:chExt cx="715010" cy="715010"/>
          </a:xfrm>
        </p:grpSpPr>
        <p:sp>
          <p:nvSpPr>
            <p:cNvPr id="2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3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31" name="图形"/>
              <p:cNvCxnSpPr>
                <a:stCxn id="3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图形"/>
          <p:cNvCxnSpPr/>
          <p:nvPr/>
        </p:nvCxnSpPr>
        <p:spPr>
          <a:xfrm flipH="1">
            <a:off x="504000" y="5773509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3448050" y="4798095"/>
            <a:ext cx="715010" cy="715010"/>
            <a:chOff x="3448050" y="2005330"/>
            <a:chExt cx="715010" cy="715010"/>
          </a:xfrm>
        </p:grpSpPr>
        <p:sp>
          <p:nvSpPr>
            <p:cNvPr id="1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2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2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22" name="图形"/>
              <p:cNvCxnSpPr>
                <a:stCxn id="2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66" name="图形"/>
          <p:cNvCxnSpPr/>
          <p:nvPr/>
        </p:nvCxnSpPr>
        <p:spPr>
          <a:xfrm flipH="1">
            <a:off x="7926536" y="280545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 rot="10800000">
            <a:off x="8024116" y="1830042"/>
            <a:ext cx="715010" cy="715010"/>
            <a:chOff x="3448050" y="2005330"/>
            <a:chExt cx="715010" cy="715010"/>
          </a:xfrm>
        </p:grpSpPr>
        <p:sp>
          <p:nvSpPr>
            <p:cNvPr id="68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9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70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71" name="图形"/>
              <p:cNvCxnSpPr>
                <a:stCxn id="70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图形"/>
          <p:cNvCxnSpPr/>
          <p:nvPr/>
        </p:nvCxnSpPr>
        <p:spPr>
          <a:xfrm flipH="1">
            <a:off x="7926536" y="427372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/>
          <p:cNvGrpSpPr/>
          <p:nvPr/>
        </p:nvGrpSpPr>
        <p:grpSpPr>
          <a:xfrm rot="10800000">
            <a:off x="8024116" y="3298312"/>
            <a:ext cx="715010" cy="715010"/>
            <a:chOff x="3448050" y="2005330"/>
            <a:chExt cx="715010" cy="715010"/>
          </a:xfrm>
        </p:grpSpPr>
        <p:sp>
          <p:nvSpPr>
            <p:cNvPr id="59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60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61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62" name="图形"/>
              <p:cNvCxnSpPr>
                <a:stCxn id="61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8" name="图形"/>
          <p:cNvCxnSpPr/>
          <p:nvPr/>
        </p:nvCxnSpPr>
        <p:spPr>
          <a:xfrm flipH="1">
            <a:off x="7926536" y="5741996"/>
            <a:ext cx="3659060" cy="0"/>
          </a:xfrm>
          <a:prstGeom prst="line">
            <a:avLst/>
          </a:prstGeom>
          <a:ln w="3175">
            <a:solidFill>
              <a:schemeClr val="bg2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10800000">
            <a:off x="8024116" y="4766582"/>
            <a:ext cx="715010" cy="715010"/>
            <a:chOff x="3448050" y="2005330"/>
            <a:chExt cx="715010" cy="715010"/>
          </a:xfrm>
        </p:grpSpPr>
        <p:sp>
          <p:nvSpPr>
            <p:cNvPr id="50" name="图形"/>
            <p:cNvSpPr/>
            <p:nvPr/>
          </p:nvSpPr>
          <p:spPr>
            <a:xfrm flipH="1">
              <a:off x="3448050" y="2005330"/>
              <a:ext cx="715010" cy="715010"/>
            </a:xfrm>
            <a:prstGeom prst="ellipse">
              <a:avLst/>
            </a:prstGeom>
            <a:solidFill>
              <a:srgbClr val="00B3CC">
                <a:alpha val="20000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5400" dirty="0">
                <a:cs typeface="+mn-ea"/>
                <a:sym typeface="+mn-lt"/>
              </a:endParaRPr>
            </a:p>
          </p:txBody>
        </p:sp>
        <p:grpSp>
          <p:nvGrpSpPr>
            <p:cNvPr id="51" name="图形"/>
            <p:cNvGrpSpPr/>
            <p:nvPr/>
          </p:nvGrpSpPr>
          <p:grpSpPr>
            <a:xfrm flipH="1">
              <a:off x="3614103" y="2169477"/>
              <a:ext cx="382905" cy="382905"/>
              <a:chOff x="12481" y="7994"/>
              <a:chExt cx="603" cy="603"/>
            </a:xfrm>
          </p:grpSpPr>
          <p:sp>
            <p:nvSpPr>
              <p:cNvPr id="52" name="图形"/>
              <p:cNvSpPr/>
              <p:nvPr/>
            </p:nvSpPr>
            <p:spPr>
              <a:xfrm>
                <a:off x="12481" y="7994"/>
                <a:ext cx="603" cy="603"/>
              </a:xfrm>
              <a:prstGeom prst="ellipse">
                <a:avLst/>
              </a:prstGeom>
              <a:solidFill>
                <a:srgbClr val="00B3C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cs typeface="字魂58号-创中黑" panose="00000500000000000000" charset="-122"/>
                </a:endParaRPr>
              </a:p>
            </p:txBody>
          </p:sp>
          <p:cxnSp>
            <p:nvCxnSpPr>
              <p:cNvPr id="53" name="图形"/>
              <p:cNvCxnSpPr>
                <a:stCxn id="52" idx="2"/>
              </p:cNvCxnSpPr>
              <p:nvPr/>
            </p:nvCxnSpPr>
            <p:spPr>
              <a:xfrm>
                <a:off x="12481" y="8296"/>
                <a:ext cx="455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round/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622452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5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622452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622452" y="3681668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7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622452" y="3303103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0" name="文本占位符 21"/>
          <p:cNvSpPr>
            <a:spLocks noGrp="1"/>
          </p:cNvSpPr>
          <p:nvPr>
            <p:ph type="body" sz="quarter" idx="29" hasCustomPrompt="1"/>
          </p:nvPr>
        </p:nvSpPr>
        <p:spPr>
          <a:xfrm>
            <a:off x="622452" y="514993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622452" y="477137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2" name="文本占位符 21"/>
          <p:cNvSpPr>
            <a:spLocks noGrp="1"/>
          </p:cNvSpPr>
          <p:nvPr>
            <p:ph type="body" sz="quarter" idx="31" hasCustomPrompt="1"/>
          </p:nvPr>
        </p:nvSpPr>
        <p:spPr>
          <a:xfrm>
            <a:off x="8987345" y="2206072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2" hasCustomPrompt="1"/>
          </p:nvPr>
        </p:nvSpPr>
        <p:spPr>
          <a:xfrm>
            <a:off x="8987345" y="1827507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4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8987345" y="3682481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5" name="文本占位符 23"/>
          <p:cNvSpPr>
            <a:spLocks noGrp="1"/>
          </p:cNvSpPr>
          <p:nvPr>
            <p:ph type="body" sz="quarter" idx="34" hasCustomPrompt="1"/>
          </p:nvPr>
        </p:nvSpPr>
        <p:spPr>
          <a:xfrm>
            <a:off x="8987345" y="3303916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6" name="文本占位符 21"/>
          <p:cNvSpPr>
            <a:spLocks noGrp="1"/>
          </p:cNvSpPr>
          <p:nvPr>
            <p:ph type="body" sz="quarter" idx="35" hasCustomPrompt="1"/>
          </p:nvPr>
        </p:nvSpPr>
        <p:spPr>
          <a:xfrm>
            <a:off x="8987345" y="5145147"/>
            <a:ext cx="25638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87" name="文本占位符 23"/>
          <p:cNvSpPr>
            <a:spLocks noGrp="1"/>
          </p:cNvSpPr>
          <p:nvPr>
            <p:ph type="body" sz="quarter" idx="36" hasCustomPrompt="1"/>
          </p:nvPr>
        </p:nvSpPr>
        <p:spPr>
          <a:xfrm>
            <a:off x="8987345" y="4766582"/>
            <a:ext cx="1828800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60070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21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185994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185996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552573" y="2040972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7178497" y="239799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20" hasCustomPrompt="1"/>
          </p:nvPr>
        </p:nvSpPr>
        <p:spPr>
          <a:xfrm>
            <a:off x="7178499" y="209107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60070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1185994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1185996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6552573" y="3167893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7178497" y="3524914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24" hasCustomPrompt="1"/>
          </p:nvPr>
        </p:nvSpPr>
        <p:spPr>
          <a:xfrm>
            <a:off x="7178499" y="3217996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60070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185994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1185996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6552573" y="4293266"/>
            <a:ext cx="62592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4000" dirty="0">
              <a:solidFill>
                <a:srgbClr val="00B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7178497" y="4650287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7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7178499" y="4343369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: 形状 38"/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33800" y="0"/>
            <a:ext cx="8458200" cy="6858000"/>
          </a:xfrm>
          <a:custGeom>
            <a:avLst/>
            <a:gdLst>
              <a:gd name="connsiteX0" fmla="*/ 0 w 12687300"/>
              <a:gd name="connsiteY0" fmla="*/ 0 h 5829300"/>
              <a:gd name="connsiteX1" fmla="*/ 12687300 w 12687300"/>
              <a:gd name="connsiteY1" fmla="*/ 0 h 5829300"/>
              <a:gd name="connsiteX2" fmla="*/ 12687300 w 12687300"/>
              <a:gd name="connsiteY2" fmla="*/ 5829300 h 5829300"/>
              <a:gd name="connsiteX3" fmla="*/ 0 w 12687300"/>
              <a:gd name="connsiteY3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7300" h="5829300">
                <a:moveTo>
                  <a:pt x="0" y="0"/>
                </a:moveTo>
                <a:lnTo>
                  <a:pt x="12687300" y="0"/>
                </a:lnTo>
                <a:lnTo>
                  <a:pt x="12687300" y="5829300"/>
                </a:lnTo>
                <a:lnTo>
                  <a:pt x="0" y="5829300"/>
                </a:lnTo>
                <a:close/>
              </a:path>
            </a:pathLst>
          </a:custGeom>
          <a:solidFill>
            <a:srgbClr val="DAEEF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 dirty="0"/>
          </a:p>
        </p:txBody>
      </p:sp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" name="Image 0" descr="preencoded.png"/>
          <p:cNvSpPr/>
          <p:nvPr userDrawn="1"/>
        </p:nvSpPr>
        <p:spPr>
          <a:xfrm>
            <a:off x="508000" y="1962150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07999" y="2044260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2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508000" y="1577985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6" name="Image 0" descr="preencoded.png"/>
          <p:cNvSpPr/>
          <p:nvPr userDrawn="1"/>
        </p:nvSpPr>
        <p:spPr>
          <a:xfrm>
            <a:off x="508000" y="3966955"/>
            <a:ext cx="2781300" cy="6350"/>
          </a:xfrm>
          <a:custGeom>
            <a:avLst/>
            <a:gdLst>
              <a:gd name="connsiteX0" fmla="*/ 0 w 4171950"/>
              <a:gd name="connsiteY0" fmla="*/ 0 h 9525"/>
              <a:gd name="connsiteX1" fmla="*/ 4171950 w 4171950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71950" h="9525">
                <a:moveTo>
                  <a:pt x="0" y="0"/>
                </a:moveTo>
                <a:lnTo>
                  <a:pt x="4171950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507999" y="4049065"/>
            <a:ext cx="2777301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38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508000" y="3582790"/>
            <a:ext cx="1828800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grpSp>
        <p:nvGrpSpPr>
          <p:cNvPr id="47" name="组合 46"/>
          <p:cNvGrpSpPr/>
          <p:nvPr userDrawn="1"/>
        </p:nvGrpSpPr>
        <p:grpSpPr>
          <a:xfrm>
            <a:off x="4178300" y="2969154"/>
            <a:ext cx="7505700" cy="6350"/>
            <a:chOff x="6267450" y="5972175"/>
            <a:chExt cx="11258550" cy="9525"/>
          </a:xfrm>
        </p:grpSpPr>
        <p:sp>
          <p:nvSpPr>
            <p:cNvPr id="48" name="任意多边形: 形状 47"/>
            <p:cNvSpPr/>
            <p:nvPr/>
          </p:nvSpPr>
          <p:spPr>
            <a:xfrm>
              <a:off x="6267450" y="5972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8448675" y="5972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4178300" y="3982508"/>
            <a:ext cx="7505700" cy="6350"/>
            <a:chOff x="6267450" y="7115175"/>
            <a:chExt cx="11258550" cy="9525"/>
          </a:xfrm>
        </p:grpSpPr>
        <p:sp>
          <p:nvSpPr>
            <p:cNvPr id="51" name="任意多边形: 形状 50"/>
            <p:cNvSpPr/>
            <p:nvPr/>
          </p:nvSpPr>
          <p:spPr>
            <a:xfrm>
              <a:off x="6267450" y="7115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8448675" y="7115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 userDrawn="1"/>
        </p:nvGrpSpPr>
        <p:grpSpPr>
          <a:xfrm>
            <a:off x="4178300" y="4995862"/>
            <a:ext cx="7505700" cy="6350"/>
            <a:chOff x="6267450" y="8258175"/>
            <a:chExt cx="11258550" cy="9525"/>
          </a:xfrm>
        </p:grpSpPr>
        <p:sp>
          <p:nvSpPr>
            <p:cNvPr id="54" name="任意多边形: 形状 53"/>
            <p:cNvSpPr/>
            <p:nvPr/>
          </p:nvSpPr>
          <p:spPr>
            <a:xfrm>
              <a:off x="6267450" y="8258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8448675" y="8258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6" name="组合 55"/>
          <p:cNvGrpSpPr/>
          <p:nvPr userDrawn="1"/>
        </p:nvGrpSpPr>
        <p:grpSpPr>
          <a:xfrm>
            <a:off x="4178300" y="6009217"/>
            <a:ext cx="7505700" cy="6350"/>
            <a:chOff x="6267450" y="9401175"/>
            <a:chExt cx="11258550" cy="9525"/>
          </a:xfrm>
        </p:grpSpPr>
        <p:sp>
          <p:nvSpPr>
            <p:cNvPr id="57" name="任意多边形: 形状 56"/>
            <p:cNvSpPr/>
            <p:nvPr/>
          </p:nvSpPr>
          <p:spPr>
            <a:xfrm>
              <a:off x="6267450" y="9401175"/>
              <a:ext cx="1990725" cy="9525"/>
            </a:xfrm>
            <a:custGeom>
              <a:avLst/>
              <a:gdLst>
                <a:gd name="connsiteX0" fmla="*/ 0 w 1990725"/>
                <a:gd name="connsiteY0" fmla="*/ 0 h 9525"/>
                <a:gd name="connsiteX1" fmla="*/ 1990725 w 19907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8448675" y="9401175"/>
              <a:ext cx="9077325" cy="9525"/>
            </a:xfrm>
            <a:custGeom>
              <a:avLst/>
              <a:gdLst>
                <a:gd name="connsiteX0" fmla="*/ 0 w 9077325"/>
                <a:gd name="connsiteY0" fmla="*/ 0 h 9525"/>
                <a:gd name="connsiteX1" fmla="*/ 9077325 w 907732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077325" h="9525">
                  <a:moveTo>
                    <a:pt x="0" y="0"/>
                  </a:moveTo>
                  <a:lnTo>
                    <a:pt x="9077325" y="0"/>
                  </a:lnTo>
                </a:path>
              </a:pathLst>
            </a:custGeom>
            <a:noFill/>
            <a:ln w="6350" cap="flat">
              <a:solidFill>
                <a:srgbClr val="000000">
                  <a:alpha val="40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800"/>
            </a:p>
          </p:txBody>
        </p:sp>
      </p:grpSp>
      <p:cxnSp>
        <p:nvCxnSpPr>
          <p:cNvPr id="59" name="直接连接符 58"/>
          <p:cNvCxnSpPr/>
          <p:nvPr userDrawn="1"/>
        </p:nvCxnSpPr>
        <p:spPr>
          <a:xfrm>
            <a:off x="4178300" y="1962150"/>
            <a:ext cx="7505669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5632388" y="21301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5632388" y="3096501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21578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3124201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4178300" y="211634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4178300" y="3082651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5632388" y="410187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412957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4178300" y="408802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5632388" y="513155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515925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4178300" y="511770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81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1958150" y="1886389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3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1958150" y="2813692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9" name="文本占位符 21"/>
          <p:cNvSpPr>
            <a:spLocks noGrp="1"/>
          </p:cNvSpPr>
          <p:nvPr>
            <p:ph type="body" sz="quarter" idx="33" hasCustomPrompt="1"/>
          </p:nvPr>
        </p:nvSpPr>
        <p:spPr>
          <a:xfrm>
            <a:off x="7755400" y="1886389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0" name="文本占位符 21"/>
          <p:cNvSpPr>
            <a:spLocks noGrp="1"/>
          </p:cNvSpPr>
          <p:nvPr>
            <p:ph type="body" sz="quarter" idx="34" hasCustomPrompt="1"/>
          </p:nvPr>
        </p:nvSpPr>
        <p:spPr>
          <a:xfrm>
            <a:off x="7755400" y="2813692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3" name="文本占位符 23"/>
          <p:cNvSpPr>
            <a:spLocks noGrp="1"/>
          </p:cNvSpPr>
          <p:nvPr>
            <p:ph type="body" sz="quarter" idx="37" hasCustomPrompt="1"/>
          </p:nvPr>
        </p:nvSpPr>
        <p:spPr>
          <a:xfrm>
            <a:off x="504062" y="1886389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95" name="文本占位符 23"/>
          <p:cNvSpPr>
            <a:spLocks noGrp="1"/>
          </p:cNvSpPr>
          <p:nvPr>
            <p:ph type="body" sz="quarter" idx="38" hasCustomPrompt="1"/>
          </p:nvPr>
        </p:nvSpPr>
        <p:spPr>
          <a:xfrm>
            <a:off x="504062" y="2813692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96" name="文本占位符 23"/>
          <p:cNvSpPr>
            <a:spLocks noGrp="1"/>
          </p:cNvSpPr>
          <p:nvPr>
            <p:ph type="body" sz="quarter" idx="39" hasCustomPrompt="1"/>
          </p:nvPr>
        </p:nvSpPr>
        <p:spPr>
          <a:xfrm>
            <a:off x="1958150" y="3753987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7" name="文本占位符 21"/>
          <p:cNvSpPr>
            <a:spLocks noGrp="1"/>
          </p:cNvSpPr>
          <p:nvPr>
            <p:ph type="body" sz="quarter" idx="40" hasCustomPrompt="1"/>
          </p:nvPr>
        </p:nvSpPr>
        <p:spPr>
          <a:xfrm>
            <a:off x="7755400" y="3753987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98" name="文本占位符 23"/>
          <p:cNvSpPr>
            <a:spLocks noGrp="1"/>
          </p:cNvSpPr>
          <p:nvPr>
            <p:ph type="body" sz="quarter" idx="41" hasCustomPrompt="1"/>
          </p:nvPr>
        </p:nvSpPr>
        <p:spPr>
          <a:xfrm>
            <a:off x="504062" y="3753987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en-US" altLang="zh-CN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9" name="文本占位符 23"/>
          <p:cNvSpPr>
            <a:spLocks noGrp="1"/>
          </p:cNvSpPr>
          <p:nvPr>
            <p:ph type="body" sz="quarter" idx="42" hasCustomPrompt="1"/>
          </p:nvPr>
        </p:nvSpPr>
        <p:spPr>
          <a:xfrm>
            <a:off x="1961740" y="4674454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0" name="文本占位符 21"/>
          <p:cNvSpPr>
            <a:spLocks noGrp="1"/>
          </p:cNvSpPr>
          <p:nvPr>
            <p:ph type="body" sz="quarter" idx="43" hasCustomPrompt="1"/>
          </p:nvPr>
        </p:nvSpPr>
        <p:spPr>
          <a:xfrm>
            <a:off x="7755400" y="4674454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1" name="文本占位符 23"/>
          <p:cNvSpPr>
            <a:spLocks noGrp="1"/>
          </p:cNvSpPr>
          <p:nvPr>
            <p:ph type="body" sz="quarter" idx="44" hasCustomPrompt="1"/>
          </p:nvPr>
        </p:nvSpPr>
        <p:spPr>
          <a:xfrm>
            <a:off x="507652" y="4674454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 smtClean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04000" y="1746555"/>
            <a:ext cx="11184000" cy="0"/>
          </a:xfrm>
          <a:prstGeom prst="line">
            <a:avLst/>
          </a:prstGeom>
          <a:ln>
            <a:solidFill>
              <a:srgbClr val="7A8C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任意多边形: 形状 6"/>
          <p:cNvSpPr/>
          <p:nvPr userDrawn="1"/>
        </p:nvSpPr>
        <p:spPr>
          <a:xfrm>
            <a:off x="504000" y="267257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958150" y="267257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504000" y="3595280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1958150" y="3595280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504000" y="4522501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1958150" y="4522501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504000" y="5449722"/>
            <a:ext cx="1327150" cy="6350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958150" y="5449722"/>
            <a:ext cx="9725850" cy="89854"/>
          </a:xfrm>
          <a:custGeom>
            <a:avLst/>
            <a:gdLst>
              <a:gd name="connsiteX0" fmla="*/ 0 w 9077325"/>
              <a:gd name="connsiteY0" fmla="*/ 0 h 9525"/>
              <a:gd name="connsiteX1" fmla="*/ 9077325 w 90773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77325" h="9525">
                <a:moveTo>
                  <a:pt x="0" y="0"/>
                </a:moveTo>
                <a:lnTo>
                  <a:pt x="90773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3"/>
          <p:cNvSpPr>
            <a:spLocks noGrp="1"/>
          </p:cNvSpPr>
          <p:nvPr>
            <p:ph type="body" sz="quarter" idx="45" hasCustomPrompt="1"/>
          </p:nvPr>
        </p:nvSpPr>
        <p:spPr>
          <a:xfrm>
            <a:off x="1961740" y="5606905"/>
            <a:ext cx="1141792" cy="3139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6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6" name="文本占位符 21"/>
          <p:cNvSpPr>
            <a:spLocks noGrp="1"/>
          </p:cNvSpPr>
          <p:nvPr>
            <p:ph type="body" sz="quarter" idx="46" hasCustomPrompt="1"/>
          </p:nvPr>
        </p:nvSpPr>
        <p:spPr>
          <a:xfrm>
            <a:off x="7755400" y="5606905"/>
            <a:ext cx="3928569" cy="2585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indent="0" algn="l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7" name="文本占位符 23"/>
          <p:cNvSpPr>
            <a:spLocks noGrp="1"/>
          </p:cNvSpPr>
          <p:nvPr>
            <p:ph type="body" sz="quarter" idx="47" hasCustomPrompt="1"/>
          </p:nvPr>
        </p:nvSpPr>
        <p:spPr>
          <a:xfrm>
            <a:off x="507652" y="5606905"/>
            <a:ext cx="1141792" cy="34163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 algn="l">
              <a:buFontTx/>
              <a:buNone/>
              <a:defRPr lang="zh-CN" altLang="en-US" sz="1800" kern="1200" dirty="0">
                <a:solidFill>
                  <a:srgbClr val="00B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109644" y="6308090"/>
            <a:ext cx="1726755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en-US" altLang="zh-CN" sz="935" kern="0" dirty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North Valley Research, INC</a:t>
            </a:r>
            <a:endParaRPr lang="zh-CN" altLang="en-US" sz="935" kern="0" dirty="0">
              <a:solidFill>
                <a:srgbClr val="0E3C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图表占位符 8"/>
          <p:cNvSpPr>
            <a:spLocks noGrp="1"/>
          </p:cNvSpPr>
          <p:nvPr>
            <p:ph type="chart" sz="quarter" idx="10"/>
          </p:nvPr>
        </p:nvSpPr>
        <p:spPr>
          <a:xfrm>
            <a:off x="501650" y="1477963"/>
            <a:ext cx="11080750" cy="2225675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10" name="矩形: 圆角 9"/>
          <p:cNvSpPr/>
          <p:nvPr userDrawn="1"/>
        </p:nvSpPr>
        <p:spPr>
          <a:xfrm>
            <a:off x="0" y="4030980"/>
            <a:ext cx="12192000" cy="282702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01557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2192563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文本占位符 23"/>
          <p:cNvSpPr>
            <a:spLocks noGrp="1"/>
          </p:cNvSpPr>
          <p:nvPr>
            <p:ph type="body" sz="quarter" idx="22" hasCustomPrompt="1"/>
          </p:nvPr>
        </p:nvSpPr>
        <p:spPr>
          <a:xfrm>
            <a:off x="2192565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图表占位符 11"/>
          <p:cNvSpPr>
            <a:spLocks noGrp="1"/>
          </p:cNvSpPr>
          <p:nvPr>
            <p:ph type="chart" sz="quarter" idx="23"/>
          </p:nvPr>
        </p:nvSpPr>
        <p:spPr>
          <a:xfrm>
            <a:off x="4347209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6038215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6038217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7" name="图表占位符 11"/>
          <p:cNvSpPr>
            <a:spLocks noGrp="1"/>
          </p:cNvSpPr>
          <p:nvPr>
            <p:ph type="chart" sz="quarter" idx="26"/>
          </p:nvPr>
        </p:nvSpPr>
        <p:spPr>
          <a:xfrm>
            <a:off x="8192861" y="447675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28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9883867" y="4783667"/>
            <a:ext cx="180657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9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9883869" y="4476749"/>
            <a:ext cx="1806575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5866037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1017590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9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8023178" y="2261470"/>
            <a:ext cx="1571084" cy="1571084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5866037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5866038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5866037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占位符 21"/>
          <p:cNvSpPr>
            <a:spLocks noGrp="1"/>
          </p:cNvSpPr>
          <p:nvPr>
            <p:ph type="body" sz="quarter" idx="20" hasCustomPrompt="1"/>
          </p:nvPr>
        </p:nvSpPr>
        <p:spPr>
          <a:xfrm>
            <a:off x="5866038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802317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802317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802317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占位符 21"/>
          <p:cNvSpPr>
            <a:spLocks noGrp="1"/>
          </p:cNvSpPr>
          <p:nvPr>
            <p:ph type="body" sz="quarter" idx="22" hasCustomPrompt="1"/>
          </p:nvPr>
        </p:nvSpPr>
        <p:spPr>
          <a:xfrm>
            <a:off x="802317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0" name="任意多边形: 形状 19"/>
          <p:cNvSpPr/>
          <p:nvPr userDrawn="1"/>
        </p:nvSpPr>
        <p:spPr>
          <a:xfrm>
            <a:off x="10175908" y="4147508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10175909" y="429035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2" name="任意多边形: 形状 21"/>
          <p:cNvSpPr/>
          <p:nvPr userDrawn="1"/>
        </p:nvSpPr>
        <p:spPr>
          <a:xfrm>
            <a:off x="10175908" y="4863841"/>
            <a:ext cx="1571084" cy="45719"/>
          </a:xfrm>
          <a:custGeom>
            <a:avLst/>
            <a:gdLst>
              <a:gd name="connsiteX0" fmla="*/ 0 w 1990725"/>
              <a:gd name="connsiteY0" fmla="*/ 0 h 9525"/>
              <a:gd name="connsiteX1" fmla="*/ 1990725 w 1990725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90725" h="9525">
                <a:moveTo>
                  <a:pt x="0" y="0"/>
                </a:moveTo>
                <a:lnTo>
                  <a:pt x="1990725" y="0"/>
                </a:lnTo>
              </a:path>
            </a:pathLst>
          </a:custGeom>
          <a:noFill/>
          <a:ln w="6350" cap="flat">
            <a:solidFill>
              <a:srgbClr val="000000">
                <a:alpha val="40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占位符 21"/>
          <p:cNvSpPr>
            <a:spLocks noGrp="1"/>
          </p:cNvSpPr>
          <p:nvPr>
            <p:ph type="body" sz="quarter" idx="24" hasCustomPrompt="1"/>
          </p:nvPr>
        </p:nvSpPr>
        <p:spPr>
          <a:xfrm>
            <a:off x="10175909" y="5006688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4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586603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" name="文本占位符 21"/>
          <p:cNvSpPr>
            <a:spLocks noGrp="1"/>
          </p:cNvSpPr>
          <p:nvPr>
            <p:ph type="body" sz="quarter" idx="26" hasCustomPrompt="1"/>
          </p:nvPr>
        </p:nvSpPr>
        <p:spPr>
          <a:xfrm>
            <a:off x="802317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6" name="文本占位符 21"/>
          <p:cNvSpPr>
            <a:spLocks noGrp="1"/>
          </p:cNvSpPr>
          <p:nvPr>
            <p:ph type="body" sz="quarter" idx="27" hasCustomPrompt="1"/>
          </p:nvPr>
        </p:nvSpPr>
        <p:spPr>
          <a:xfrm>
            <a:off x="10175908" y="1842135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11"/>
          </p:nvPr>
        </p:nvSpPr>
        <p:spPr>
          <a:xfrm>
            <a:off x="3988399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7" name="图表占位符 11"/>
          <p:cNvSpPr>
            <a:spLocks noGrp="1"/>
          </p:cNvSpPr>
          <p:nvPr>
            <p:ph type="chart" sz="quarter" idx="12"/>
          </p:nvPr>
        </p:nvSpPr>
        <p:spPr>
          <a:xfrm>
            <a:off x="9282170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8" name="图表占位符 11"/>
          <p:cNvSpPr>
            <a:spLocks noGrp="1"/>
          </p:cNvSpPr>
          <p:nvPr>
            <p:ph type="chart" sz="quarter" idx="13"/>
          </p:nvPr>
        </p:nvSpPr>
        <p:spPr>
          <a:xfrm>
            <a:off x="663805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9" name="文本占位符 21"/>
          <p:cNvSpPr>
            <a:spLocks noGrp="1"/>
          </p:cNvSpPr>
          <p:nvPr>
            <p:ph type="body" sz="quarter" idx="19" hasCustomPrompt="1"/>
          </p:nvPr>
        </p:nvSpPr>
        <p:spPr>
          <a:xfrm>
            <a:off x="3988400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21" hasCustomPrompt="1"/>
          </p:nvPr>
        </p:nvSpPr>
        <p:spPr>
          <a:xfrm>
            <a:off x="663805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1"/>
          <p:cNvSpPr>
            <a:spLocks noGrp="1"/>
          </p:cNvSpPr>
          <p:nvPr>
            <p:ph type="body" sz="quarter" idx="23" hasCustomPrompt="1"/>
          </p:nvPr>
        </p:nvSpPr>
        <p:spPr>
          <a:xfrm>
            <a:off x="9282171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1338744" y="2011534"/>
            <a:ext cx="1571084" cy="1571084"/>
          </a:xfrm>
          <a:prstGeom prst="rect">
            <a:avLst/>
          </a:prstGeom>
        </p:spPr>
        <p:txBody>
          <a:bodyPr numCol="1"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3" name="文本占位符 21"/>
          <p:cNvSpPr>
            <a:spLocks noGrp="1"/>
          </p:cNvSpPr>
          <p:nvPr>
            <p:ph type="body" sz="quarter" idx="25" hasCustomPrompt="1"/>
          </p:nvPr>
        </p:nvSpPr>
        <p:spPr>
          <a:xfrm>
            <a:off x="1338745" y="3930691"/>
            <a:ext cx="1571084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10" name="文本占位符 21"/>
          <p:cNvSpPr>
            <a:spLocks noGrp="1"/>
          </p:cNvSpPr>
          <p:nvPr>
            <p:ph type="body" sz="quarter" idx="11" hasCustomPrompt="1"/>
          </p:nvPr>
        </p:nvSpPr>
        <p:spPr>
          <a:xfrm>
            <a:off x="501556" y="1969394"/>
            <a:ext cx="459136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11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7" y="1662476"/>
            <a:ext cx="3275420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7022625" y="1590222"/>
            <a:ext cx="4591360" cy="4591359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14" name="Line"/>
          <p:cNvSpPr/>
          <p:nvPr/>
        </p:nvSpPr>
        <p:spPr>
          <a:xfrm>
            <a:off x="495300" y="4636415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26" name="文本占位符 23"/>
          <p:cNvSpPr>
            <a:spLocks noGrp="1"/>
          </p:cNvSpPr>
          <p:nvPr>
            <p:ph type="body" sz="quarter" idx="25" hasCustomPrompt="1"/>
          </p:nvPr>
        </p:nvSpPr>
        <p:spPr>
          <a:xfrm>
            <a:off x="495300" y="4322893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23"/>
          <p:cNvSpPr>
            <a:spLocks noGrp="1"/>
          </p:cNvSpPr>
          <p:nvPr>
            <p:ph type="body" sz="quarter" idx="26" hasCustomPrompt="1"/>
          </p:nvPr>
        </p:nvSpPr>
        <p:spPr>
          <a:xfrm>
            <a:off x="3285744" y="4322893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9" name="Line"/>
          <p:cNvSpPr/>
          <p:nvPr userDrawn="1"/>
        </p:nvSpPr>
        <p:spPr>
          <a:xfrm>
            <a:off x="495300" y="5075327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0" name="文本占位符 23"/>
          <p:cNvSpPr>
            <a:spLocks noGrp="1"/>
          </p:cNvSpPr>
          <p:nvPr>
            <p:ph type="body" sz="quarter" idx="27" hasCustomPrompt="1"/>
          </p:nvPr>
        </p:nvSpPr>
        <p:spPr>
          <a:xfrm>
            <a:off x="495300" y="4761805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1" name="文本占位符 23"/>
          <p:cNvSpPr>
            <a:spLocks noGrp="1"/>
          </p:cNvSpPr>
          <p:nvPr>
            <p:ph type="body" sz="quarter" idx="28" hasCustomPrompt="1"/>
          </p:nvPr>
        </p:nvSpPr>
        <p:spPr>
          <a:xfrm>
            <a:off x="3285744" y="4761805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32" name="Line"/>
          <p:cNvSpPr/>
          <p:nvPr userDrawn="1"/>
        </p:nvSpPr>
        <p:spPr>
          <a:xfrm>
            <a:off x="495300" y="5514238"/>
            <a:ext cx="3901440" cy="0"/>
          </a:xfrm>
          <a:prstGeom prst="line">
            <a:avLst/>
          </a:prstGeom>
          <a:ln w="9525">
            <a:solidFill>
              <a:srgbClr val="073845">
                <a:alpha val="14690"/>
              </a:srgbClr>
            </a:solidFill>
            <a:miter lim="400000"/>
          </a:ln>
        </p:spPr>
        <p:txBody>
          <a:bodyPr lIns="0" tIns="0" rIns="0" bIns="0" anchor="ctr"/>
          <a:lstStyle/>
          <a:p>
            <a:pPr algn="ctr" defTabSz="274955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065" kern="0" dirty="0">
              <a:solidFill>
                <a:srgbClr val="FFFFFF"/>
              </a:solidFill>
              <a:latin typeface="Poppins Light"/>
              <a:sym typeface="Helvetica Neue Medium"/>
            </a:endParaRPr>
          </a:p>
        </p:txBody>
      </p:sp>
      <p:sp>
        <p:nvSpPr>
          <p:cNvPr id="33" name="文本占位符 23"/>
          <p:cNvSpPr>
            <a:spLocks noGrp="1"/>
          </p:cNvSpPr>
          <p:nvPr>
            <p:ph type="body" sz="quarter" idx="29" hasCustomPrompt="1"/>
          </p:nvPr>
        </p:nvSpPr>
        <p:spPr>
          <a:xfrm>
            <a:off x="495300" y="5200716"/>
            <a:ext cx="2552700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4" name="文本占位符 23"/>
          <p:cNvSpPr>
            <a:spLocks noGrp="1"/>
          </p:cNvSpPr>
          <p:nvPr>
            <p:ph type="body" sz="quarter" idx="30" hasCustomPrompt="1"/>
          </p:nvPr>
        </p:nvSpPr>
        <p:spPr>
          <a:xfrm>
            <a:off x="3285744" y="5200716"/>
            <a:ext cx="1110996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FontTx/>
              <a:buNone/>
              <a:defRPr lang="zh-CN" altLang="en-US" sz="12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数据值</a:t>
            </a:r>
            <a:endParaRPr lang="zh-CN" altLang="en-US" dirty="0"/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rgbClr val="E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矩形: 圆角 248"/>
          <p:cNvSpPr/>
          <p:nvPr userDrawn="1"/>
        </p:nvSpPr>
        <p:spPr>
          <a:xfrm>
            <a:off x="5318760" y="0"/>
            <a:ext cx="6873240" cy="6858001"/>
          </a:xfrm>
          <a:prstGeom prst="roundRect">
            <a:avLst>
              <a:gd name="adj" fmla="val 0"/>
            </a:avLst>
          </a:prstGeom>
          <a:solidFill>
            <a:srgbClr val="DAEE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rgbClr val="1FCDC4"/>
              </a:solidFill>
            </a:endParaRPr>
          </a:p>
        </p:txBody>
      </p:sp>
      <p:sp>
        <p:nvSpPr>
          <p:cNvPr id="251" name="标题 15"/>
          <p:cNvSpPr>
            <a:spLocks noGrp="1"/>
          </p:cNvSpPr>
          <p:nvPr>
            <p:ph type="title" hasCustomPrompt="1"/>
          </p:nvPr>
        </p:nvSpPr>
        <p:spPr>
          <a:xfrm>
            <a:off x="501556" y="590848"/>
            <a:ext cx="9363800" cy="3693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页面名称</a:t>
            </a:r>
            <a:endParaRPr lang="zh-CN" altLang="en-US" dirty="0"/>
          </a:p>
        </p:txBody>
      </p:sp>
      <p:sp>
        <p:nvSpPr>
          <p:cNvPr id="252" name="图表占位符 11"/>
          <p:cNvSpPr>
            <a:spLocks noGrp="1"/>
          </p:cNvSpPr>
          <p:nvPr>
            <p:ph type="chart" sz="quarter" idx="24"/>
          </p:nvPr>
        </p:nvSpPr>
        <p:spPr>
          <a:xfrm>
            <a:off x="5996387" y="1590223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3" name="图表占位符 11"/>
          <p:cNvSpPr>
            <a:spLocks noGrp="1"/>
          </p:cNvSpPr>
          <p:nvPr>
            <p:ph type="chart" sz="quarter" idx="25"/>
          </p:nvPr>
        </p:nvSpPr>
        <p:spPr>
          <a:xfrm>
            <a:off x="5996387" y="4019015"/>
            <a:ext cx="5517985" cy="183877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4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501556" y="2154153"/>
            <a:ext cx="4511945" cy="2585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sz="1200">
                <a:solidFill>
                  <a:srgbClr val="63717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介绍字段</a:t>
            </a:r>
            <a:endParaRPr lang="en-US" altLang="zh-CN" dirty="0"/>
          </a:p>
        </p:txBody>
      </p:sp>
      <p:sp>
        <p:nvSpPr>
          <p:cNvPr id="255" name="文本占位符 23"/>
          <p:cNvSpPr>
            <a:spLocks noGrp="1"/>
          </p:cNvSpPr>
          <p:nvPr>
            <p:ph type="body" sz="quarter" idx="18" hasCustomPrompt="1"/>
          </p:nvPr>
        </p:nvSpPr>
        <p:spPr>
          <a:xfrm>
            <a:off x="501558" y="1847235"/>
            <a:ext cx="4511944" cy="2862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zh-CN" altLang="en-US" sz="1400" kern="1200" dirty="0" smtClean="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6" name="标题 15"/>
          <p:cNvSpPr txBox="1"/>
          <p:nvPr userDrawn="1"/>
        </p:nvSpPr>
        <p:spPr>
          <a:xfrm>
            <a:off x="501556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57" name="标题 15"/>
          <p:cNvSpPr txBox="1"/>
          <p:nvPr userDrawn="1"/>
        </p:nvSpPr>
        <p:spPr>
          <a:xfrm>
            <a:off x="497493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58" name="直接连接符 257"/>
          <p:cNvCxnSpPr/>
          <p:nvPr userDrawn="1"/>
        </p:nvCxnSpPr>
        <p:spPr>
          <a:xfrm flipV="1">
            <a:off x="2169658" y="4664759"/>
            <a:ext cx="0" cy="4094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标题 15"/>
          <p:cNvSpPr txBox="1"/>
          <p:nvPr userDrawn="1"/>
        </p:nvSpPr>
        <p:spPr>
          <a:xfrm>
            <a:off x="2731849" y="4535523"/>
            <a:ext cx="1105910" cy="4247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/>
              <a:t>数据值</a:t>
            </a:r>
            <a:endParaRPr lang="zh-CN" altLang="en-US" sz="2400" dirty="0"/>
          </a:p>
        </p:txBody>
      </p:sp>
      <p:sp>
        <p:nvSpPr>
          <p:cNvPr id="260" name="标题 15"/>
          <p:cNvSpPr txBox="1"/>
          <p:nvPr userDrawn="1"/>
        </p:nvSpPr>
        <p:spPr>
          <a:xfrm>
            <a:off x="2763268" y="4929076"/>
            <a:ext cx="980941" cy="2585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rgbClr val="0E3C4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1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二级标题</a:t>
            </a:r>
            <a:endParaRPr lang="zh-CN" altLang="en-US" sz="1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501556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7417741C-8A8D-4630-901D-22A2816660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蓝色的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8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黑暗里有星球&#10;&#10;AI 生成的内容可能不正确。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19953129323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底"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黑暗里有星球&#10;&#10;AI 生成的内容可能不正确。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38"/>
          <a:stretch>
            <a:fillRect/>
          </a:stretch>
        </p:blipFill>
        <p:spPr>
          <a:xfrm flipV="1">
            <a:off x="0" y="0"/>
            <a:ext cx="12192000" cy="74549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010400" y="2226262"/>
            <a:ext cx="42883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>
                <a:solidFill>
                  <a:schemeClr val="bg1"/>
                </a:solidFill>
                <a:latin typeface="OPPOSans L" panose="00020600040101010101" pitchFamily="18" charset="-122"/>
                <a:ea typeface="OPPOSans L" panose="00020600040101010101" pitchFamily="18" charset="-122"/>
                <a:cs typeface="OPPOSans L" panose="00020600040101010101" pitchFamily="18" charset="-122"/>
              </a:rPr>
              <a:t>感谢观看</a:t>
            </a:r>
            <a:endParaRPr lang="zh-CN" altLang="en-US" sz="8000" dirty="0">
              <a:solidFill>
                <a:schemeClr val="bg1"/>
              </a:solidFill>
              <a:latin typeface="OPPOSans L" panose="00020600040101010101" pitchFamily="18" charset="-122"/>
              <a:ea typeface="OPPOSans L" panose="00020600040101010101" pitchFamily="18" charset="-122"/>
              <a:cs typeface="OPPOSans L" panose="00020600040101010101" pitchFamily="18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930382" y="6308090"/>
            <a:ext cx="906017" cy="236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</a:t>
            </a:r>
            <a:endParaRPr lang="zh-CN" altLang="en-US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 userDrawn="1"/>
        </p:nvSpPr>
        <p:spPr>
          <a:xfrm>
            <a:off x="7853585" y="6603365"/>
            <a:ext cx="4153253" cy="236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algn="r" defTabSz="914400" rtl="0" eaLnBrk="1" latinLnBrk="0" hangingPunct="1">
              <a:lnSpc>
                <a:spcPts val="1200"/>
              </a:lnSpc>
            </a:pP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公众号：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玩转单片机与嵌入式、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593342536</a:t>
            </a:r>
            <a:r>
              <a:rPr lang="zh-CN" altLang="en-US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、电话</a:t>
            </a:r>
            <a:r>
              <a:rPr lang="zh-CN" altLang="en-US" sz="935" b="1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935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15865253650</a:t>
            </a:r>
            <a:endParaRPr lang="en-US" altLang="zh-CN" sz="935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8138160" cy="50292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【AI+嵌入式】：让单片机学会思考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07008"/>
            <a:ext cx="941832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0">
                <a:solidFill>
                  <a:srgbClr val="DCE6F1"/>
                </a:solidFill>
                <a:latin typeface="Microsoft YaHei"/>
              </a:rPr>
              <a:t>把 Day14 训练好的模型，转换成 STM32 可分析、可部署、可验证的模型文件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813816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400" b="1">
                <a:solidFill>
                  <a:srgbClr val="ED7D31"/>
                </a:solidFill>
                <a:latin typeface="Microsoft YaHei"/>
              </a:rPr>
              <a:t>Day15：模型量化与转换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88696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700" b="0">
                <a:solidFill>
                  <a:srgbClr val="E8EEF7"/>
                </a:solidFill>
                <a:latin typeface="Microsoft YaHei"/>
              </a:rPr>
              <a:t>从 Day14 的 Keras 模型，到可交给 X-CUBE-AI / STM32 分析和部署的 TFLite 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160520"/>
            <a:ext cx="1965960" cy="65836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279392"/>
            <a:ext cx="411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07992"/>
            <a:ext cx="1554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F3040"/>
                </a:solidFill>
                <a:latin typeface="Microsoft YaHei"/>
              </a:rPr>
              <a:t>model.keras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4370832"/>
            <a:ext cx="292608" cy="201168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4160520"/>
            <a:ext cx="1965960" cy="65836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279392"/>
            <a:ext cx="411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4507992"/>
            <a:ext cx="1554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F3040"/>
                </a:solidFill>
                <a:latin typeface="Microsoft YaHei"/>
              </a:rPr>
              <a:t>TFLite 转换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73168" y="4370832"/>
            <a:ext cx="292608" cy="201168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38928" y="4160520"/>
            <a:ext cx="1965960" cy="65836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4279392"/>
            <a:ext cx="411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4507992"/>
            <a:ext cx="1554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F3040"/>
                </a:solidFill>
                <a:latin typeface="Microsoft YaHei"/>
              </a:rPr>
              <a:t>int8 量化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86016" y="4370832"/>
            <a:ext cx="292608" cy="201168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5" y="4160520"/>
            <a:ext cx="1965960" cy="65836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5" y="4279392"/>
            <a:ext cx="411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4507992"/>
            <a:ext cx="1554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F3040"/>
                </a:solidFill>
                <a:latin typeface="Microsoft YaHei"/>
              </a:rPr>
              <a:t>转换后验证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198863" y="4370832"/>
            <a:ext cx="292608" cy="201168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64624" y="4160520"/>
            <a:ext cx="1965960" cy="65836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3" y="4279392"/>
            <a:ext cx="411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4507992"/>
            <a:ext cx="155448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F3040"/>
                </a:solidFill>
                <a:latin typeface="Microsoft YaHei"/>
              </a:rPr>
              <a:t>Day16 部署准备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0448"/>
            <a:ext cx="16459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</a:rPr>
              <a:t>贺老师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36208"/>
            <a:ext cx="3474720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DCE6F1"/>
                </a:solidFill>
                <a:latin typeface="Microsoft YaHei"/>
              </a:rPr>
              <a:t>嵌入式 AI 落地开发专家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Day15 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理解 Keras、TFLite、TFLM、X-CUBE-AI 的关系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理解 float32、int8、scale、zero_point、代表性数据集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能把 Day14 的 model.keras 转成 float / int8 TFLite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能验证转换前后 accuracy、F1、混淆矩阵是否可接受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能整理 Day16 部署需要的模型交接包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Day15 的目标不是只得到 .tflite 文件，而是得到一个经过验证、可交接的部署候选模型。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从 Day14 到 Day15：为什么需要转换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features_all.csv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model.keras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TFLite 转换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int8 量化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转换后验证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Day16 部署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Day14 当前测试 accuracy：0.9697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Day14 当前 macro F1：0.9696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当前输入特征数量：194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训练完成只是得到模型，转换和验证完成才是部署入口。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本节课最终输出什么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model_float32.tflite：未量化或默认优化模型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model_int8.tflite：面向 MCU 的 int8 候选模型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quantization_report.json：转换配置、模型大小、输入输出 dtype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conversion_compare.csv：Keras / TFLite / int8 的预测对比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r>
              <a:rPr sz="1800">
                <a:solidFill>
                  <a:srgbClr val="243444"/>
                </a:solidFill>
                <a:latin typeface="Microsoft YaHei"/>
              </a:rPr>
              <a:t>day15_quantize_convert_validate.py：一键转换、量化、验证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Day15 输出的是一组文件，而不是单独一个模型文件。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4315968"/>
            <a:ext cx="164592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7C2B"/>
                </a:solidFill>
                <a:latin typeface="Microsoft YaHe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242816"/>
            <a:ext cx="93726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243444"/>
                </a:solidFill>
                <a:latin typeface="Microsoft YaHei"/>
              </a:rPr>
              <a:t>Day16 交接清单：模型、scaler、label_map、feature_columns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第一部分：从训练模型到部署模型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先搞清楚 Keras 模型、TFLite 模型和 MCU 推理代码之间的关系。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0848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格式关系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执行环境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转换内容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部署约束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为什么 Keras 模型不能直接放进 STM32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Keras 模型是训练环境里的模型，不是 MCU 裸机环境里的执行文件。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0848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Keras 依赖 TensorFlow 运行时，STM32 上没有完整 TensorFlow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Keras 文件包含训练侧信息，MCU 只需要推理图和权重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STM32 的 Flash、RAM、算力有限，不能照搬 PC 运行方式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部署前要把模型变成更小、更简单、更可分析的格式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Keras 适合训练和复盘；TFLite / X-CUBE-AI 适合转换、分析和部署。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Keras、TFLite、TFLM、X-CUBE-AI 是什么关系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611879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名称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主要用途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在本课程中的位置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Keras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训练模型、保存 .keras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Day14 主线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TFLite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轻量推理模型格式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99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Day15 转换目标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TFLM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MCU 端轻量推理运行时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理解部署底层逻辑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X-CUBE-AI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ST 工具链分析/生成 MCU 工程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5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099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Day16 部署入口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不要把格式、运行时、工具链混成一件事。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转换到底转换了什么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Microsoft YaHei"/>
              </a:rPr>
              <a:t>训练侧模型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Microsoft YaHei"/>
              </a:rPr>
              <a:t>部署侧模型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5623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73936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保存训练框架能识别的结构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49424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包含浮点权重和层信息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0720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24912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便于继续训练和调试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82696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00400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依赖 PC 训练环境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5623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1773936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保留推理需要的计算图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33172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249424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权重可压缩为 int8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0720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输入输出 dtype 更明确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28269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3200400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便于 X-CUBE-AI 分析 Flash/RAM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转换不是改后缀名，而是把训练模型整理成推理模型。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第二部分：量化基础概念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先理解 float32 到 int8 的数学含义，再去看转换代码。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float32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int8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scale/zero_point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校准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9710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6035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961888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误差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float32 与 int8 的直观区别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Microsoft YaHei"/>
              </a:rPr>
              <a:t>float32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Microsoft YaHei"/>
              </a:rPr>
              <a:t>int8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5623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73936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每个数通常占 4 字节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49424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数值范围大，表达更细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0720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24912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训练和调试更方便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82696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00400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在 MCU 上占空间和计算成本更高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5623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1773936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每个数占 1 字节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33172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249424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只能表示 -128 到 127 或 0 到 255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0720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需要 scale 和 zero_point 解释真实含义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28269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3200400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更适合 MCU 的内存和推理速度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int8 的小，不是免费午餐；它用更少位宽换来更高部署效率。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量化公式：int8 数字如何代表真实值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996696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Microsoft YaHei"/>
              </a:rPr>
              <a:t>real_value ≈ scale × (int8_value - zero_point)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86207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7977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scale：一个 int8 刻度对应真实世界多少数值变化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36499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328269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zero_point：真实 0 映射到 int8 空间中的哪个整数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86791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78561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同一个 int8 数值，必须配合 scale 和 zero_point 才有意义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37083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428853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部署端推理时，输入输出都要按同一组参数解释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3" y="557784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669279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量化后的数字不是原始物理量，它必须带着说明书一起使用。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scale 和 zero_point 用嵌入式语言理解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scale / zero_point 很像 ADC 的换算系数和偏移量。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ADC 读数本身只是整数，换算后才是电压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int8 张量本身只是整数，反量化后才接近真实值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scale 决定每一格有多大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zero_point 决定 0 点放在哪里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量化模型中的每个张量可能都有自己的换算参数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把量化张量理解成“整数数据 + 换算系数”，会比死背公式更容易。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权重量化与激活量化有什么不同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Microsoft YaHei"/>
              </a:rPr>
              <a:t>权重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Microsoft YaHei"/>
              </a:rPr>
              <a:t>激活 activations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5623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73936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训练后基本固定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49424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可以离线统计范围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0720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24912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存入模型文件，占 Flash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82696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00400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量化后模型文件通常明显变小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5623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1773936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运行时由输入数据产生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33172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249424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范围依赖真实输入分布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0720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占用运行时 RAM / Tensor Arena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28269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3200400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需要代表性数据集做校准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只压缩权重不等于完整 int8 部署，运行时激活也要考虑。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三种常见量化方式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611879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方式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特点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适合场景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动态范围量化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主要量化权重，激活运行时处理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快速减小模型文件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float16 量化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权重从 float32 变 float16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99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部分硬件支持 float16 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全整型 int8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权重和激活都走 int8 路线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MCU 部署最常关注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量化感知训练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训练时模拟量化误差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5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099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普通 PTQ 精度下降明显时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本课程主线是 PTQ 后训练量化，优先理解全整型 int8。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代表性数据集是什么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代表性数据集不是训练集全量重跑，而是给转换器看的输入分布样本。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转换器需要知道输入和中间激活大概会出现什么范围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它会用这些样本做 calibration，也就是校准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样本要覆盖 idle、walk、stairs 三类动作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样本数量不一定很大，但必须代表真实部署数据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不能只拿一类动作做代表性数据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代表性数据集选得不好，int8 模型可能文件很小，但精度很差。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校准 calibration：转换器到底在观察什么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输入样本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跑一遍模型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记录张量范围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计算 scale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计算 zero_point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写入 TFLite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校准不更新模型权重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校准只统计数值范围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范围太窄会饱和，范围太宽会损失分辨率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校准像给每个张量找合适量程。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量化误差从哪里来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float32 的连续细节被压到 int8 的有限格子里，误差一定存在。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四舍五入会带来误差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超出量化范围会发生饱和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scale 太大时，小变化会被吞掉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不同层误差会累积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最终表现为 accuracy / F1 可能下降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我们不能消灭所有量化误差，只能让误差小到工程可接受。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第三部分：TFLite 转换流程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从 Day14 的 model.keras 开始，写清楚转换脚本每一步做什么。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读取文件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准备代表性数据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转换 float TFLite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转换 int8 TFLite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9710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6035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961888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保存报告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Day14 交给 Day15 的输入包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model.keras 或 best_model.keras：训练好的 Keras 模型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scaler.json：特征标准化参数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label_map.json：类别编号和动作名称关系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feature_columns.json：输入特征列顺序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features_all.csv：构造代表性数据集和验证数据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少任何一个文件，都可能导致转换成功但部署失败。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转换脚本的整体结构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load_model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load_features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make_representative_dataset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convert_float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convert_int8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evaluate_tflite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先确保输入文件齐全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再生成两个 TFLite 版本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最后用同一批测试样本比较输出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转换脚本也要像训练脚本一样可复现、可验证。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" y="1430000"/>
            <a:ext cx="96560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256AA6"/>
                </a:solidFill>
                <a:latin typeface="Microsoft YaHei"/>
              </a:rPr>
              <a:t>实际运行文件：day15_quantize_convert_validate.py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加载 Keras 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10561320" cy="2468880"/>
          </a:xfrm>
          <a:prstGeom prst="roundRect">
            <a:avLst>
              <a:gd name="adj" fmla="val 5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49047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49047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490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058400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EBF2FA"/>
                </a:solidFill>
                <a:latin typeface="Consolas"/>
              </a:rPr>
              <a:t>import tensorflow as tf
from pathlib import Path
model_path = Path('day14_training_output/model.keras')
model = tf.keras.models.load_model(model_path)
model.summary()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load_model 读取 Day14 保存的完整模型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summary 用来确认输入维度和输出类别数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如果输入维度不等于 feature_columns 数量，要先停下来排查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转换前先确认模型本身能正常推理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转换前先验证源模型，不要把错误模型继续往下传。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构造代表性数据集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10561320" cy="2468880"/>
          </a:xfrm>
          <a:prstGeom prst="roundRect">
            <a:avLst>
              <a:gd name="adj" fmla="val 5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49047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49047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490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058400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EBF2FA"/>
                </a:solidFill>
                <a:latin typeface="Consolas"/>
              </a:rPr>
              <a:t>def representative_dataset():
    for row in representative_x:
        yield [row.reshape(1, -1).astype('float32')]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representative_x 来自真实特征表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必须按 feature_columns 顺序取列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必须使用 Day14 的 scaler 做同样标准化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yield 的形状要和模型输入 shape 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代表性数据集的核心不是数量越多越好，而是分布要真实、预处理要一致。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转换 float TFLite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10561320" cy="2468880"/>
          </a:xfrm>
          <a:prstGeom prst="roundRect">
            <a:avLst>
              <a:gd name="adj" fmla="val 5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49047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49047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490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058400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EBF2FA"/>
                </a:solidFill>
                <a:latin typeface="Consolas"/>
              </a:rPr>
              <a:t>converter = tf.lite.TFLiteConverter.from_keras_model(model)
float_tflite = converter.convert()
Path('model_float32.tflite').write_bytes(float_tflite)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float TFLite 先作为中间基准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它通常比 Keras 更接近部署格式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它还没有完整 int8 输入输出约束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后面用它和 int8 模型做对比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先生成 float TFLite，是为了把“格式转换问题”和“量化误差问题”分开看。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转换全整型 int8 TFLite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10561320" cy="2468880"/>
          </a:xfrm>
          <a:prstGeom prst="roundRect">
            <a:avLst>
              <a:gd name="adj" fmla="val 5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49047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49047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490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058400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EBF2FA"/>
                </a:solidFill>
                <a:latin typeface="Consolas"/>
              </a:rPr>
              <a:t>converter.optimizations = [tf.lite.Optimize.DEFAULT]
converter.representative_dataset = representative_dataset
converter.target_spec.supported_ops = [tf.lite.OpsSet.TFLITE_BUILTINS_INT8]
converter.inference_input_type = tf.int8
converter.inference_output_type = tf.int8
int8_tflite = converter.convert()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Optimize.DEFAULT 开启默认优化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representative_dataset 用于校准张量范围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TFLITE_BUILTINS_INT8 要求使用 int8 算子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input/output dtype 指定部署接口类型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这段代码决定模型是不是走完整 int8 路线。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转换后必须检查输入输出信息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10561320" cy="2468880"/>
          </a:xfrm>
          <a:prstGeom prst="roundRect">
            <a:avLst>
              <a:gd name="adj" fmla="val 5000"/>
            </a:avLst>
          </a:prstGeom>
          <a:solidFill>
            <a:srgbClr val="1F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490472"/>
            <a:ext cx="91440" cy="914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490472"/>
            <a:ext cx="91440" cy="914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16736" y="1490472"/>
            <a:ext cx="91440" cy="9144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01368"/>
            <a:ext cx="10058400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>
                <a:solidFill>
                  <a:srgbClr val="EBF2FA"/>
                </a:solidFill>
                <a:latin typeface="Consolas"/>
              </a:rPr>
              <a:t>interpreter = tf.lite.Interpreter(model_path='model_int8.tflite')
interpreter.allocate_tensors()
print(interpreter.get_input_details())
print(interpreter.get_output_details())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检查输入 shape 是否为 [1, num_features]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检查输入 dtype 是 float32 还是 int8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检查输出 shape 是否为 [1, 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251960"/>
            <a:ext cx="475488" cy="2560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590288"/>
            <a:ext cx="224028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0">
                <a:solidFill>
                  <a:srgbClr val="1F3040"/>
                </a:solidFill>
                <a:latin typeface="Microsoft YaHei"/>
              </a:rPr>
              <a:t>读取 quantization 参数，后续推理要用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不要只看文件生成成功；输入输出信息才决定部署代码怎么写。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第四部分：转换后验证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模型转换后必须重新验证，不要假设 .tflite 一定等价于 .keras。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跑 TFLite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比较输出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看指标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看混淆矩阵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9710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6035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961888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决定是否通过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为什么转换后还要验证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转换和量化都会改变模型执行路径，验证是最后一道安全门。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Keras 和 TFLite 的执行内核不同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int8 量化会引入数值误差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输入输出 dtype 变化容易造成预处理错误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模型文件变小不代表模型仍然好用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部署前必须比较转换前后结果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Day15 的核心动作是转换 + 验证，不能只有转换。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TFLite Interpreter 推理流程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加载 .tflite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allocate_tensors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设置 input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invoke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读取 output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解释类别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Interpreter 是 PC 端验证 TFLite 的工具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它让我们在上 STM32 前先确认模型行为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验证通过后再进入 X-CUBE-AI 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先在 PC 上把 TFLite 行为跑明白，再去嵌入式端排查。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int8 输入如何量化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996696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Microsoft YaHei"/>
              </a:rPr>
              <a:t>int8_value = round(real_value / scale + zero_point)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86207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7977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real_value 是标准化后的特征值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36499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328269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scale 和 zero_point 来自 TFLite input_details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86791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78561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量化后要裁剪到 int8 范围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37083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428853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送入模型的不是 float 特征，而是 int8 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3" y="557784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669279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如果输入量化错了，模型结构再正确也会输出错误结果。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int8 输出如何解释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572768"/>
            <a:ext cx="9966960" cy="6583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3000" b="1">
                <a:solidFill>
                  <a:srgbClr val="ED7D31"/>
                </a:solidFill>
                <a:latin typeface="Microsoft YaHei"/>
              </a:rPr>
              <a:t>real_output = scale × (int8_output - zero_point)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86207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77977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输出通常对应每个类别的分数或概率近似值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36499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328269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先反量化，再取最大值对应类别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386791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78561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类别编号仍然要用 label_map.json 解释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37083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4288536"/>
            <a:ext cx="929030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Microsoft YaHei"/>
              </a:rPr>
              <a:t>输出 dtype 变了，业务逻辑不能照抄 float 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7784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3" y="557784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669279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输出数组不是直接的中文动作名称，必须经过反量化和 label_map 解释。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三种模型要一起比较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611879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应该观察什么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Keras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训练基准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原始 accuracy /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float TFLite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格式转换基准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99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是否接近 Keras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int8 TFLite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部署候选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精度下降是否可接受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STM32 推理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最终运行结果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5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099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串口输出和耗时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比较链路越完整，后面部署时越少猜。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评估报告应该包含哪些内容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模型文件大小：Keras / float TFLite / int8 TFLite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accuracy、macro F1、逐类 precision/recall/F1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混淆矩阵对比：哪一类更容易掉点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输入输出 dtype、shape、scale、zero_point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是否满足进入 Day16 的通过条件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转换报告是工程证据，不是形式文件。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量化后精度下降多少算可接受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没有固定万能阈值，要结合业务风险和部署收益判断。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如果 accuracy 下降很小，且混淆矩阵没有明显恶化，通常可以接受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如果 stairs 被大量识别成 walk，要重点排查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如果某一类 recall 明显下降，说明该类漏检变严重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如果模型变小很多但效果崩了，不能进入部署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课堂项目可先以 accuracy 下降 1% 到 3% 作为观察线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模型变小只是收益，行为可靠才是底线。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第五部分：进入 STM32 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把转换好的 .tflite 交给 X-CUBE-AI 分析，理解 Flash、RAM 和算子支持。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导入模型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Analyze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看资源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看算子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9710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6035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961888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生成工程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X-CUBE-AI 在 Day15/Day16 中做什么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X-CUBE-AI 是 ST 工具链中把 AI 模型带入 STM32 工程的重要入口。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可以导入 .tflite 模型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可以分析模型需要的 Flash、RAM、MACC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可以生成 C 工程代码和模型数据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可以帮助判断当前模型是否适合目标芯片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不是替代训练，而是部署分析和工程生成工具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训练和转换在 Python 侧完成，工程集成和资源评估在 ST 工具侧完成。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在 CubeMX / X-CUBE-AI 中导入模型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打开工程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启用 X-CUBE-AI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导入 .tflite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选择 Analyze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查看报告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Generate Code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优先导入 int8 TFLite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如果失败，再用 float TFLite 排查格式问题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每次更换模型都要重新 Analyze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导入成功只是第一步，Analyze 结果才告诉你能不能部署。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Analyze 报告怎么看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3611879" cy="5303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59" y="1417320"/>
            <a:ext cx="3611879" cy="53035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0999" y="1581912"/>
            <a:ext cx="3428999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嵌入式关注点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Weights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模型权重大小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59" y="1947672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0999" y="2066543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主要占 Flash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Activations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中间张量内存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59" y="2478024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0999" y="2596896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主要占 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MACC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乘加运算量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59" y="3008376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0999" y="3127248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影响推理时间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Operators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1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算子列表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59" y="3538728"/>
            <a:ext cx="3611879" cy="530352"/>
          </a:xfrm>
          <a:prstGeom prst="rect">
            <a:avLst/>
          </a:prstGeom>
          <a:solidFill>
            <a:srgbClr val="EE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0999" y="3657600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决定是否支持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069080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187952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1">
                <a:solidFill>
                  <a:srgbClr val="1F3040"/>
                </a:solidFill>
                <a:latin typeface="Microsoft YaHei"/>
              </a:rPr>
              <a:t>Input/Output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79" y="4069080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19" y="4187952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900" b="0">
                <a:solidFill>
                  <a:srgbClr val="1F3040"/>
                </a:solidFill>
                <a:latin typeface="Microsoft YaHei"/>
              </a:rPr>
              <a:t>张量形状和类型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59" y="4069080"/>
            <a:ext cx="3611879" cy="530352"/>
          </a:xfrm>
          <a:prstGeom prst="rect">
            <a:avLst/>
          </a:prstGeom>
          <a:solidFill>
            <a:srgbClr val="F7FAF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0999" y="4187952"/>
            <a:ext cx="3428999" cy="23774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00" b="0">
                <a:solidFill>
                  <a:srgbClr val="1F3040"/>
                </a:solidFill>
                <a:latin typeface="Microsoft YaHei"/>
              </a:rPr>
              <a:t>决定应用代码接口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Analyze 报告要和 Day14 的模型设计、Day15 的量化方式一起看。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Flash、RAM、Tensor Arena 怎么理解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Microsoft YaHei"/>
              </a:rPr>
              <a:t>Flash 中常见内容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Microsoft YaHei"/>
              </a:rPr>
              <a:t>RAM 中常见内容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5623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73936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模型权重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49424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模型结构和常量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0720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24912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生成的模型数组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82696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00400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应用程序代码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5623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1773936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输入输出张量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33172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249424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中间激活张量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0720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Tensor Arena / activation buffer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28269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3200400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运行时临时变量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量化常常能明显减少权重大小，但中间张量 RAM 仍然必须认真分析。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部署端输入链路必须保持一致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QMI8658A 数据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窗口切片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特征提取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scaler 标准化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int8 量化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模型推理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Day12 的特征顺序必须与 feature_columns.json 一致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Day14 的 scaler 必须复用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Day15 的 input scale/zero_point 必须用于 int8 输入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训练、转换、部署三端输入处理不一致，是 TinyML 最常见的失败原因。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不支持算子怎么办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先确认模型是否真的只用了 Dense / ReLU / Softmax 等简单结构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检查 TFLite 转换时是否引入了不支持算子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尝试使用 float TFLite 判断是格式问题还是量化问题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回到 Day13 简化模型结构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必要时换 X-CUBE-AI 支持的算子组合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嵌入式模型设计要从一开始就考虑算子支持，不要训练完才发现部署不了。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353312"/>
            <a:ext cx="1143000" cy="7772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952" y="1353312"/>
            <a:ext cx="8961120" cy="71323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第六部分：问题排查与交付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8528" y="2267712"/>
            <a:ext cx="8412480" cy="10058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800" b="0">
                <a:solidFill>
                  <a:srgbClr val="DCE6F1"/>
                </a:solidFill>
                <a:latin typeface="Microsoft YaHei"/>
              </a:rPr>
              <a:t>转换失败、精度下降、输入输出不一致时，按工程链路逐项排查。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176272" y="3867911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3703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3976" y="3767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694176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文件</a:t>
            </a:r>
          </a:p>
        </p:txBody>
      </p:sp>
      <p:sp>
        <p:nvSpPr>
          <p:cNvPr id="10" name="Oval 9"/>
          <p:cNvSpPr/>
          <p:nvPr/>
        </p:nvSpPr>
        <p:spPr>
          <a:xfrm>
            <a:off x="2011680" y="4270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93976" y="43342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261104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13" name="Oval 12"/>
          <p:cNvSpPr/>
          <p:nvPr/>
        </p:nvSpPr>
        <p:spPr>
          <a:xfrm>
            <a:off x="2011680" y="4837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4901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4828032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量化</a:t>
            </a:r>
          </a:p>
        </p:txBody>
      </p:sp>
      <p:sp>
        <p:nvSpPr>
          <p:cNvPr id="16" name="Oval 15"/>
          <p:cNvSpPr/>
          <p:nvPr/>
        </p:nvSpPr>
        <p:spPr>
          <a:xfrm>
            <a:off x="2011680" y="5404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93976" y="5468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94960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验证</a:t>
            </a:r>
          </a:p>
        </p:txBody>
      </p:sp>
      <p:sp>
        <p:nvSpPr>
          <p:cNvPr id="19" name="Oval 18"/>
          <p:cNvSpPr/>
          <p:nvPr/>
        </p:nvSpPr>
        <p:spPr>
          <a:xfrm>
            <a:off x="2011680" y="59710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93976" y="6035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961888"/>
            <a:ext cx="681228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代表性数据集选错会发生什么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代表性数据集不代表真实分布，int8 模型就会学到错误量程。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只放 idle，walk 和 stairs 激活范围可能估计不足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只放少量样本，偶发极值可能没有覆盖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没有按 scaler 处理，校准看到的输入分布不真实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最终表现为某些类别 recall 明显下降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解决方法是覆盖所有类别和多段采集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代表性数据集是量化成功的地基。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feature_columns 与 scaler 错配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2E75B6"/>
                </a:solidFill>
                <a:latin typeface="Microsoft YaHei"/>
              </a:rPr>
              <a:t>错误现象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298448"/>
            <a:ext cx="228600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Microsoft YaHei"/>
              </a:rPr>
              <a:t>排查方法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856231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73936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模型能运行，但输出类别很离谱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331720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49424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转换前后 PC 验证正常，STM32 上异常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807208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724912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某些动作始终被识别成同一类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282696"/>
            <a:ext cx="100584" cy="100584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200400"/>
            <a:ext cx="435254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换数据后结果大幅波动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1856231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7416" y="1773936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检查 feature_columns.json 顺序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331720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7416" y="2249424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检查 scaler.json 是否来自同一次训练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07208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57416" y="2724912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检查 C 端特征计算顺序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28269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3200400"/>
            <a:ext cx="4169663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0">
                <a:solidFill>
                  <a:srgbClr val="1F3040"/>
                </a:solidFill>
                <a:latin typeface="Microsoft YaHei"/>
              </a:rPr>
              <a:t>打印部署端输入前几个数对比 Python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部署端输入错位，比模型精度差更隐蔽。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input/output dtype 错配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如果 TFLite 输入是 int8，应用端不能直接塞 float32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如果输出是 int8，不能直接把整数当概率解释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必须读取 input_details/output_details 里的 quantization 参数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Python 验证脚本和 C 端代码要使用同一套量化公式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串口打印输入输出原始值和反量化值，便于排查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dtype 错配通常不会让程序崩溃，但会让结果悄悄变错。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什么时候需要量化感知训练 QAT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QAT 不是第一选择，而是 PTQ 精度下降明显时的下一步。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PTQ 是训练后量化，不需要重新训练或只需少量校准数据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QAT 在训练过程中模拟量化误差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如果 int8 后某些类别明显恶化，可以考虑 QAT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QAT 会增加训练复杂度，不适合作为零基础第一步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本课程先掌握 PTQ 完整闭环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先把 PTQ 做规范，再讨论 QAT。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交给 Day16 的文件清单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378561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model_int8.tflite：优先部署候选模型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model_float32.tflite：格式转换对照模型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scaler.json：特征标准化参数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label_map.json：输出类别解释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feature_columns.json：输入特征顺序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251960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31596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4281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quantization_report.json：转换和验证报告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4818888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" y="488289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0974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conversion_compare.csv：逐样本对比结果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Day16 能不能顺利部署，很大程度取决于 Day15 文件交接是否完整。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Day15 完整闭环回顾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读取 Day14 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2996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288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准备代表性数据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0448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07407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7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转换 TFLite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79007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7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int8 量化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53527" y="345643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56448" y="251460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262432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862072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转换后验证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28048" y="2724912"/>
            <a:ext cx="411480" cy="182880"/>
          </a:xfrm>
          <a:prstGeom prst="rightArrow">
            <a:avLst/>
          </a:prstGeom>
          <a:solidFill>
            <a:srgbClr val="AAB9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30968" y="3246120"/>
            <a:ext cx="1444752" cy="566928"/>
          </a:xfrm>
          <a:prstGeom prst="roundRect">
            <a:avLst>
              <a:gd name="adj" fmla="val 5000"/>
            </a:avLst>
          </a:prstGeom>
          <a:solidFill>
            <a:srgbClr val="F7FAFD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22408" y="3355848"/>
            <a:ext cx="3657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00" b="1">
                <a:solidFill>
                  <a:srgbClr val="ED7D31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593591"/>
            <a:ext cx="1097280" cy="13716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1F3040"/>
                </a:solidFill>
                <a:latin typeface="Microsoft YaHei"/>
              </a:rPr>
              <a:t>交给 Day16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36592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654296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每一步都要留下可复现文件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5084064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5001768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每一步都要能解释为什么这样做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100584" cy="100584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349240"/>
            <a:ext cx="9656064" cy="31089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每一步都要能回退排查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5687568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60704" y="568756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07008" y="5779007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模型量化与转换是一条工程闭环，不是一条单独命令。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1F3040"/>
                </a:solidFill>
                <a:latin typeface="Microsoft YaHei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Microsoft YaHei"/>
              </a:rP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" y="15819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08176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用 Day14 的 model.keras 生成 float TFLite 和 int8 TFLite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19842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048255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75104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记录两个模型文件大小并比较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25511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6151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42032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用同一批测试窗口比较 Keras、float TFLite、int8 TFLite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" y="31181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1821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08960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整理一份量化报告，说明精度下降是否可接受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685032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37490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75888"/>
            <a:ext cx="937260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1F3040"/>
                </a:solidFill>
                <a:latin typeface="Microsoft YaHei"/>
              </a:rPr>
              <a:t>在 X-CUBE-AI 中 Analyze int8 模型并记录 Flash/RAM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596128"/>
            <a:ext cx="73152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0704" y="5596128"/>
            <a:ext cx="9866376" cy="45720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7008" y="5687568"/>
            <a:ext cx="959205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1F3040"/>
                </a:solidFill>
                <a:latin typeface="Microsoft YaHei"/>
              </a:rPr>
              <a:t>练习的目标不是只生成文件，而是能解释每个文件为什么可信。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9966960" cy="47548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Microsoft YaHei"/>
              </a:rPr>
              <a:t>本节课总结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9264"/>
            <a:ext cx="10744200" cy="228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310896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800" b="0">
                <a:solidFill>
                  <a:srgbClr val="DCE6F1"/>
                </a:solidFill>
                <a:latin typeface="Microsoft YaHei"/>
              </a:rPr>
              <a:t>Day15 模型量化与转换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37376"/>
            <a:ext cx="502920" cy="22860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800" b="0">
                <a:solidFill>
                  <a:srgbClr val="DCE6F1"/>
                </a:solidFill>
                <a:latin typeface="Microsoft YaHe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9692640" cy="10972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</a:rPr>
              <a:t>Day15 的核心是把训练模型变成可部署候选模型，并证明它仍然可靠。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124712" y="2953512"/>
            <a:ext cx="22860" cy="2651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788920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852927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9776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Keras 负责训练，TFLite 负责轻量模型格式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355848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419856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46704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int8 量化用 scale 和 zero_point 把真实值映射到整数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3922776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986784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13632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代表性数据集决定校准质量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489704"/>
            <a:ext cx="347472" cy="347472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553712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480560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转换后必须重新验证 accuracy、F1 和混淆矩阵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5056631"/>
            <a:ext cx="347472" cy="34747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120640"/>
            <a:ext cx="164592" cy="128016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47488"/>
            <a:ext cx="9006840" cy="32918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YaHei"/>
              </a:rPr>
              <a:t>通过验证后再进入 Day16 部署与推理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623560"/>
            <a:ext cx="73152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4983" y="5623560"/>
            <a:ext cx="10003536" cy="457200"/>
          </a:xfrm>
          <a:prstGeom prst="roundRect">
            <a:avLst>
              <a:gd name="adj" fmla="val 5000"/>
            </a:avLst>
          </a:prstGeom>
          <a:solidFill>
            <a:srgbClr val="374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5715000"/>
            <a:ext cx="9729215" cy="20116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100" b="1">
                <a:solidFill>
                  <a:srgbClr val="EBF2FA"/>
                </a:solidFill>
                <a:latin typeface="Microsoft YaHei"/>
              </a:rPr>
              <a:t>模型小只是结果之一，模型可解释、可验证、可交接才是工程交付。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1872</Words>
  <Application>WPS 演示</Application>
  <PresentationFormat>宽屏</PresentationFormat>
  <Paragraphs>216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微软雅黑 Light</vt:lpstr>
      <vt:lpstr>Calibri</vt:lpstr>
      <vt:lpstr>Open Sans</vt:lpstr>
      <vt:lpstr>Montserrat Bold</vt:lpstr>
      <vt:lpstr>Montserrat</vt:lpstr>
      <vt:lpstr>思源黑体 CN Medium</vt:lpstr>
      <vt:lpstr>字魂58号-创中黑</vt:lpstr>
      <vt:lpstr>Helvetica Neue Medium</vt:lpstr>
      <vt:lpstr>Poppins Light</vt:lpstr>
      <vt:lpstr>OPPOSans L</vt:lpstr>
      <vt:lpstr>system-ui</vt:lpstr>
      <vt:lpstr>Segoe Print</vt:lpstr>
      <vt:lpstr>Courier New</vt:lpstr>
      <vt:lpstr>等线</vt:lpstr>
      <vt:lpstr>Arial Unicode MS</vt:lpstr>
      <vt:lpstr>等线 Light</vt:lpstr>
      <vt:lpstr>Wingdings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个人年度任务项规划</dc:title>
  <dc:creator>马超/Chao Ma</dc:creator>
  <cp:lastModifiedBy>贺增甫</cp:lastModifiedBy>
  <cp:revision>481</cp:revision>
  <dcterms:created xsi:type="dcterms:W3CDTF">2024-02-28T02:14:00Z</dcterms:created>
  <dcterms:modified xsi:type="dcterms:W3CDTF">2026-05-24T07:09:37Z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EC3049ED443D4BA69F266D3E5D6CBF38_12</vt:lpwstr>
  </property>
  <property fmtid="{D5CDD505-2E9C-101B-9397-08002B2CF9AE}" pid="3" name="KSOProductBuildVer">
    <vt:lpwstr>2052-12.1.0.26375</vt:lpwstr>
  </property>
</Properties>
</file>