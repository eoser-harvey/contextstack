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9" r:id="rId3"/>
    <p:sldId id="260" r:id="rId4"/>
    <p:sldId id="287" r:id="rId5"/>
    <p:sldId id="288" r:id="rId6"/>
    <p:sldId id="289" r:id="rId7"/>
    <p:sldId id="290" r:id="rId8"/>
    <p:sldId id="291" r:id="rId9"/>
    <p:sldId id="285" r:id="rId10"/>
    <p:sldId id="279" r:id="rId11"/>
    <p:sldId id="292" r:id="rId12"/>
    <p:sldId id="298" r:id="rId13"/>
    <p:sldId id="293" r:id="rId14"/>
    <p:sldId id="294" r:id="rId15"/>
    <p:sldId id="295" r:id="rId16"/>
    <p:sldId id="296" r:id="rId17"/>
    <p:sldId id="297" r:id="rId18"/>
    <p:sldId id="25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7FA"/>
    <a:srgbClr val="FFFFFF"/>
    <a:srgbClr val="4472C4"/>
    <a:srgbClr val="0000FF"/>
    <a:srgbClr val="F5FCFC"/>
    <a:srgbClr val="37D0E2"/>
    <a:srgbClr val="36C7D7"/>
    <a:srgbClr val="18C3D6"/>
    <a:srgbClr val="22D3EF"/>
    <a:srgbClr val="2D3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56484E-BC65-4804-8E1E-DA3619B03AA1}" v="2" dt="2024-07-31T07:01:26.197"/>
  </p1510:revLst>
</p1510:revInfo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6" autoAdjust="0"/>
    <p:restoredTop sz="79567" autoAdjust="0"/>
  </p:normalViewPr>
  <p:slideViewPr>
    <p:cSldViewPr snapToGrid="0">
      <p:cViewPr varScale="1">
        <p:scale>
          <a:sx n="89" d="100"/>
          <a:sy n="89" d="100"/>
        </p:scale>
        <p:origin x="1458" y="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22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23A723-BB3E-4A35-85C9-5A8893163904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281C5769-0859-4D6B-8981-FD4FF69F4271}">
      <dgm:prSet phldrT="[文本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收集数据</a:t>
          </a:r>
          <a:endParaRPr lang="zh-CN" altLang="en-US" dirty="0"/>
        </a:p>
      </dgm:t>
    </dgm:pt>
    <dgm:pt modelId="{EDFAEFAF-0E87-418E-949E-E43724413542}" type="parTrans" cxnId="{E8FC867A-CD98-4C94-8D46-37D0C7103C65}">
      <dgm:prSet/>
      <dgm:spPr/>
      <dgm:t>
        <a:bodyPr/>
        <a:lstStyle/>
        <a:p>
          <a:endParaRPr lang="zh-CN" altLang="en-US"/>
        </a:p>
      </dgm:t>
    </dgm:pt>
    <dgm:pt modelId="{54AC1BA6-7A8F-40C9-85F0-243DDCCCAFA8}" type="sibTrans" cxnId="{E8FC867A-CD98-4C94-8D46-37D0C7103C65}">
      <dgm:prSet/>
      <dgm:spPr/>
      <dgm:t>
        <a:bodyPr/>
        <a:lstStyle/>
        <a:p>
          <a:endParaRPr lang="zh-CN" altLang="en-US"/>
        </a:p>
      </dgm:t>
    </dgm:pt>
    <dgm:pt modelId="{19B918AD-3988-4899-844D-95FAEF42A69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预处理数据</a:t>
          </a:r>
        </a:p>
      </dgm:t>
    </dgm:pt>
    <dgm:pt modelId="{BA343A2A-3E30-443C-82A7-CA7B66048D54}" type="parTrans" cxnId="{21396529-7A36-46B0-A974-A2D58DA1526F}">
      <dgm:prSet/>
      <dgm:spPr/>
      <dgm:t>
        <a:bodyPr/>
        <a:lstStyle/>
        <a:p>
          <a:endParaRPr lang="zh-CN" altLang="en-US"/>
        </a:p>
      </dgm:t>
    </dgm:pt>
    <dgm:pt modelId="{E7142230-B7C7-4DBA-B6B6-1DBE4CE45B9C}" type="sibTrans" cxnId="{21396529-7A36-46B0-A974-A2D58DA1526F}">
      <dgm:prSet/>
      <dgm:spPr/>
      <dgm:t>
        <a:bodyPr/>
        <a:lstStyle/>
        <a:p>
          <a:endParaRPr lang="zh-CN" altLang="en-US"/>
        </a:p>
      </dgm:t>
    </dgm:pt>
    <dgm:pt modelId="{57AFA958-B88D-4E22-AFBC-D058F8F75876}">
      <dgm:prSet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>
              <a:solidFill>
                <a:schemeClr val="tx1"/>
              </a:solidFill>
            </a:rPr>
            <a:t>设计模型</a:t>
          </a:r>
        </a:p>
      </dgm:t>
    </dgm:pt>
    <dgm:pt modelId="{C73C7181-9250-47B3-9EC3-D3BE36C6023C}" type="parTrans" cxnId="{FFE8802B-2FA8-415E-962C-B21B2DB953ED}">
      <dgm:prSet/>
      <dgm:spPr/>
      <dgm:t>
        <a:bodyPr/>
        <a:lstStyle/>
        <a:p>
          <a:endParaRPr lang="zh-CN" altLang="en-US"/>
        </a:p>
      </dgm:t>
    </dgm:pt>
    <dgm:pt modelId="{724E7341-6878-4F31-B0D3-66B09AF6CB5F}" type="sibTrans" cxnId="{FFE8802B-2FA8-415E-962C-B21B2DB953ED}">
      <dgm:prSet/>
      <dgm:spPr/>
      <dgm:t>
        <a:bodyPr/>
        <a:lstStyle/>
        <a:p>
          <a:endParaRPr lang="zh-CN" altLang="en-US"/>
        </a:p>
      </dgm:t>
    </dgm:pt>
    <dgm:pt modelId="{2D9CB08E-14CD-448F-8EEB-13DE1860C80C}">
      <dgm:prSet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>
              <a:solidFill>
                <a:schemeClr val="tx1"/>
              </a:solidFill>
            </a:rPr>
            <a:t>训练模型</a:t>
          </a:r>
        </a:p>
      </dgm:t>
    </dgm:pt>
    <dgm:pt modelId="{7B6C39C6-DA18-4AC7-A041-4E78553F76CD}" type="parTrans" cxnId="{179ADB46-8C13-4817-97AC-3BFF82BCA48D}">
      <dgm:prSet/>
      <dgm:spPr/>
      <dgm:t>
        <a:bodyPr/>
        <a:lstStyle/>
        <a:p>
          <a:endParaRPr lang="zh-CN" altLang="en-US"/>
        </a:p>
      </dgm:t>
    </dgm:pt>
    <dgm:pt modelId="{440CC1BA-729B-4FBE-BE33-0192095CCC80}" type="sibTrans" cxnId="{179ADB46-8C13-4817-97AC-3BFF82BCA48D}">
      <dgm:prSet/>
      <dgm:spPr/>
      <dgm:t>
        <a:bodyPr/>
        <a:lstStyle/>
        <a:p>
          <a:endParaRPr lang="zh-CN" altLang="en-US"/>
        </a:p>
      </dgm:t>
    </dgm:pt>
    <dgm:pt modelId="{69AC8898-490C-4E7B-B728-B12A3128A93F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评估优化</a:t>
          </a:r>
        </a:p>
      </dgm:t>
    </dgm:pt>
    <dgm:pt modelId="{8623A42F-20DE-40EC-B050-5FB9E62DE32F}" type="parTrans" cxnId="{A40CC2DD-68F4-4911-AE44-A34B0C210030}">
      <dgm:prSet/>
      <dgm:spPr/>
      <dgm:t>
        <a:bodyPr/>
        <a:lstStyle/>
        <a:p>
          <a:endParaRPr lang="zh-CN" altLang="en-US"/>
        </a:p>
      </dgm:t>
    </dgm:pt>
    <dgm:pt modelId="{C3281175-D7E6-4F78-AB4E-1C655A6A2917}" type="sibTrans" cxnId="{A40CC2DD-68F4-4911-AE44-A34B0C210030}">
      <dgm:prSet/>
      <dgm:spPr/>
      <dgm:t>
        <a:bodyPr/>
        <a:lstStyle/>
        <a:p>
          <a:endParaRPr lang="zh-CN" altLang="en-US"/>
        </a:p>
      </dgm:t>
    </dgm:pt>
    <dgm:pt modelId="{8213D5A1-E81B-4C5C-A2D4-17CD50E955BD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转换模型</a:t>
          </a:r>
        </a:p>
      </dgm:t>
    </dgm:pt>
    <dgm:pt modelId="{556DA0C8-AEC6-4082-999A-592DCB8297A0}" type="parTrans" cxnId="{3D846CC4-118C-4921-9D28-72E56502FF36}">
      <dgm:prSet/>
      <dgm:spPr/>
      <dgm:t>
        <a:bodyPr/>
        <a:lstStyle/>
        <a:p>
          <a:endParaRPr lang="zh-CN" altLang="en-US"/>
        </a:p>
      </dgm:t>
    </dgm:pt>
    <dgm:pt modelId="{7E800B53-2A40-4E09-90D9-4D21DFB1B51A}" type="sibTrans" cxnId="{3D846CC4-118C-4921-9D28-72E56502FF36}">
      <dgm:prSet/>
      <dgm:spPr/>
      <dgm:t>
        <a:bodyPr/>
        <a:lstStyle/>
        <a:p>
          <a:endParaRPr lang="zh-CN" altLang="en-US"/>
        </a:p>
      </dgm:t>
    </dgm:pt>
    <dgm:pt modelId="{A18CB35B-AD99-4829-A89A-D19124018683}">
      <dgm:prSet>
        <dgm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部署模型</a:t>
          </a:r>
        </a:p>
      </dgm:t>
    </dgm:pt>
    <dgm:pt modelId="{D746C2CE-3035-4232-BE4E-907CC5108FC0}" type="parTrans" cxnId="{42801DBB-2F5B-4D82-AC79-0A86320EEA54}">
      <dgm:prSet/>
      <dgm:spPr/>
      <dgm:t>
        <a:bodyPr/>
        <a:lstStyle/>
        <a:p>
          <a:endParaRPr lang="zh-CN" altLang="en-US"/>
        </a:p>
      </dgm:t>
    </dgm:pt>
    <dgm:pt modelId="{979E03C6-2D52-41D4-A79C-22CE48750E26}" type="sibTrans" cxnId="{42801DBB-2F5B-4D82-AC79-0A86320EEA54}">
      <dgm:prSet/>
      <dgm:spPr/>
      <dgm:t>
        <a:bodyPr/>
        <a:lstStyle/>
        <a:p>
          <a:endParaRPr lang="zh-CN" altLang="en-US"/>
        </a:p>
      </dgm:t>
    </dgm:pt>
    <dgm:pt modelId="{B2268E51-81E6-494B-8AE4-2DADE6A25D31}">
      <dgm:prSet>
        <dgm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进行推理</a:t>
          </a:r>
        </a:p>
      </dgm:t>
    </dgm:pt>
    <dgm:pt modelId="{B389E4C7-F851-46C9-861B-9690F5A7ED3F}" type="parTrans" cxnId="{B8694D98-E505-49E9-8B57-43EB2A11D386}">
      <dgm:prSet/>
      <dgm:spPr/>
      <dgm:t>
        <a:bodyPr/>
        <a:lstStyle/>
        <a:p>
          <a:endParaRPr lang="zh-CN" altLang="en-US"/>
        </a:p>
      </dgm:t>
    </dgm:pt>
    <dgm:pt modelId="{19C0F7F3-89D9-4BB2-8B5F-F4EDF6ECE65F}" type="sibTrans" cxnId="{B8694D98-E505-49E9-8B57-43EB2A11D386}">
      <dgm:prSet/>
      <dgm:spPr/>
      <dgm:t>
        <a:bodyPr/>
        <a:lstStyle/>
        <a:p>
          <a:endParaRPr lang="zh-CN" altLang="en-US"/>
        </a:p>
      </dgm:t>
    </dgm:pt>
    <dgm:pt modelId="{1F375CC4-5C6F-4A91-A495-0497B7830853}" type="pres">
      <dgm:prSet presAssocID="{F123A723-BB3E-4A35-85C9-5A8893163904}" presName="Name0" presStyleCnt="0">
        <dgm:presLayoutVars>
          <dgm:dir/>
          <dgm:animLvl val="lvl"/>
          <dgm:resizeHandles val="exact"/>
        </dgm:presLayoutVars>
      </dgm:prSet>
      <dgm:spPr/>
    </dgm:pt>
    <dgm:pt modelId="{60E4549D-CB12-4890-BE45-96223C7E3FA7}" type="pres">
      <dgm:prSet presAssocID="{281C5769-0859-4D6B-8981-FD4FF69F4271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BD6C6941-320E-4565-9297-62AA797695E1}" type="pres">
      <dgm:prSet presAssocID="{54AC1BA6-7A8F-40C9-85F0-243DDCCCAFA8}" presName="parTxOnlySpace" presStyleCnt="0"/>
      <dgm:spPr/>
    </dgm:pt>
    <dgm:pt modelId="{9BA7AFCB-836E-4B36-BD88-E024A056CA1C}" type="pres">
      <dgm:prSet presAssocID="{19B918AD-3988-4899-844D-95FAEF42A69F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DA939BE4-90A5-42BE-9D5B-B86FB3E0D360}" type="pres">
      <dgm:prSet presAssocID="{E7142230-B7C7-4DBA-B6B6-1DBE4CE45B9C}" presName="parTxOnlySpace" presStyleCnt="0"/>
      <dgm:spPr/>
    </dgm:pt>
    <dgm:pt modelId="{D971ECCB-AD41-458A-B33E-2BD67D757FFC}" type="pres">
      <dgm:prSet presAssocID="{57AFA958-B88D-4E22-AFBC-D058F8F75876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36824DF6-4AC1-41D4-9A59-43AFB3CEC848}" type="pres">
      <dgm:prSet presAssocID="{724E7341-6878-4F31-B0D3-66B09AF6CB5F}" presName="parTxOnlySpace" presStyleCnt="0"/>
      <dgm:spPr/>
    </dgm:pt>
    <dgm:pt modelId="{1DC807E7-41A3-4F01-9BBF-68D7411923D1}" type="pres">
      <dgm:prSet presAssocID="{2D9CB08E-14CD-448F-8EEB-13DE1860C80C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82C49ECA-0A42-4A12-A711-2338A24B60EB}" type="pres">
      <dgm:prSet presAssocID="{440CC1BA-729B-4FBE-BE33-0192095CCC80}" presName="parTxOnlySpace" presStyleCnt="0"/>
      <dgm:spPr/>
    </dgm:pt>
    <dgm:pt modelId="{79574AAF-432D-4E62-8EEA-3D0999E64A3E}" type="pres">
      <dgm:prSet presAssocID="{69AC8898-490C-4E7B-B728-B12A3128A93F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57F7387E-B5C0-43DE-BFF3-757B2C076D6C}" type="pres">
      <dgm:prSet presAssocID="{C3281175-D7E6-4F78-AB4E-1C655A6A2917}" presName="parTxOnlySpace" presStyleCnt="0"/>
      <dgm:spPr/>
    </dgm:pt>
    <dgm:pt modelId="{C38B9BA8-4920-45AA-98C1-9E5A7DEF636A}" type="pres">
      <dgm:prSet presAssocID="{8213D5A1-E81B-4C5C-A2D4-17CD50E955BD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88C7BAE1-AA49-4F96-AD84-3FAE795C13A7}" type="pres">
      <dgm:prSet presAssocID="{7E800B53-2A40-4E09-90D9-4D21DFB1B51A}" presName="parTxOnlySpace" presStyleCnt="0"/>
      <dgm:spPr/>
    </dgm:pt>
    <dgm:pt modelId="{5CB0968E-F14E-4FB4-9981-0581618A1B4E}" type="pres">
      <dgm:prSet presAssocID="{A18CB35B-AD99-4829-A89A-D1912401868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EF7FF306-58B1-4389-BDCE-042EE7D44108}" type="pres">
      <dgm:prSet presAssocID="{979E03C6-2D52-41D4-A79C-22CE48750E26}" presName="parTxOnlySpace" presStyleCnt="0"/>
      <dgm:spPr/>
    </dgm:pt>
    <dgm:pt modelId="{130B7DE8-2849-4523-8941-F60B6B27258F}" type="pres">
      <dgm:prSet presAssocID="{B2268E51-81E6-494B-8AE4-2DADE6A25D31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E000A18-A96A-401A-BC78-33CC9000388E}" type="presOf" srcId="{8213D5A1-E81B-4C5C-A2D4-17CD50E955BD}" destId="{C38B9BA8-4920-45AA-98C1-9E5A7DEF636A}" srcOrd="0" destOrd="0" presId="urn:microsoft.com/office/officeart/2005/8/layout/chevron1"/>
    <dgm:cxn modelId="{21396529-7A36-46B0-A974-A2D58DA1526F}" srcId="{F123A723-BB3E-4A35-85C9-5A8893163904}" destId="{19B918AD-3988-4899-844D-95FAEF42A69F}" srcOrd="1" destOrd="0" parTransId="{BA343A2A-3E30-443C-82A7-CA7B66048D54}" sibTransId="{E7142230-B7C7-4DBA-B6B6-1DBE4CE45B9C}"/>
    <dgm:cxn modelId="{FFE8802B-2FA8-415E-962C-B21B2DB953ED}" srcId="{F123A723-BB3E-4A35-85C9-5A8893163904}" destId="{57AFA958-B88D-4E22-AFBC-D058F8F75876}" srcOrd="2" destOrd="0" parTransId="{C73C7181-9250-47B3-9EC3-D3BE36C6023C}" sibTransId="{724E7341-6878-4F31-B0D3-66B09AF6CB5F}"/>
    <dgm:cxn modelId="{179ADB46-8C13-4817-97AC-3BFF82BCA48D}" srcId="{F123A723-BB3E-4A35-85C9-5A8893163904}" destId="{2D9CB08E-14CD-448F-8EEB-13DE1860C80C}" srcOrd="3" destOrd="0" parTransId="{7B6C39C6-DA18-4AC7-A041-4E78553F76CD}" sibTransId="{440CC1BA-729B-4FBE-BE33-0192095CCC80}"/>
    <dgm:cxn modelId="{E9A59A6A-17A4-4133-A840-F035AD9D9837}" type="presOf" srcId="{A18CB35B-AD99-4829-A89A-D19124018683}" destId="{5CB0968E-F14E-4FB4-9981-0581618A1B4E}" srcOrd="0" destOrd="0" presId="urn:microsoft.com/office/officeart/2005/8/layout/chevron1"/>
    <dgm:cxn modelId="{67DA236E-93FE-4E81-8194-E9F79778B454}" type="presOf" srcId="{B2268E51-81E6-494B-8AE4-2DADE6A25D31}" destId="{130B7DE8-2849-4523-8941-F60B6B27258F}" srcOrd="0" destOrd="0" presId="urn:microsoft.com/office/officeart/2005/8/layout/chevron1"/>
    <dgm:cxn modelId="{BE956E53-4A6B-4AD4-8E2F-866D6B1AE1D1}" type="presOf" srcId="{281C5769-0859-4D6B-8981-FD4FF69F4271}" destId="{60E4549D-CB12-4890-BE45-96223C7E3FA7}" srcOrd="0" destOrd="0" presId="urn:microsoft.com/office/officeart/2005/8/layout/chevron1"/>
    <dgm:cxn modelId="{E8FC867A-CD98-4C94-8D46-37D0C7103C65}" srcId="{F123A723-BB3E-4A35-85C9-5A8893163904}" destId="{281C5769-0859-4D6B-8981-FD4FF69F4271}" srcOrd="0" destOrd="0" parTransId="{EDFAEFAF-0E87-418E-949E-E43724413542}" sibTransId="{54AC1BA6-7A8F-40C9-85F0-243DDCCCAFA8}"/>
    <dgm:cxn modelId="{F350887D-7AE9-4BAB-8F96-501A8FC817DF}" type="presOf" srcId="{19B918AD-3988-4899-844D-95FAEF42A69F}" destId="{9BA7AFCB-836E-4B36-BD88-E024A056CA1C}" srcOrd="0" destOrd="0" presId="urn:microsoft.com/office/officeart/2005/8/layout/chevron1"/>
    <dgm:cxn modelId="{B1553688-0BF5-4446-979A-2D53711FA7E7}" type="presOf" srcId="{69AC8898-490C-4E7B-B728-B12A3128A93F}" destId="{79574AAF-432D-4E62-8EEA-3D0999E64A3E}" srcOrd="0" destOrd="0" presId="urn:microsoft.com/office/officeart/2005/8/layout/chevron1"/>
    <dgm:cxn modelId="{B8694D98-E505-49E9-8B57-43EB2A11D386}" srcId="{F123A723-BB3E-4A35-85C9-5A8893163904}" destId="{B2268E51-81E6-494B-8AE4-2DADE6A25D31}" srcOrd="7" destOrd="0" parTransId="{B389E4C7-F851-46C9-861B-9690F5A7ED3F}" sibTransId="{19C0F7F3-89D9-4BB2-8B5F-F4EDF6ECE65F}"/>
    <dgm:cxn modelId="{E7BF1FA0-C1C1-43EC-A6FC-7F797C5A2ED9}" type="presOf" srcId="{F123A723-BB3E-4A35-85C9-5A8893163904}" destId="{1F375CC4-5C6F-4A91-A495-0497B7830853}" srcOrd="0" destOrd="0" presId="urn:microsoft.com/office/officeart/2005/8/layout/chevron1"/>
    <dgm:cxn modelId="{42801DBB-2F5B-4D82-AC79-0A86320EEA54}" srcId="{F123A723-BB3E-4A35-85C9-5A8893163904}" destId="{A18CB35B-AD99-4829-A89A-D19124018683}" srcOrd="6" destOrd="0" parTransId="{D746C2CE-3035-4232-BE4E-907CC5108FC0}" sibTransId="{979E03C6-2D52-41D4-A79C-22CE48750E26}"/>
    <dgm:cxn modelId="{3D846CC4-118C-4921-9D28-72E56502FF36}" srcId="{F123A723-BB3E-4A35-85C9-5A8893163904}" destId="{8213D5A1-E81B-4C5C-A2D4-17CD50E955BD}" srcOrd="5" destOrd="0" parTransId="{556DA0C8-AEC6-4082-999A-592DCB8297A0}" sibTransId="{7E800B53-2A40-4E09-90D9-4D21DFB1B51A}"/>
    <dgm:cxn modelId="{4C4849C5-2235-4204-B283-DBCEF0596BDF}" type="presOf" srcId="{57AFA958-B88D-4E22-AFBC-D058F8F75876}" destId="{D971ECCB-AD41-458A-B33E-2BD67D757FFC}" srcOrd="0" destOrd="0" presId="urn:microsoft.com/office/officeart/2005/8/layout/chevron1"/>
    <dgm:cxn modelId="{CCBD25C9-BAC6-40CE-9793-353B27328D2F}" type="presOf" srcId="{2D9CB08E-14CD-448F-8EEB-13DE1860C80C}" destId="{1DC807E7-41A3-4F01-9BBF-68D7411923D1}" srcOrd="0" destOrd="0" presId="urn:microsoft.com/office/officeart/2005/8/layout/chevron1"/>
    <dgm:cxn modelId="{A40CC2DD-68F4-4911-AE44-A34B0C210030}" srcId="{F123A723-BB3E-4A35-85C9-5A8893163904}" destId="{69AC8898-490C-4E7B-B728-B12A3128A93F}" srcOrd="4" destOrd="0" parTransId="{8623A42F-20DE-40EC-B050-5FB9E62DE32F}" sibTransId="{C3281175-D7E6-4F78-AB4E-1C655A6A2917}"/>
    <dgm:cxn modelId="{9B88351F-A810-4A39-8E1C-255F05B74BF4}" type="presParOf" srcId="{1F375CC4-5C6F-4A91-A495-0497B7830853}" destId="{60E4549D-CB12-4890-BE45-96223C7E3FA7}" srcOrd="0" destOrd="0" presId="urn:microsoft.com/office/officeart/2005/8/layout/chevron1"/>
    <dgm:cxn modelId="{E2C32DFE-DD8E-4ABF-BD75-5D0DB311992C}" type="presParOf" srcId="{1F375CC4-5C6F-4A91-A495-0497B7830853}" destId="{BD6C6941-320E-4565-9297-62AA797695E1}" srcOrd="1" destOrd="0" presId="urn:microsoft.com/office/officeart/2005/8/layout/chevron1"/>
    <dgm:cxn modelId="{57EA0D63-171A-4702-AFBB-6ADB840B21BA}" type="presParOf" srcId="{1F375CC4-5C6F-4A91-A495-0497B7830853}" destId="{9BA7AFCB-836E-4B36-BD88-E024A056CA1C}" srcOrd="2" destOrd="0" presId="urn:microsoft.com/office/officeart/2005/8/layout/chevron1"/>
    <dgm:cxn modelId="{A6DD4475-371C-4E19-A9B4-7183948AAB31}" type="presParOf" srcId="{1F375CC4-5C6F-4A91-A495-0497B7830853}" destId="{DA939BE4-90A5-42BE-9D5B-B86FB3E0D360}" srcOrd="3" destOrd="0" presId="urn:microsoft.com/office/officeart/2005/8/layout/chevron1"/>
    <dgm:cxn modelId="{685866B6-66EF-45CF-9432-8526AAE1F61C}" type="presParOf" srcId="{1F375CC4-5C6F-4A91-A495-0497B7830853}" destId="{D971ECCB-AD41-458A-B33E-2BD67D757FFC}" srcOrd="4" destOrd="0" presId="urn:microsoft.com/office/officeart/2005/8/layout/chevron1"/>
    <dgm:cxn modelId="{73E20758-3198-4449-A906-731002B18E78}" type="presParOf" srcId="{1F375CC4-5C6F-4A91-A495-0497B7830853}" destId="{36824DF6-4AC1-41D4-9A59-43AFB3CEC848}" srcOrd="5" destOrd="0" presId="urn:microsoft.com/office/officeart/2005/8/layout/chevron1"/>
    <dgm:cxn modelId="{5D467F60-1088-4C22-8B95-AFAAF49A2F13}" type="presParOf" srcId="{1F375CC4-5C6F-4A91-A495-0497B7830853}" destId="{1DC807E7-41A3-4F01-9BBF-68D7411923D1}" srcOrd="6" destOrd="0" presId="urn:microsoft.com/office/officeart/2005/8/layout/chevron1"/>
    <dgm:cxn modelId="{6A57C4DC-589A-4CA4-96CC-28361906F496}" type="presParOf" srcId="{1F375CC4-5C6F-4A91-A495-0497B7830853}" destId="{82C49ECA-0A42-4A12-A711-2338A24B60EB}" srcOrd="7" destOrd="0" presId="urn:microsoft.com/office/officeart/2005/8/layout/chevron1"/>
    <dgm:cxn modelId="{D5639542-C11D-4F1A-8FCC-1F325F06583B}" type="presParOf" srcId="{1F375CC4-5C6F-4A91-A495-0497B7830853}" destId="{79574AAF-432D-4E62-8EEA-3D0999E64A3E}" srcOrd="8" destOrd="0" presId="urn:microsoft.com/office/officeart/2005/8/layout/chevron1"/>
    <dgm:cxn modelId="{1E294C49-D9E6-40BC-96EF-2B48DFB7BA27}" type="presParOf" srcId="{1F375CC4-5C6F-4A91-A495-0497B7830853}" destId="{57F7387E-B5C0-43DE-BFF3-757B2C076D6C}" srcOrd="9" destOrd="0" presId="urn:microsoft.com/office/officeart/2005/8/layout/chevron1"/>
    <dgm:cxn modelId="{139B2570-C215-45FA-839F-4B5A4E0489D5}" type="presParOf" srcId="{1F375CC4-5C6F-4A91-A495-0497B7830853}" destId="{C38B9BA8-4920-45AA-98C1-9E5A7DEF636A}" srcOrd="10" destOrd="0" presId="urn:microsoft.com/office/officeart/2005/8/layout/chevron1"/>
    <dgm:cxn modelId="{A9412916-E690-4B96-B628-2E533E6F8010}" type="presParOf" srcId="{1F375CC4-5C6F-4A91-A495-0497B7830853}" destId="{88C7BAE1-AA49-4F96-AD84-3FAE795C13A7}" srcOrd="11" destOrd="0" presId="urn:microsoft.com/office/officeart/2005/8/layout/chevron1"/>
    <dgm:cxn modelId="{9CAB34C7-B470-4456-83B8-D450AC396A19}" type="presParOf" srcId="{1F375CC4-5C6F-4A91-A495-0497B7830853}" destId="{5CB0968E-F14E-4FB4-9981-0581618A1B4E}" srcOrd="12" destOrd="0" presId="urn:microsoft.com/office/officeart/2005/8/layout/chevron1"/>
    <dgm:cxn modelId="{BDE8E644-FAE0-492D-B004-0C3D63447151}" type="presParOf" srcId="{1F375CC4-5C6F-4A91-A495-0497B7830853}" destId="{EF7FF306-58B1-4389-BDCE-042EE7D44108}" srcOrd="13" destOrd="0" presId="urn:microsoft.com/office/officeart/2005/8/layout/chevron1"/>
    <dgm:cxn modelId="{5FF619F8-830D-43A0-AA1F-AEB8EA2C39F1}" type="presParOf" srcId="{1F375CC4-5C6F-4A91-A495-0497B7830853}" destId="{130B7DE8-2849-4523-8941-F60B6B27258F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E4549D-CB12-4890-BE45-96223C7E3FA7}">
      <dsp:nvSpPr>
        <dsp:cNvPr id="0" name=""/>
        <dsp:cNvSpPr/>
      </dsp:nvSpPr>
      <dsp:spPr>
        <a:xfrm>
          <a:off x="974" y="455948"/>
          <a:ext cx="1562006" cy="62480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1800" b="0" i="0" kern="1200" dirty="0"/>
            <a:t>收集数据</a:t>
          </a:r>
          <a:endParaRPr lang="zh-CN" altLang="en-US" sz="1800" kern="1200" dirty="0"/>
        </a:p>
      </dsp:txBody>
      <dsp:txXfrm>
        <a:off x="313375" y="455948"/>
        <a:ext cx="937204" cy="624802"/>
      </dsp:txXfrm>
    </dsp:sp>
    <dsp:sp modelId="{9BA7AFCB-836E-4B36-BD88-E024A056CA1C}">
      <dsp:nvSpPr>
        <dsp:cNvPr id="0" name=""/>
        <dsp:cNvSpPr/>
      </dsp:nvSpPr>
      <dsp:spPr>
        <a:xfrm>
          <a:off x="1406780" y="455948"/>
          <a:ext cx="1562006" cy="62480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1800" b="0" i="0" kern="1200" dirty="0"/>
            <a:t>预处理数据</a:t>
          </a:r>
        </a:p>
      </dsp:txBody>
      <dsp:txXfrm>
        <a:off x="1719181" y="455948"/>
        <a:ext cx="937204" cy="624802"/>
      </dsp:txXfrm>
    </dsp:sp>
    <dsp:sp modelId="{D971ECCB-AD41-458A-B33E-2BD67D757FFC}">
      <dsp:nvSpPr>
        <dsp:cNvPr id="0" name=""/>
        <dsp:cNvSpPr/>
      </dsp:nvSpPr>
      <dsp:spPr>
        <a:xfrm>
          <a:off x="2812587" y="455948"/>
          <a:ext cx="1562006" cy="624802"/>
        </a:xfrm>
        <a:prstGeom prst="chevron">
          <a:avLst/>
        </a:prstGeom>
        <a:solidFill>
          <a:schemeClr val="accent4"/>
        </a:solidFill>
        <a:ln w="1270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1800" b="0" i="0" kern="1200" dirty="0">
              <a:solidFill>
                <a:schemeClr val="tx1"/>
              </a:solidFill>
            </a:rPr>
            <a:t>设计模型</a:t>
          </a:r>
        </a:p>
      </dsp:txBody>
      <dsp:txXfrm>
        <a:off x="3124988" y="455948"/>
        <a:ext cx="937204" cy="624802"/>
      </dsp:txXfrm>
    </dsp:sp>
    <dsp:sp modelId="{1DC807E7-41A3-4F01-9BBF-68D7411923D1}">
      <dsp:nvSpPr>
        <dsp:cNvPr id="0" name=""/>
        <dsp:cNvSpPr/>
      </dsp:nvSpPr>
      <dsp:spPr>
        <a:xfrm>
          <a:off x="4218393" y="455948"/>
          <a:ext cx="1562006" cy="624802"/>
        </a:xfrm>
        <a:prstGeom prst="chevron">
          <a:avLst/>
        </a:prstGeom>
        <a:solidFill>
          <a:schemeClr val="accent4"/>
        </a:solidFill>
        <a:ln w="1270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1800" b="0" i="0" kern="1200" dirty="0">
              <a:solidFill>
                <a:schemeClr val="tx1"/>
              </a:solidFill>
            </a:rPr>
            <a:t>训练模型</a:t>
          </a:r>
        </a:p>
      </dsp:txBody>
      <dsp:txXfrm>
        <a:off x="4530794" y="455948"/>
        <a:ext cx="937204" cy="624802"/>
      </dsp:txXfrm>
    </dsp:sp>
    <dsp:sp modelId="{79574AAF-432D-4E62-8EEA-3D0999E64A3E}">
      <dsp:nvSpPr>
        <dsp:cNvPr id="0" name=""/>
        <dsp:cNvSpPr/>
      </dsp:nvSpPr>
      <dsp:spPr>
        <a:xfrm>
          <a:off x="5624199" y="455948"/>
          <a:ext cx="1562006" cy="624802"/>
        </a:xfrm>
        <a:prstGeom prst="chevron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1800" b="0" i="0" kern="1200" dirty="0"/>
            <a:t>评估优化</a:t>
          </a:r>
        </a:p>
      </dsp:txBody>
      <dsp:txXfrm>
        <a:off x="5936600" y="455948"/>
        <a:ext cx="937204" cy="624802"/>
      </dsp:txXfrm>
    </dsp:sp>
    <dsp:sp modelId="{C38B9BA8-4920-45AA-98C1-9E5A7DEF636A}">
      <dsp:nvSpPr>
        <dsp:cNvPr id="0" name=""/>
        <dsp:cNvSpPr/>
      </dsp:nvSpPr>
      <dsp:spPr>
        <a:xfrm>
          <a:off x="7030005" y="455948"/>
          <a:ext cx="1562006" cy="624802"/>
        </a:xfrm>
        <a:prstGeom prst="chevron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1800" b="0" i="0" kern="1200" dirty="0"/>
            <a:t>转换模型</a:t>
          </a:r>
        </a:p>
      </dsp:txBody>
      <dsp:txXfrm>
        <a:off x="7342406" y="455948"/>
        <a:ext cx="937204" cy="624802"/>
      </dsp:txXfrm>
    </dsp:sp>
    <dsp:sp modelId="{5CB0968E-F14E-4FB4-9981-0581618A1B4E}">
      <dsp:nvSpPr>
        <dsp:cNvPr id="0" name=""/>
        <dsp:cNvSpPr/>
      </dsp:nvSpPr>
      <dsp:spPr>
        <a:xfrm>
          <a:off x="8435812" y="455948"/>
          <a:ext cx="1562006" cy="624802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shade val="15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1800" b="0" i="0" kern="1200" dirty="0"/>
            <a:t>部署模型</a:t>
          </a:r>
        </a:p>
      </dsp:txBody>
      <dsp:txXfrm>
        <a:off x="8748213" y="455948"/>
        <a:ext cx="937204" cy="624802"/>
      </dsp:txXfrm>
    </dsp:sp>
    <dsp:sp modelId="{130B7DE8-2849-4523-8941-F60B6B27258F}">
      <dsp:nvSpPr>
        <dsp:cNvPr id="0" name=""/>
        <dsp:cNvSpPr/>
      </dsp:nvSpPr>
      <dsp:spPr>
        <a:xfrm>
          <a:off x="9841618" y="455948"/>
          <a:ext cx="1562006" cy="624802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shade val="15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1800" b="0" i="0" kern="1200" dirty="0"/>
            <a:t>进行推理</a:t>
          </a:r>
        </a:p>
      </dsp:txBody>
      <dsp:txXfrm>
        <a:off x="10154019" y="455948"/>
        <a:ext cx="937204" cy="624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D46677F-8126-C642-9846-7810E4A24B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16E0F9-7237-CFEF-FAA4-BA617026FA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D4B29-400F-4285-9793-B47B16C71FF9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6481FD-C00F-A291-CDB2-2E1F667016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B12B23-28D2-5A15-42C6-D107B3F421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ACCE3-0533-47BF-BD7F-1911409AB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59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AFF34-85D7-4EB3-877C-EC34D622615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021AA-CC5A-4C02-BCCC-FFFB3AB36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73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339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370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这门课不是“只会跑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，而是希望你带着工程视角，把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当成一个嵌入式软件库来理解。 所以我们会：先把机器学习的概念翻译成单片机工程师听得懂的语言，再看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是怎么在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上实现这些概念， 可以把整门课理解为“给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工程师准备的一份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系统设计评审资料”。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001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C7099-341A-656F-BBC6-3DFA039D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6406CE-8556-1DFF-F6D9-6107704F5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89C99F-564B-1991-3664-EF126101C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对没有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基础的工程师来说，先把模型当成一个“别人帮你写好的复杂函数”就够了。 训练阶段就是“反复修改函数内部系数，让它在样本数据上尽可能准确”的过程； 而我们在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上只做推理，就是调用这个函数：给它输入，拿到输出。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C681A-0802-CB82-D9DF-11A13047B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021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DE1C8-2E44-2F8D-E1F0-0CC08B25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FC7C36-69DD-063E-1F05-A075C9956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CBFAA2-E9F4-D581-843D-8DFF294A6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在后面的例子中，语音唤醒、手势识别、预测性维护，这些都是分类任务： 输出是“属于哪一类”的概率。 理解这一点，有助于你看懂输出张量的含义：它往往是一个长度为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的数组，每个元素表示对应类别的得分或概率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48A16-EA43-A3EC-44C4-2E8FC57D5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069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E03A9-5D73-EC63-0AB9-541A72F69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42571A-3CBC-B52F-6161-8AD666FCF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30CE89-76A1-828A-F571-87B564ADA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张量就是“带维度的数组”，本质上和二维图像、三维数组没有本质区别。 差别是框架帮我们统一管理这些数组，并附带维度信息和量化信息，方便算子实现统一处理。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所以说，张量的作用主要就是承载和描述数据，是神经网络里数据在各个算子之间流动的‘容器’。把它当成数据是没问题的，只是它是‘带说明书的数据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0635A-87D1-C972-67B3-791A5466F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64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61997-15AF-6BD1-2BDA-31463E59C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7B2983-4FB9-F61B-43BD-E9EC31A68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91D175-F9BF-C2A8-EDF2-9F3F286F5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张量就是“带维度的数组”，本质上和二维图像、三维数组没有本质区别。 差别是框架帮我们统一管理这些数组，并附带维度信息和量化信息，方便算子实现统一处理。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2F6C6-0A0C-D008-CEA1-98A2A0E09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82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E505-C623-1962-4994-8B7A9E152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1B43AD-6272-E8FE-59E5-8970ED836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317FFA-DA9F-58AE-7E5E-DBF665C4C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计算图（</a:t>
            </a:r>
            <a:r>
              <a:rPr lang="en-US" altLang="zh-CN" b="1" dirty="0"/>
              <a:t>Graph</a:t>
            </a:r>
            <a:r>
              <a:rPr lang="zh-CN" altLang="en-US" b="1" dirty="0"/>
              <a:t>）可以理解成“这个模型要做哪些步骤、每一步的输入输出是什么、按什么顺序执行”的工作流程图。</a:t>
            </a:r>
            <a:endParaRPr lang="zh-CN" altLang="en-US" dirty="0"/>
          </a:p>
          <a:p>
            <a:r>
              <a:rPr lang="zh-CN" altLang="en-US" dirty="0"/>
              <a:t>每一个“步骤”就是一个算子调用（</a:t>
            </a:r>
            <a:r>
              <a:rPr lang="en-US" altLang="zh-CN" dirty="0"/>
              <a:t>Conv</a:t>
            </a:r>
            <a:r>
              <a:rPr lang="zh-CN" altLang="en-US" dirty="0"/>
              <a:t>、</a:t>
            </a:r>
            <a:r>
              <a:rPr lang="en-US" altLang="zh-CN" dirty="0"/>
              <a:t>Add</a:t>
            </a:r>
            <a:r>
              <a:rPr lang="zh-CN" altLang="en-US" dirty="0"/>
              <a:t>、</a:t>
            </a:r>
            <a:r>
              <a:rPr lang="en-US" altLang="zh-CN" dirty="0" err="1"/>
              <a:t>Relu</a:t>
            </a:r>
            <a:r>
              <a:rPr lang="zh-CN" altLang="en-US" dirty="0"/>
              <a:t>、</a:t>
            </a:r>
            <a:r>
              <a:rPr lang="en-US" altLang="zh-CN" dirty="0"/>
              <a:t>FullyConnected…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步骤之间的数据传递用“线”连起来（线上的东西就是张量）</a:t>
            </a:r>
          </a:p>
          <a:p>
            <a:r>
              <a:rPr lang="zh-CN" altLang="en-US" dirty="0"/>
              <a:t>整体就是一张“从输入 → 中间步骤 → 输出”的流程图</a:t>
            </a:r>
          </a:p>
          <a:p>
            <a:r>
              <a:rPr lang="zh-CN" altLang="en-US" dirty="0"/>
              <a:t>这对 </a:t>
            </a:r>
            <a:r>
              <a:rPr lang="en-US" altLang="zh-CN" dirty="0"/>
              <a:t>MCU </a:t>
            </a:r>
            <a:r>
              <a:rPr lang="zh-CN" altLang="en-US" dirty="0"/>
              <a:t>工程师来说，是非常好理解的第一印象。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并不知道“这是第几层网络”，它只知道“按拓扑顺序依次执行这些节点”， 每个节点从对应的张量里读数据，写结果到另一些张量。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FA3C90-5AF8-DB7C-4C39-C63D43B9F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136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08EBA-4DBC-145E-6F21-ED217570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78B4A3-BBDE-F036-E10D-A913BC0B4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D5AF8F-0E01-F06C-0E20-B845FD895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86BEBD-A904-AA96-523A-480E11F87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13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CAA01-21FC-54EA-4E06-944805CFB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3B927-F445-2E79-78F4-DDD7789E8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EC614A-6563-EF58-8740-7D1D63F7C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ADE9C5-398A-AD90-237A-59D17A07C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59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3C89C-9027-16E7-88F6-BCFD017B0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0D7DB2-1A59-F89B-A185-DD6B6D3D5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EF6770-660E-F013-8BE0-1A79AB5E6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可以用一句话总结：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TFLite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在“模型格式”和“算子定义”上是一致的， 但在“运行时实现”和“支持的算子数量”上差别很大。 这也是为什么很多教程都会强调：选择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TinyML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模型时要确保使用的是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支持的算子集合。</a:t>
            </a: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606DA8-ACA4-E454-26E9-6C53FDED6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38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4496-DCB1-FBBE-95F2-46E406B5E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3D6AAB-59BC-7768-42E1-F1E326D69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08A2D0-E28C-6091-21B6-CC363DD6C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这两条路都可以，我们现在先用自动生成“看到模型在板子上动起来”， 再用手工集成方式深入理解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的真实架构与源文件。 后面的课程里把它们安排成两个实验。</a:t>
            </a: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FCF3DB-0451-F2FD-74BA-0DDB8A88B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15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A20A-448D-EFF5-4AE1-EB76C0A27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FBA6ED-2FE7-2D83-86B9-E76E25BEC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6A1C37-7393-2720-DAF8-33EB28A7B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428EB8-05C2-6FBD-2DBF-2A9C82884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1229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E715-B50A-E160-1FE7-4C8874BBD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93F289-3796-A510-9C42-0B6521917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A15BC5-B8DD-2BAC-16AB-ABB2D30D3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AB17BD-AF70-C891-4604-FAAB2C68B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916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F0DF-F906-1B6A-D6EA-D31C4712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8B3491-BCCE-E815-FC76-6A53A3869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82CDC6-4DE3-3954-842B-41C0BD498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E1EDA-CAB4-7B24-61DA-E7D2BF95F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631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C82C-388C-7236-84CD-B4F8A61A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B114B2-1E5B-BD9F-204F-505A31DC4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27C410-93D1-9F12-545C-89BAE0A67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5A0510-D51A-6827-E346-719C434A7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542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6ADD8-3780-8CB1-CA25-DF317519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569E62-0E7B-B19E-06B1-FC9739A7F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B2214A-F0DA-F5A9-AF91-28ACEE308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C2F301-EFDC-28D6-5DF7-DE6616099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564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黑暗里有星球&#10;&#10;AI 生成的内容可能不正确。">
            <a:extLst>
              <a:ext uri="{FF2B5EF4-FFF2-40B4-BE49-F238E27FC236}">
                <a16:creationId xmlns:a16="http://schemas.microsoft.com/office/drawing/2014/main" id="{92C8D844-4AC2-CBAF-BFFA-6768B0DCE6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FA2885A8-A604-3B34-9ADC-52F4210D4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2793" y="2537392"/>
            <a:ext cx="6751207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400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一级标题</a:t>
            </a:r>
            <a:endParaRPr lang="en-US" altLang="zh-CN" dirty="0"/>
          </a:p>
        </p:txBody>
      </p:sp>
      <p:sp>
        <p:nvSpPr>
          <p:cNvPr id="30" name="文本占位符 27">
            <a:extLst>
              <a:ext uri="{FF2B5EF4-FFF2-40B4-BE49-F238E27FC236}">
                <a16:creationId xmlns:a16="http://schemas.microsoft.com/office/drawing/2014/main" id="{731B5693-8683-BAA6-E7D0-A4712A20D3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32793" y="3296705"/>
            <a:ext cx="6751207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0B2250-DE19-1BE2-9334-8C19F8CBE03C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</a:p>
        </p:txBody>
      </p:sp>
    </p:spTree>
    <p:extLst>
      <p:ext uri="{BB962C8B-B14F-4D97-AF65-F5344CB8AC3E}">
        <p14:creationId xmlns:p14="http://schemas.microsoft.com/office/powerpoint/2010/main" val="1477764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占位符 56">
            <a:extLst>
              <a:ext uri="{FF2B5EF4-FFF2-40B4-BE49-F238E27FC236}">
                <a16:creationId xmlns:a16="http://schemas.microsoft.com/office/drawing/2014/main" id="{418C7A82-1287-325E-523D-A79CAE1E6F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8" name="文本占位符 56">
            <a:extLst>
              <a:ext uri="{FF2B5EF4-FFF2-40B4-BE49-F238E27FC236}">
                <a16:creationId xmlns:a16="http://schemas.microsoft.com/office/drawing/2014/main" id="{22E21F16-D389-A649-6911-F1C1E231C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1" name="文本占位符 56">
            <a:extLst>
              <a:ext uri="{FF2B5EF4-FFF2-40B4-BE49-F238E27FC236}">
                <a16:creationId xmlns:a16="http://schemas.microsoft.com/office/drawing/2014/main" id="{BB31AD73-21D8-321C-D787-820489C21A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934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2" name="文本占位符 56">
            <a:extLst>
              <a:ext uri="{FF2B5EF4-FFF2-40B4-BE49-F238E27FC236}">
                <a16:creationId xmlns:a16="http://schemas.microsoft.com/office/drawing/2014/main" id="{74578DAE-9F61-30C6-5393-BE04BB5B4C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934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7" name="文本占位符 56">
            <a:extLst>
              <a:ext uri="{FF2B5EF4-FFF2-40B4-BE49-F238E27FC236}">
                <a16:creationId xmlns:a16="http://schemas.microsoft.com/office/drawing/2014/main" id="{C18012C4-6F8A-EFEF-E92A-AEC5E0D18B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8" name="文本占位符 56">
            <a:extLst>
              <a:ext uri="{FF2B5EF4-FFF2-40B4-BE49-F238E27FC236}">
                <a16:creationId xmlns:a16="http://schemas.microsoft.com/office/drawing/2014/main" id="{9976CA65-63CF-FB19-E9D4-96F9631DA9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9" name="文本占位符 56">
            <a:extLst>
              <a:ext uri="{FF2B5EF4-FFF2-40B4-BE49-F238E27FC236}">
                <a16:creationId xmlns:a16="http://schemas.microsoft.com/office/drawing/2014/main" id="{E2609839-E05B-542E-7B57-DE1486C63D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934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70" name="文本占位符 56">
            <a:extLst>
              <a:ext uri="{FF2B5EF4-FFF2-40B4-BE49-F238E27FC236}">
                <a16:creationId xmlns:a16="http://schemas.microsoft.com/office/drawing/2014/main" id="{E671E1A2-914E-1B0B-E2DE-970946AE3D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934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1" name="文本占位符 56">
            <a:extLst>
              <a:ext uri="{FF2B5EF4-FFF2-40B4-BE49-F238E27FC236}">
                <a16:creationId xmlns:a16="http://schemas.microsoft.com/office/drawing/2014/main" id="{3F47692A-CA20-1D20-D657-AA12DDB2EF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72" name="文本占位符 56">
            <a:extLst>
              <a:ext uri="{FF2B5EF4-FFF2-40B4-BE49-F238E27FC236}">
                <a16:creationId xmlns:a16="http://schemas.microsoft.com/office/drawing/2014/main" id="{931B4CE5-7CD4-3023-4541-0A9B38C508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3" name="文本占位符 56">
            <a:extLst>
              <a:ext uri="{FF2B5EF4-FFF2-40B4-BE49-F238E27FC236}">
                <a16:creationId xmlns:a16="http://schemas.microsoft.com/office/drawing/2014/main" id="{D4502D20-CC03-0C71-3449-DFA6CE7299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934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74" name="文本占位符 56">
            <a:extLst>
              <a:ext uri="{FF2B5EF4-FFF2-40B4-BE49-F238E27FC236}">
                <a16:creationId xmlns:a16="http://schemas.microsoft.com/office/drawing/2014/main" id="{53D5A590-9ABC-FE87-C340-C57662DEE6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34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5" name="文本占位符 56">
            <a:extLst>
              <a:ext uri="{FF2B5EF4-FFF2-40B4-BE49-F238E27FC236}">
                <a16:creationId xmlns:a16="http://schemas.microsoft.com/office/drawing/2014/main" id="{876881B4-DEEC-1976-469A-FA8CF51664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76" name="文本占位符 56">
            <a:extLst>
              <a:ext uri="{FF2B5EF4-FFF2-40B4-BE49-F238E27FC236}">
                <a16:creationId xmlns:a16="http://schemas.microsoft.com/office/drawing/2014/main" id="{762FE04E-B281-10A8-C009-2809BBAC27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7" name="文本占位符 56">
            <a:extLst>
              <a:ext uri="{FF2B5EF4-FFF2-40B4-BE49-F238E27FC236}">
                <a16:creationId xmlns:a16="http://schemas.microsoft.com/office/drawing/2014/main" id="{555AA425-F398-629B-0881-2834E8AAFA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34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78" name="文本占位符 56">
            <a:extLst>
              <a:ext uri="{FF2B5EF4-FFF2-40B4-BE49-F238E27FC236}">
                <a16:creationId xmlns:a16="http://schemas.microsoft.com/office/drawing/2014/main" id="{2053F733-2F8C-6FAD-3D4D-3BF48EFA787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934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83" name="文本占位符 81">
            <a:extLst>
              <a:ext uri="{FF2B5EF4-FFF2-40B4-BE49-F238E27FC236}">
                <a16:creationId xmlns:a16="http://schemas.microsoft.com/office/drawing/2014/main" id="{F5C41BC8-4F2F-1D58-11F0-1F11923D4D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C041C8A9-A539-C3E7-C486-374B28F3DD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724BD1-2C88-3B8F-B5A8-C28B1C757245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</a:p>
        </p:txBody>
      </p:sp>
    </p:spTree>
    <p:extLst>
      <p:ext uri="{BB962C8B-B14F-4D97-AF65-F5344CB8AC3E}">
        <p14:creationId xmlns:p14="http://schemas.microsoft.com/office/powerpoint/2010/main" val="305399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>
            <a:extLst>
              <a:ext uri="{FF2B5EF4-FFF2-40B4-BE49-F238E27FC236}">
                <a16:creationId xmlns:a16="http://schemas.microsoft.com/office/drawing/2014/main" id="{45FA6C14-0F20-73C2-3D58-16DA507A7E1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1" name="文本占位符 81">
            <a:extLst>
              <a:ext uri="{FF2B5EF4-FFF2-40B4-BE49-F238E27FC236}">
                <a16:creationId xmlns:a16="http://schemas.microsoft.com/office/drawing/2014/main" id="{FD519E86-31C0-D4BC-8E29-E93490429C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56">
            <a:extLst>
              <a:ext uri="{FF2B5EF4-FFF2-40B4-BE49-F238E27FC236}">
                <a16:creationId xmlns:a16="http://schemas.microsoft.com/office/drawing/2014/main" id="{E127E3BA-7478-D840-86BA-1F3E734923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3" name="文本占位符 56">
            <a:extLst>
              <a:ext uri="{FF2B5EF4-FFF2-40B4-BE49-F238E27FC236}">
                <a16:creationId xmlns:a16="http://schemas.microsoft.com/office/drawing/2014/main" id="{4B1A13C5-E154-0AB3-F771-360467ED87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5" name="文本占位符 56">
            <a:extLst>
              <a:ext uri="{FF2B5EF4-FFF2-40B4-BE49-F238E27FC236}">
                <a16:creationId xmlns:a16="http://schemas.microsoft.com/office/drawing/2014/main" id="{7E9F82A3-6D68-DCCB-7D9A-3EAB75FA2B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7" name="文本占位符 56">
            <a:extLst>
              <a:ext uri="{FF2B5EF4-FFF2-40B4-BE49-F238E27FC236}">
                <a16:creationId xmlns:a16="http://schemas.microsoft.com/office/drawing/2014/main" id="{ECFDDF74-2F3C-8AE4-1558-9AC0822D56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9" name="文本占位符 56">
            <a:extLst>
              <a:ext uri="{FF2B5EF4-FFF2-40B4-BE49-F238E27FC236}">
                <a16:creationId xmlns:a16="http://schemas.microsoft.com/office/drawing/2014/main" id="{30002A99-902E-453D-DC7A-9ABA3AD297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1" name="文本占位符 56">
            <a:extLst>
              <a:ext uri="{FF2B5EF4-FFF2-40B4-BE49-F238E27FC236}">
                <a16:creationId xmlns:a16="http://schemas.microsoft.com/office/drawing/2014/main" id="{4CFC1C30-5E84-8044-F8F5-74F6CDDD64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3" name="文本占位符 56">
            <a:extLst>
              <a:ext uri="{FF2B5EF4-FFF2-40B4-BE49-F238E27FC236}">
                <a16:creationId xmlns:a16="http://schemas.microsoft.com/office/drawing/2014/main" id="{A605F743-5FDF-909F-9179-00ED59CEC1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35" name="文本占位符 56">
            <a:extLst>
              <a:ext uri="{FF2B5EF4-FFF2-40B4-BE49-F238E27FC236}">
                <a16:creationId xmlns:a16="http://schemas.microsoft.com/office/drawing/2014/main" id="{C6C59EC1-2408-9015-B5CE-B893DC508D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0F97C761-5B8D-96E8-258C-DEBE4B283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80F675-23DD-EF8D-B093-5E9CAE8B22F8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</a:p>
        </p:txBody>
      </p:sp>
    </p:spTree>
    <p:extLst>
      <p:ext uri="{BB962C8B-B14F-4D97-AF65-F5344CB8AC3E}">
        <p14:creationId xmlns:p14="http://schemas.microsoft.com/office/powerpoint/2010/main" val="1791254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块介绍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AD355C1E-CF1B-8612-EEE5-883BA9996199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6" name="文本占位符 81">
            <a:extLst>
              <a:ext uri="{FF2B5EF4-FFF2-40B4-BE49-F238E27FC236}">
                <a16:creationId xmlns:a16="http://schemas.microsoft.com/office/drawing/2014/main" id="{4495F624-1A60-9EC5-1A2A-210D86282D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2535018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endParaRPr lang="en-US" altLang="zh-CN" dirty="0"/>
          </a:p>
        </p:txBody>
      </p:sp>
      <p:sp>
        <p:nvSpPr>
          <p:cNvPr id="7" name="文本占位符 56">
            <a:extLst>
              <a:ext uri="{FF2B5EF4-FFF2-40B4-BE49-F238E27FC236}">
                <a16:creationId xmlns:a16="http://schemas.microsoft.com/office/drawing/2014/main" id="{092DAE9F-07C3-BC2D-88C1-8791567C6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319" y="3280114"/>
            <a:ext cx="940459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E752CF49-B574-9D1A-3DA7-227C80D09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6E293C-901F-CAEE-E94E-59F06F6DC8EB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</a:p>
        </p:txBody>
      </p:sp>
    </p:spTree>
    <p:extLst>
      <p:ext uri="{BB962C8B-B14F-4D97-AF65-F5344CB8AC3E}">
        <p14:creationId xmlns:p14="http://schemas.microsoft.com/office/powerpoint/2010/main" val="1184321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空白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4FDA1B4E-B3CE-E674-4C22-66FCF24B3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BBAF36-04FF-E30D-5868-803C37FB3194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3179966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文版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5">
            <a:extLst>
              <a:ext uri="{FF2B5EF4-FFF2-40B4-BE49-F238E27FC236}">
                <a16:creationId xmlns:a16="http://schemas.microsoft.com/office/drawing/2014/main" id="{DEFC8C44-9B18-C970-D05C-8AC2CFAEE57F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552053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23">
            <a:extLst>
              <a:ext uri="{FF2B5EF4-FFF2-40B4-BE49-F238E27FC236}">
                <a16:creationId xmlns:a16="http://schemas.microsoft.com/office/drawing/2014/main" id="{77777CF7-E319-CB4F-265D-F43D32EBE9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7744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2" name="文本占位符 23">
            <a:extLst>
              <a:ext uri="{FF2B5EF4-FFF2-40B4-BE49-F238E27FC236}">
                <a16:creationId xmlns:a16="http://schemas.microsoft.com/office/drawing/2014/main" id="{188792E3-EF35-7AC2-2FA3-2FB4B5E69D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7744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</a:p>
        </p:txBody>
      </p:sp>
      <p:sp>
        <p:nvSpPr>
          <p:cNvPr id="13" name="文本占位符 23">
            <a:extLst>
              <a:ext uri="{FF2B5EF4-FFF2-40B4-BE49-F238E27FC236}">
                <a16:creationId xmlns:a16="http://schemas.microsoft.com/office/drawing/2014/main" id="{C748BC95-6C12-0D6C-1A2A-45D9D760FED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2231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介绍字段</a:t>
            </a:r>
          </a:p>
        </p:txBody>
      </p:sp>
      <p:sp>
        <p:nvSpPr>
          <p:cNvPr id="14" name="图片占位符 5">
            <a:extLst>
              <a:ext uri="{FF2B5EF4-FFF2-40B4-BE49-F238E27FC236}">
                <a16:creationId xmlns:a16="http://schemas.microsoft.com/office/drawing/2014/main" id="{BC0451FB-83B8-1971-D926-3FD7556DE4B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88579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文本占位符 23">
            <a:extLst>
              <a:ext uri="{FF2B5EF4-FFF2-40B4-BE49-F238E27FC236}">
                <a16:creationId xmlns:a16="http://schemas.microsoft.com/office/drawing/2014/main" id="{C85ED2CD-F05E-854D-33C7-70177F9882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4270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7" name="文本占位符 23">
            <a:extLst>
              <a:ext uri="{FF2B5EF4-FFF2-40B4-BE49-F238E27FC236}">
                <a16:creationId xmlns:a16="http://schemas.microsoft.com/office/drawing/2014/main" id="{6D97654C-02A4-86ED-A980-24DB5D0F9B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4270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</a:p>
        </p:txBody>
      </p:sp>
      <p:sp>
        <p:nvSpPr>
          <p:cNvPr id="18" name="文本占位符 23">
            <a:extLst>
              <a:ext uri="{FF2B5EF4-FFF2-40B4-BE49-F238E27FC236}">
                <a16:creationId xmlns:a16="http://schemas.microsoft.com/office/drawing/2014/main" id="{856050D8-4DD3-7C89-E190-53BC82B2E43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757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介绍字段</a:t>
            </a:r>
          </a:p>
        </p:txBody>
      </p:sp>
      <p:sp>
        <p:nvSpPr>
          <p:cNvPr id="19" name="图片占位符 5">
            <a:extLst>
              <a:ext uri="{FF2B5EF4-FFF2-40B4-BE49-F238E27FC236}">
                <a16:creationId xmlns:a16="http://schemas.microsoft.com/office/drawing/2014/main" id="{F00FE312-E468-5B77-C42B-6642E8E35B5D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915527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0" name="文本占位符 23">
            <a:extLst>
              <a:ext uri="{FF2B5EF4-FFF2-40B4-BE49-F238E27FC236}">
                <a16:creationId xmlns:a16="http://schemas.microsoft.com/office/drawing/2014/main" id="{AEEFBFB4-DE03-D464-B7EC-4D2EB199D4A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1218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1" name="文本占位符 23">
            <a:extLst>
              <a:ext uri="{FF2B5EF4-FFF2-40B4-BE49-F238E27FC236}">
                <a16:creationId xmlns:a16="http://schemas.microsoft.com/office/drawing/2014/main" id="{6C91E468-966C-3A76-6A8F-CC9F5AD6D9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1218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794CD868-7665-5AC6-9D0B-FFB7D55B25E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705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介绍字段</a:t>
            </a:r>
          </a:p>
        </p:txBody>
      </p:sp>
      <p:sp>
        <p:nvSpPr>
          <p:cNvPr id="2" name="标题 15">
            <a:extLst>
              <a:ext uri="{FF2B5EF4-FFF2-40B4-BE49-F238E27FC236}">
                <a16:creationId xmlns:a16="http://schemas.microsoft.com/office/drawing/2014/main" id="{9B683427-81D0-D911-8DF5-D87797194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4FDA1B4E-B3CE-E674-4C22-66FCF24B3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0114D9-0785-50AB-DE91-FD5F9F2CE9D4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257287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>
            <a:extLst>
              <a:ext uri="{FF2B5EF4-FFF2-40B4-BE49-F238E27FC236}">
                <a16:creationId xmlns:a16="http://schemas.microsoft.com/office/drawing/2014/main" id="{2E7F2770-767E-8D2F-41DB-5D037B59E1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97404"/>
            <a:ext cx="6188400" cy="46404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文本占位符 23">
            <a:extLst>
              <a:ext uri="{FF2B5EF4-FFF2-40B4-BE49-F238E27FC236}">
                <a16:creationId xmlns:a16="http://schemas.microsoft.com/office/drawing/2014/main" id="{71224E01-BECD-D311-6AE6-6433F6F666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6602" y="1834974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2" name="文本占位符 23">
            <a:extLst>
              <a:ext uri="{FF2B5EF4-FFF2-40B4-BE49-F238E27FC236}">
                <a16:creationId xmlns:a16="http://schemas.microsoft.com/office/drawing/2014/main" id="{A4E571E8-C966-3EBB-6F67-307ECA31B4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602" y="2185482"/>
            <a:ext cx="48150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200" kern="120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介绍字段</a:t>
            </a:r>
          </a:p>
        </p:txBody>
      </p:sp>
      <p:sp>
        <p:nvSpPr>
          <p:cNvPr id="15" name="标题 15">
            <a:extLst>
              <a:ext uri="{FF2B5EF4-FFF2-40B4-BE49-F238E27FC236}">
                <a16:creationId xmlns:a16="http://schemas.microsoft.com/office/drawing/2014/main" id="{03924FED-8FE3-06E3-1F71-126F999669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CA028AA6-E3BA-3088-2701-3D928FF87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4217F2-EE11-3FF4-F98F-0977248006C7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65746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5">
            <a:extLst>
              <a:ext uri="{FF2B5EF4-FFF2-40B4-BE49-F238E27FC236}">
                <a16:creationId xmlns:a16="http://schemas.microsoft.com/office/drawing/2014/main" id="{E9995BC0-1D10-EB64-3817-CD0F7CE353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6F8555-D950-90F8-A399-3D0300940F56}"/>
              </a:ext>
            </a:extLst>
          </p:cNvPr>
          <p:cNvSpPr txBox="1"/>
          <p:nvPr/>
        </p:nvSpPr>
        <p:spPr>
          <a:xfrm>
            <a:off x="6370016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5">
            <a:extLst>
              <a:ext uri="{FF2B5EF4-FFF2-40B4-BE49-F238E27FC236}">
                <a16:creationId xmlns:a16="http://schemas.microsoft.com/office/drawing/2014/main" id="{C90B6585-9746-7713-0ABD-B732D07BDC50}"/>
              </a:ext>
            </a:extLst>
          </p:cNvPr>
          <p:cNvSpPr txBox="1">
            <a:spLocks/>
          </p:cNvSpPr>
          <p:nvPr/>
        </p:nvSpPr>
        <p:spPr>
          <a:xfrm>
            <a:off x="6982160" y="4586034"/>
            <a:ext cx="4707426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</a:p>
        </p:txBody>
      </p:sp>
      <p:sp>
        <p:nvSpPr>
          <p:cNvPr id="18" name="标题 15">
            <a:extLst>
              <a:ext uri="{FF2B5EF4-FFF2-40B4-BE49-F238E27FC236}">
                <a16:creationId xmlns:a16="http://schemas.microsoft.com/office/drawing/2014/main" id="{2428E11E-DAA5-2F7D-5501-2610AF83A76E}"/>
              </a:ext>
            </a:extLst>
          </p:cNvPr>
          <p:cNvSpPr txBox="1">
            <a:spLocks/>
          </p:cNvSpPr>
          <p:nvPr userDrawn="1"/>
        </p:nvSpPr>
        <p:spPr>
          <a:xfrm>
            <a:off x="6370016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607612-BDB4-84BA-74F2-1526832AEF17}"/>
              </a:ext>
            </a:extLst>
          </p:cNvPr>
          <p:cNvSpPr txBox="1"/>
          <p:nvPr userDrawn="1"/>
        </p:nvSpPr>
        <p:spPr>
          <a:xfrm>
            <a:off x="502414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题 15">
            <a:extLst>
              <a:ext uri="{FF2B5EF4-FFF2-40B4-BE49-F238E27FC236}">
                <a16:creationId xmlns:a16="http://schemas.microsoft.com/office/drawing/2014/main" id="{D2E2B217-C384-6B20-3EF3-80C3E08AC3A0}"/>
              </a:ext>
            </a:extLst>
          </p:cNvPr>
          <p:cNvSpPr txBox="1">
            <a:spLocks/>
          </p:cNvSpPr>
          <p:nvPr userDrawn="1"/>
        </p:nvSpPr>
        <p:spPr>
          <a:xfrm>
            <a:off x="1114558" y="4586034"/>
            <a:ext cx="4730235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</a:p>
        </p:txBody>
      </p:sp>
      <p:sp>
        <p:nvSpPr>
          <p:cNvPr id="22" name="标题 15">
            <a:extLst>
              <a:ext uri="{FF2B5EF4-FFF2-40B4-BE49-F238E27FC236}">
                <a16:creationId xmlns:a16="http://schemas.microsoft.com/office/drawing/2014/main" id="{3813BEF1-808A-0122-5E80-71F59C729C4F}"/>
              </a:ext>
            </a:extLst>
          </p:cNvPr>
          <p:cNvSpPr txBox="1">
            <a:spLocks/>
          </p:cNvSpPr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</a:p>
        </p:txBody>
      </p:sp>
      <p:sp>
        <p:nvSpPr>
          <p:cNvPr id="23" name="标题 15">
            <a:extLst>
              <a:ext uri="{FF2B5EF4-FFF2-40B4-BE49-F238E27FC236}">
                <a16:creationId xmlns:a16="http://schemas.microsoft.com/office/drawing/2014/main" id="{42554568-3C33-226D-E9F9-1CD434CFD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C3F9E911-83F1-E2FA-D364-6E30359BB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78D631-5DCF-E1E8-D877-FE3F316AA0D8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4113045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>
            <a:extLst>
              <a:ext uri="{FF2B5EF4-FFF2-40B4-BE49-F238E27FC236}">
                <a16:creationId xmlns:a16="http://schemas.microsoft.com/office/drawing/2014/main" id="{7B597C85-0571-59B5-9FA5-1780975897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标题 15">
            <a:extLst>
              <a:ext uri="{FF2B5EF4-FFF2-40B4-BE49-F238E27FC236}">
                <a16:creationId xmlns:a16="http://schemas.microsoft.com/office/drawing/2014/main" id="{FC75B2E5-79AD-F8C2-F79B-4A0CE1C42106}"/>
              </a:ext>
            </a:extLst>
          </p:cNvPr>
          <p:cNvSpPr txBox="1">
            <a:spLocks/>
          </p:cNvSpPr>
          <p:nvPr userDrawn="1"/>
        </p:nvSpPr>
        <p:spPr>
          <a:xfrm>
            <a:off x="502414" y="4586034"/>
            <a:ext cx="531957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</a:p>
        </p:txBody>
      </p:sp>
      <p:sp>
        <p:nvSpPr>
          <p:cNvPr id="9" name="标题 15">
            <a:extLst>
              <a:ext uri="{FF2B5EF4-FFF2-40B4-BE49-F238E27FC236}">
                <a16:creationId xmlns:a16="http://schemas.microsoft.com/office/drawing/2014/main" id="{CEB40278-002B-753E-EEE7-21156CC57C37}"/>
              </a:ext>
            </a:extLst>
          </p:cNvPr>
          <p:cNvSpPr txBox="1">
            <a:spLocks/>
          </p:cNvSpPr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</a:p>
        </p:txBody>
      </p:sp>
      <p:sp>
        <p:nvSpPr>
          <p:cNvPr id="10" name="标题 15">
            <a:extLst>
              <a:ext uri="{FF2B5EF4-FFF2-40B4-BE49-F238E27FC236}">
                <a16:creationId xmlns:a16="http://schemas.microsoft.com/office/drawing/2014/main" id="{A28DF6D1-EC97-1381-0AF0-9B8B020A5E25}"/>
              </a:ext>
            </a:extLst>
          </p:cNvPr>
          <p:cNvSpPr txBox="1">
            <a:spLocks/>
          </p:cNvSpPr>
          <p:nvPr userDrawn="1"/>
        </p:nvSpPr>
        <p:spPr>
          <a:xfrm>
            <a:off x="6562858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11" name="标题 15">
            <a:extLst>
              <a:ext uri="{FF2B5EF4-FFF2-40B4-BE49-F238E27FC236}">
                <a16:creationId xmlns:a16="http://schemas.microsoft.com/office/drawing/2014/main" id="{2AAFD800-B6C2-0D60-FAE9-5E1F6BE146C4}"/>
              </a:ext>
            </a:extLst>
          </p:cNvPr>
          <p:cNvSpPr txBox="1">
            <a:spLocks/>
          </p:cNvSpPr>
          <p:nvPr userDrawn="1"/>
        </p:nvSpPr>
        <p:spPr>
          <a:xfrm>
            <a:off x="65587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13" name="标题 15">
            <a:extLst>
              <a:ext uri="{FF2B5EF4-FFF2-40B4-BE49-F238E27FC236}">
                <a16:creationId xmlns:a16="http://schemas.microsoft.com/office/drawing/2014/main" id="{78D29CF4-5C45-356C-B071-50620539CDA8}"/>
              </a:ext>
            </a:extLst>
          </p:cNvPr>
          <p:cNvSpPr txBox="1">
            <a:spLocks/>
          </p:cNvSpPr>
          <p:nvPr userDrawn="1"/>
        </p:nvSpPr>
        <p:spPr>
          <a:xfrm>
            <a:off x="84256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15" name="标题 15">
            <a:extLst>
              <a:ext uri="{FF2B5EF4-FFF2-40B4-BE49-F238E27FC236}">
                <a16:creationId xmlns:a16="http://schemas.microsoft.com/office/drawing/2014/main" id="{85A14BCC-2A62-CF29-F6B6-A80B1EE9E16C}"/>
              </a:ext>
            </a:extLst>
          </p:cNvPr>
          <p:cNvSpPr txBox="1">
            <a:spLocks/>
          </p:cNvSpPr>
          <p:nvPr userDrawn="1"/>
        </p:nvSpPr>
        <p:spPr>
          <a:xfrm>
            <a:off x="10284469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16" name="标题 15">
            <a:extLst>
              <a:ext uri="{FF2B5EF4-FFF2-40B4-BE49-F238E27FC236}">
                <a16:creationId xmlns:a16="http://schemas.microsoft.com/office/drawing/2014/main" id="{B7B5CB98-A8A2-40BA-BF87-CDC143DDBCCE}"/>
              </a:ext>
            </a:extLst>
          </p:cNvPr>
          <p:cNvSpPr txBox="1">
            <a:spLocks/>
          </p:cNvSpPr>
          <p:nvPr userDrawn="1"/>
        </p:nvSpPr>
        <p:spPr>
          <a:xfrm>
            <a:off x="6562858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17" name="标题 15">
            <a:extLst>
              <a:ext uri="{FF2B5EF4-FFF2-40B4-BE49-F238E27FC236}">
                <a16:creationId xmlns:a16="http://schemas.microsoft.com/office/drawing/2014/main" id="{7A86F0B6-B7CA-1721-EADB-23944EA7CEE1}"/>
              </a:ext>
            </a:extLst>
          </p:cNvPr>
          <p:cNvSpPr txBox="1">
            <a:spLocks/>
          </p:cNvSpPr>
          <p:nvPr userDrawn="1"/>
        </p:nvSpPr>
        <p:spPr>
          <a:xfrm>
            <a:off x="65587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19" name="标题 15">
            <a:extLst>
              <a:ext uri="{FF2B5EF4-FFF2-40B4-BE49-F238E27FC236}">
                <a16:creationId xmlns:a16="http://schemas.microsoft.com/office/drawing/2014/main" id="{D74D10D0-62B4-B571-B9A9-8FC7ADA72D48}"/>
              </a:ext>
            </a:extLst>
          </p:cNvPr>
          <p:cNvSpPr txBox="1">
            <a:spLocks/>
          </p:cNvSpPr>
          <p:nvPr userDrawn="1"/>
        </p:nvSpPr>
        <p:spPr>
          <a:xfrm>
            <a:off x="84256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21" name="标题 15">
            <a:extLst>
              <a:ext uri="{FF2B5EF4-FFF2-40B4-BE49-F238E27FC236}">
                <a16:creationId xmlns:a16="http://schemas.microsoft.com/office/drawing/2014/main" id="{6A284D22-7801-C27F-7873-C5F34F4CEA68}"/>
              </a:ext>
            </a:extLst>
          </p:cNvPr>
          <p:cNvSpPr txBox="1">
            <a:spLocks/>
          </p:cNvSpPr>
          <p:nvPr userDrawn="1"/>
        </p:nvSpPr>
        <p:spPr>
          <a:xfrm>
            <a:off x="10284469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22" name="标题 15">
            <a:extLst>
              <a:ext uri="{FF2B5EF4-FFF2-40B4-BE49-F238E27FC236}">
                <a16:creationId xmlns:a16="http://schemas.microsoft.com/office/drawing/2014/main" id="{7FD0CC76-8177-8A1D-1CB1-9EE954017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标题 15">
            <a:extLst>
              <a:ext uri="{FF2B5EF4-FFF2-40B4-BE49-F238E27FC236}">
                <a16:creationId xmlns:a16="http://schemas.microsoft.com/office/drawing/2014/main" id="{B33CB946-7459-2701-1DAB-3AB3D9D685FA}"/>
              </a:ext>
            </a:extLst>
          </p:cNvPr>
          <p:cNvSpPr txBox="1">
            <a:spLocks/>
          </p:cNvSpPr>
          <p:nvPr userDrawn="1"/>
        </p:nvSpPr>
        <p:spPr>
          <a:xfrm>
            <a:off x="842569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3" name="标题 15">
            <a:extLst>
              <a:ext uri="{FF2B5EF4-FFF2-40B4-BE49-F238E27FC236}">
                <a16:creationId xmlns:a16="http://schemas.microsoft.com/office/drawing/2014/main" id="{6ECEB950-D3E0-239F-2B81-E3DCB94F52CF}"/>
              </a:ext>
            </a:extLst>
          </p:cNvPr>
          <p:cNvSpPr txBox="1">
            <a:spLocks/>
          </p:cNvSpPr>
          <p:nvPr userDrawn="1"/>
        </p:nvSpPr>
        <p:spPr>
          <a:xfrm>
            <a:off x="842569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7" name="标题 15">
            <a:extLst>
              <a:ext uri="{FF2B5EF4-FFF2-40B4-BE49-F238E27FC236}">
                <a16:creationId xmlns:a16="http://schemas.microsoft.com/office/drawing/2014/main" id="{5C619D01-E77B-782B-F209-BDB12F5E8DDC}"/>
              </a:ext>
            </a:extLst>
          </p:cNvPr>
          <p:cNvSpPr txBox="1">
            <a:spLocks/>
          </p:cNvSpPr>
          <p:nvPr userDrawn="1"/>
        </p:nvSpPr>
        <p:spPr>
          <a:xfrm>
            <a:off x="1027837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23" name="标题 15">
            <a:extLst>
              <a:ext uri="{FF2B5EF4-FFF2-40B4-BE49-F238E27FC236}">
                <a16:creationId xmlns:a16="http://schemas.microsoft.com/office/drawing/2014/main" id="{550A6838-7266-1BB0-BC9A-D7D3DEF0266A}"/>
              </a:ext>
            </a:extLst>
          </p:cNvPr>
          <p:cNvSpPr txBox="1">
            <a:spLocks/>
          </p:cNvSpPr>
          <p:nvPr userDrawn="1"/>
        </p:nvSpPr>
        <p:spPr>
          <a:xfrm>
            <a:off x="1027837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A1AABDBE-5430-5839-F93C-7035390F1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171B90-0367-7C0A-D6B0-24EFA51E2432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</a:p>
        </p:txBody>
      </p:sp>
    </p:spTree>
    <p:extLst>
      <p:ext uri="{BB962C8B-B14F-4D97-AF65-F5344CB8AC3E}">
        <p14:creationId xmlns:p14="http://schemas.microsoft.com/office/powerpoint/2010/main" val="1830476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>
            <a:extLst>
              <a:ext uri="{FF2B5EF4-FFF2-40B4-BE49-F238E27FC236}">
                <a16:creationId xmlns:a16="http://schemas.microsoft.com/office/drawing/2014/main" id="{45FA6C14-0F20-73C2-3D58-16DA507A7E1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文本占位符 21">
            <a:extLst>
              <a:ext uri="{FF2B5EF4-FFF2-40B4-BE49-F238E27FC236}">
                <a16:creationId xmlns:a16="http://schemas.microsoft.com/office/drawing/2014/main" id="{5A18327A-2FDE-A2FB-EAE7-7A9DA1E345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EBF1E30-D639-382B-77EF-2EF0D2325B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9" name="文本占位符 21">
            <a:extLst>
              <a:ext uri="{FF2B5EF4-FFF2-40B4-BE49-F238E27FC236}">
                <a16:creationId xmlns:a16="http://schemas.microsoft.com/office/drawing/2014/main" id="{F45F6B57-A083-DA73-2614-23B0C72DB6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0320" y="3042936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>
            <a:extLst>
              <a:ext uri="{FF2B5EF4-FFF2-40B4-BE49-F238E27FC236}">
                <a16:creationId xmlns:a16="http://schemas.microsoft.com/office/drawing/2014/main" id="{4B89F8E5-0DA2-D666-06D0-F61EED17429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0321" y="2736018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1" name="文本占位符 21">
            <a:extLst>
              <a:ext uri="{FF2B5EF4-FFF2-40B4-BE49-F238E27FC236}">
                <a16:creationId xmlns:a16="http://schemas.microsoft.com/office/drawing/2014/main" id="{0F03935B-B63E-6EC5-80BF-31F2A960AC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0320" y="4116478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>
            <a:extLst>
              <a:ext uri="{FF2B5EF4-FFF2-40B4-BE49-F238E27FC236}">
                <a16:creationId xmlns:a16="http://schemas.microsoft.com/office/drawing/2014/main" id="{C7734B1E-F871-3C01-00E4-3F389861D5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0321" y="3809560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3" name="文本占位符 21">
            <a:extLst>
              <a:ext uri="{FF2B5EF4-FFF2-40B4-BE49-F238E27FC236}">
                <a16:creationId xmlns:a16="http://schemas.microsoft.com/office/drawing/2014/main" id="{C9D1BCAA-F521-8609-100F-91F2D3E6E7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319" y="5190020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>
            <a:extLst>
              <a:ext uri="{FF2B5EF4-FFF2-40B4-BE49-F238E27FC236}">
                <a16:creationId xmlns:a16="http://schemas.microsoft.com/office/drawing/2014/main" id="{478F62FD-1BC6-CFFD-E1D0-A4A94F60A9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320" y="4883102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5" name="标题 15">
            <a:extLst>
              <a:ext uri="{FF2B5EF4-FFF2-40B4-BE49-F238E27FC236}">
                <a16:creationId xmlns:a16="http://schemas.microsoft.com/office/drawing/2014/main" id="{901A736A-9670-FEF0-350B-4B326BF4D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18680EA0-C881-6F6E-EDEF-1AA978E73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C2974A-97B0-EEB9-DBA1-E399E439D71B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1500894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>
            <a:extLst>
              <a:ext uri="{FF2B5EF4-FFF2-40B4-BE49-F238E27FC236}">
                <a16:creationId xmlns:a16="http://schemas.microsoft.com/office/drawing/2014/main" id="{D60E94DC-FC87-BBB3-D9E3-C165DEA951C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072000" y="0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片占位符 4">
            <a:extLst>
              <a:ext uri="{FF2B5EF4-FFF2-40B4-BE49-F238E27FC236}">
                <a16:creationId xmlns:a16="http://schemas.microsoft.com/office/drawing/2014/main" id="{73CABFD2-EE90-1C2E-A279-59BC2BEDD37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72000" y="3486625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>
            <a:extLst>
              <a:ext uri="{FF2B5EF4-FFF2-40B4-BE49-F238E27FC236}">
                <a16:creationId xmlns:a16="http://schemas.microsoft.com/office/drawing/2014/main" id="{4668F887-F3DB-915C-F38A-86DDC65027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>
            <a:extLst>
              <a:ext uri="{FF2B5EF4-FFF2-40B4-BE49-F238E27FC236}">
                <a16:creationId xmlns:a16="http://schemas.microsoft.com/office/drawing/2014/main" id="{91F56B67-4153-F409-D878-F2942D1AD6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1" name="标题 15">
            <a:extLst>
              <a:ext uri="{FF2B5EF4-FFF2-40B4-BE49-F238E27FC236}">
                <a16:creationId xmlns:a16="http://schemas.microsoft.com/office/drawing/2014/main" id="{9DDA77E0-9CBA-8FBF-1BED-B08229694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055B9801-5AC1-A478-DF02-6F1D7432A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22CADA-5A87-6E59-37C3-2B33FEB91961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1021795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4">
            <a:extLst>
              <a:ext uri="{FF2B5EF4-FFF2-40B4-BE49-F238E27FC236}">
                <a16:creationId xmlns:a16="http://schemas.microsoft.com/office/drawing/2014/main" id="{8EB7D036-D26C-0D0E-F12B-04E68BFD004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4000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>
            <a:extLst>
              <a:ext uri="{FF2B5EF4-FFF2-40B4-BE49-F238E27FC236}">
                <a16:creationId xmlns:a16="http://schemas.microsoft.com/office/drawing/2014/main" id="{6212B537-5E34-6F49-6447-C7CFA9E6101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52228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占位符 21">
            <a:extLst>
              <a:ext uri="{FF2B5EF4-FFF2-40B4-BE49-F238E27FC236}">
                <a16:creationId xmlns:a16="http://schemas.microsoft.com/office/drawing/2014/main" id="{7FAC514C-0495-C869-F0AB-C5DC14A8B1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517651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>
            <a:extLst>
              <a:ext uri="{FF2B5EF4-FFF2-40B4-BE49-F238E27FC236}">
                <a16:creationId xmlns:a16="http://schemas.microsoft.com/office/drawing/2014/main" id="{7F3875EF-B4B0-50DD-E847-FA8433EAE1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4869597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4" name="标题 15">
            <a:extLst>
              <a:ext uri="{FF2B5EF4-FFF2-40B4-BE49-F238E27FC236}">
                <a16:creationId xmlns:a16="http://schemas.microsoft.com/office/drawing/2014/main" id="{3356DFFB-A76D-32CE-1E1D-A9F9768FD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6A8AD20A-8AE6-8DFA-DEBB-768FC02D3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45F9E1-9C3E-CBE6-9D1A-096A9D00132D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3879516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4">
            <a:extLst>
              <a:ext uri="{FF2B5EF4-FFF2-40B4-BE49-F238E27FC236}">
                <a16:creationId xmlns:a16="http://schemas.microsoft.com/office/drawing/2014/main" id="{BC67A7C7-DAAE-7501-1AF3-828ECD8F80B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4001" y="1466229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>
            <a:extLst>
              <a:ext uri="{FF2B5EF4-FFF2-40B4-BE49-F238E27FC236}">
                <a16:creationId xmlns:a16="http://schemas.microsoft.com/office/drawing/2014/main" id="{98EFB7C2-FECF-926F-4122-9167D6CD770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410959" y="2844262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58ABC1-B301-89E0-ED37-A6F86DF6F157}"/>
              </a:ext>
            </a:extLst>
          </p:cNvPr>
          <p:cNvSpPr txBox="1"/>
          <p:nvPr userDrawn="1"/>
        </p:nvSpPr>
        <p:spPr>
          <a:xfrm>
            <a:off x="504001" y="4685756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3">
            <a:extLst>
              <a:ext uri="{FF2B5EF4-FFF2-40B4-BE49-F238E27FC236}">
                <a16:creationId xmlns:a16="http://schemas.microsoft.com/office/drawing/2014/main" id="{73C0C2CA-CB23-C1C2-453F-77E8464497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6145" y="4869597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1" name="文本占位符 21">
            <a:extLst>
              <a:ext uri="{FF2B5EF4-FFF2-40B4-BE49-F238E27FC236}">
                <a16:creationId xmlns:a16="http://schemas.microsoft.com/office/drawing/2014/main" id="{14E360D3-0D00-F9D1-7EC2-53815C7E12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5259086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388A14-A957-F59A-476C-0D1E5DAE3C7B}"/>
              </a:ext>
            </a:extLst>
          </p:cNvPr>
          <p:cNvSpPr txBox="1"/>
          <p:nvPr userDrawn="1"/>
        </p:nvSpPr>
        <p:spPr>
          <a:xfrm>
            <a:off x="6410960" y="1455823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3">
            <a:extLst>
              <a:ext uri="{FF2B5EF4-FFF2-40B4-BE49-F238E27FC236}">
                <a16:creationId xmlns:a16="http://schemas.microsoft.com/office/drawing/2014/main" id="{5C16FD0E-7598-8868-D3CF-4E8E5C8D5FA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23104" y="1639664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1">
            <a:extLst>
              <a:ext uri="{FF2B5EF4-FFF2-40B4-BE49-F238E27FC236}">
                <a16:creationId xmlns:a16="http://schemas.microsoft.com/office/drawing/2014/main" id="{F610006B-68D7-B310-376E-639BB17602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0959" y="2029153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标题 15">
            <a:extLst>
              <a:ext uri="{FF2B5EF4-FFF2-40B4-BE49-F238E27FC236}">
                <a16:creationId xmlns:a16="http://schemas.microsoft.com/office/drawing/2014/main" id="{E751A96C-B4F3-7B0B-1315-6450D6DB1C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95F84146-899F-B270-5D6E-772E65C95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E9BDD1-2193-1155-337C-9B570E5BF25C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1543589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片占位符 4">
            <a:extLst>
              <a:ext uri="{FF2B5EF4-FFF2-40B4-BE49-F238E27FC236}">
                <a16:creationId xmlns:a16="http://schemas.microsoft.com/office/drawing/2014/main" id="{78F52944-86FC-33C8-4C4A-0476B876542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407394" y="3800616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图片占位符 4">
            <a:extLst>
              <a:ext uri="{FF2B5EF4-FFF2-40B4-BE49-F238E27FC236}">
                <a16:creationId xmlns:a16="http://schemas.microsoft.com/office/drawing/2014/main" id="{7E988EDF-180E-CF5A-2B52-345A7784DDE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10787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8" name="图片占位符 4">
            <a:extLst>
              <a:ext uri="{FF2B5EF4-FFF2-40B4-BE49-F238E27FC236}">
                <a16:creationId xmlns:a16="http://schemas.microsoft.com/office/drawing/2014/main" id="{C87263AE-E292-FAB3-2415-27CCB381C3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04000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777C24-516C-6C14-3825-74529D37D3FF}"/>
              </a:ext>
            </a:extLst>
          </p:cNvPr>
          <p:cNvSpPr txBox="1"/>
          <p:nvPr userDrawn="1"/>
        </p:nvSpPr>
        <p:spPr>
          <a:xfrm>
            <a:off x="504000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占位符 23">
            <a:extLst>
              <a:ext uri="{FF2B5EF4-FFF2-40B4-BE49-F238E27FC236}">
                <a16:creationId xmlns:a16="http://schemas.microsoft.com/office/drawing/2014/main" id="{4F39DB09-0D1B-6CD9-0960-2D8E3A890F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6144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0" name="文本占位符 21">
            <a:extLst>
              <a:ext uri="{FF2B5EF4-FFF2-40B4-BE49-F238E27FC236}">
                <a16:creationId xmlns:a16="http://schemas.microsoft.com/office/drawing/2014/main" id="{3C36AEDE-A36F-F3A4-2C07-0DD9757C42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3DC80CF-399B-9B13-5558-F27AA774B019}"/>
              </a:ext>
            </a:extLst>
          </p:cNvPr>
          <p:cNvSpPr txBox="1"/>
          <p:nvPr userDrawn="1"/>
        </p:nvSpPr>
        <p:spPr>
          <a:xfrm>
            <a:off x="4407392" y="1468850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占位符 23">
            <a:extLst>
              <a:ext uri="{FF2B5EF4-FFF2-40B4-BE49-F238E27FC236}">
                <a16:creationId xmlns:a16="http://schemas.microsoft.com/office/drawing/2014/main" id="{AFD43F43-E984-ED87-130D-11490AB03DD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19536" y="1652691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3" name="文本占位符 21">
            <a:extLst>
              <a:ext uri="{FF2B5EF4-FFF2-40B4-BE49-F238E27FC236}">
                <a16:creationId xmlns:a16="http://schemas.microsoft.com/office/drawing/2014/main" id="{6E7345E1-C356-0418-600D-0EDE2776E1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07391" y="2042180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484B3E7-8CD1-8FBC-3123-3F5B1000B116}"/>
              </a:ext>
            </a:extLst>
          </p:cNvPr>
          <p:cNvSpPr txBox="1"/>
          <p:nvPr userDrawn="1"/>
        </p:nvSpPr>
        <p:spPr>
          <a:xfrm>
            <a:off x="8310789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占位符 23">
            <a:extLst>
              <a:ext uri="{FF2B5EF4-FFF2-40B4-BE49-F238E27FC236}">
                <a16:creationId xmlns:a16="http://schemas.microsoft.com/office/drawing/2014/main" id="{51082162-9F82-C896-C0FD-F6786EA6969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22933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6" name="文本占位符 21">
            <a:extLst>
              <a:ext uri="{FF2B5EF4-FFF2-40B4-BE49-F238E27FC236}">
                <a16:creationId xmlns:a16="http://schemas.microsoft.com/office/drawing/2014/main" id="{00B0D05B-1754-C860-8682-09D64F315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10788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标题 15">
            <a:extLst>
              <a:ext uri="{FF2B5EF4-FFF2-40B4-BE49-F238E27FC236}">
                <a16:creationId xmlns:a16="http://schemas.microsoft.com/office/drawing/2014/main" id="{2ACFC8F1-E3BF-94A1-F344-1CAFABFD8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D6A2C960-14BC-C4B7-2469-9A4952B18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3F71A3-B3C9-8974-B6EB-64175C4B53C6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3958372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>
            <a:extLst>
              <a:ext uri="{FF2B5EF4-FFF2-40B4-BE49-F238E27FC236}">
                <a16:creationId xmlns:a16="http://schemas.microsoft.com/office/drawing/2014/main" id="{035552F8-3344-D9FD-5C2C-FF0FE4A65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12" name="图片占位符 4">
            <a:extLst>
              <a:ext uri="{FF2B5EF4-FFF2-40B4-BE49-F238E27FC236}">
                <a16:creationId xmlns:a16="http://schemas.microsoft.com/office/drawing/2014/main" id="{AE2460D1-80ED-C972-6CB5-FDFE57657D3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文本占位符 23">
            <a:extLst>
              <a:ext uri="{FF2B5EF4-FFF2-40B4-BE49-F238E27FC236}">
                <a16:creationId xmlns:a16="http://schemas.microsoft.com/office/drawing/2014/main" id="{F7E00AE0-832E-5173-A4DC-7160B77381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000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5" name="文本占位符 21">
            <a:extLst>
              <a:ext uri="{FF2B5EF4-FFF2-40B4-BE49-F238E27FC236}">
                <a16:creationId xmlns:a16="http://schemas.microsoft.com/office/drawing/2014/main" id="{F92315CA-5D01-4D6B-3FCA-BD5B556397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图片占位符 4">
            <a:extLst>
              <a:ext uri="{FF2B5EF4-FFF2-40B4-BE49-F238E27FC236}">
                <a16:creationId xmlns:a16="http://schemas.microsoft.com/office/drawing/2014/main" id="{B2F16C3F-2E30-27C4-6F30-34A1475044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464453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文本占位符 23">
            <a:extLst>
              <a:ext uri="{FF2B5EF4-FFF2-40B4-BE49-F238E27FC236}">
                <a16:creationId xmlns:a16="http://schemas.microsoft.com/office/drawing/2014/main" id="{97C10C0E-7C84-CB0A-9262-673C7EC529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64453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8" name="文本占位符 21">
            <a:extLst>
              <a:ext uri="{FF2B5EF4-FFF2-40B4-BE49-F238E27FC236}">
                <a16:creationId xmlns:a16="http://schemas.microsoft.com/office/drawing/2014/main" id="{A65958F9-B79E-B7B9-D83F-45EB9AF7DA0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4453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图片占位符 4">
            <a:extLst>
              <a:ext uri="{FF2B5EF4-FFF2-40B4-BE49-F238E27FC236}">
                <a16:creationId xmlns:a16="http://schemas.microsoft.com/office/drawing/2014/main" id="{E7D30611-70BB-6FB2-E064-FA9A54F2B868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42784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0" name="文本占位符 23">
            <a:extLst>
              <a:ext uri="{FF2B5EF4-FFF2-40B4-BE49-F238E27FC236}">
                <a16:creationId xmlns:a16="http://schemas.microsoft.com/office/drawing/2014/main" id="{1B1B1317-C23D-69E4-96BB-5566098A647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2784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1" name="文本占位符 21">
            <a:extLst>
              <a:ext uri="{FF2B5EF4-FFF2-40B4-BE49-F238E27FC236}">
                <a16:creationId xmlns:a16="http://schemas.microsoft.com/office/drawing/2014/main" id="{B415A760-8401-65D8-19BD-1FBE5AFC24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2784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图片占位符 4">
            <a:extLst>
              <a:ext uri="{FF2B5EF4-FFF2-40B4-BE49-F238E27FC236}">
                <a16:creationId xmlns:a16="http://schemas.microsoft.com/office/drawing/2014/main" id="{94AF877C-31C9-BBE8-F6AB-0BE3D5B3D83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38535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3" name="文本占位符 23">
            <a:extLst>
              <a:ext uri="{FF2B5EF4-FFF2-40B4-BE49-F238E27FC236}">
                <a16:creationId xmlns:a16="http://schemas.microsoft.com/office/drawing/2014/main" id="{885A919E-9375-D75A-09A4-6AC993A84B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38535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1">
            <a:extLst>
              <a:ext uri="{FF2B5EF4-FFF2-40B4-BE49-F238E27FC236}">
                <a16:creationId xmlns:a16="http://schemas.microsoft.com/office/drawing/2014/main" id="{ACD7DF3A-527E-FCC7-1BFD-854E7655788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8535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E426474E-61E1-F87E-CB86-60F60A259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3F8A76-52D4-4356-75C6-A20460B5BF24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228289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5">
            <a:extLst>
              <a:ext uri="{FF2B5EF4-FFF2-40B4-BE49-F238E27FC236}">
                <a16:creationId xmlns:a16="http://schemas.microsoft.com/office/drawing/2014/main" id="{F6AB7CA6-7718-C447-0DD6-03B0D4E4A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9" name="图片占位符 4">
            <a:extLst>
              <a:ext uri="{FF2B5EF4-FFF2-40B4-BE49-F238E27FC236}">
                <a16:creationId xmlns:a16="http://schemas.microsoft.com/office/drawing/2014/main" id="{D04837B5-B27C-3822-C877-BF18941513E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1" name="文本占位符 23">
            <a:extLst>
              <a:ext uri="{FF2B5EF4-FFF2-40B4-BE49-F238E27FC236}">
                <a16:creationId xmlns:a16="http://schemas.microsoft.com/office/drawing/2014/main" id="{D46B66D4-0B2A-448B-7E5E-4D85E73AD5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82237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2" name="文本占位符 21">
            <a:extLst>
              <a:ext uri="{FF2B5EF4-FFF2-40B4-BE49-F238E27FC236}">
                <a16:creationId xmlns:a16="http://schemas.microsoft.com/office/drawing/2014/main" id="{28C8D642-E35F-AB13-54E0-1F0D680D40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82237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图片占位符 4">
            <a:extLst>
              <a:ext uri="{FF2B5EF4-FFF2-40B4-BE49-F238E27FC236}">
                <a16:creationId xmlns:a16="http://schemas.microsoft.com/office/drawing/2014/main" id="{98FA1873-04A4-E8B5-7B0A-05B37D45AB0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479105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7" name="文本占位符 23">
            <a:extLst>
              <a:ext uri="{FF2B5EF4-FFF2-40B4-BE49-F238E27FC236}">
                <a16:creationId xmlns:a16="http://schemas.microsoft.com/office/drawing/2014/main" id="{2898FD0A-A930-9DCA-B7D5-38DCA534FF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57342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8" name="文本占位符 21">
            <a:extLst>
              <a:ext uri="{FF2B5EF4-FFF2-40B4-BE49-F238E27FC236}">
                <a16:creationId xmlns:a16="http://schemas.microsoft.com/office/drawing/2014/main" id="{E4DC4839-8E22-1AEB-8F3A-FD7EF3FA79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57342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5" name="图片占位符 4">
            <a:extLst>
              <a:ext uri="{FF2B5EF4-FFF2-40B4-BE49-F238E27FC236}">
                <a16:creationId xmlns:a16="http://schemas.microsoft.com/office/drawing/2014/main" id="{BEFB19FE-9CC7-F1FF-16E5-695B81115C5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04000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6" name="文本占位符 23">
            <a:extLst>
              <a:ext uri="{FF2B5EF4-FFF2-40B4-BE49-F238E27FC236}">
                <a16:creationId xmlns:a16="http://schemas.microsoft.com/office/drawing/2014/main" id="{89B87127-08E7-8D73-9083-6B5866ED0B7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82237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47" name="文本占位符 21">
            <a:extLst>
              <a:ext uri="{FF2B5EF4-FFF2-40B4-BE49-F238E27FC236}">
                <a16:creationId xmlns:a16="http://schemas.microsoft.com/office/drawing/2014/main" id="{2B123186-20D1-E681-F314-F53B716831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82237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8" name="图片占位符 4">
            <a:extLst>
              <a:ext uri="{FF2B5EF4-FFF2-40B4-BE49-F238E27FC236}">
                <a16:creationId xmlns:a16="http://schemas.microsoft.com/office/drawing/2014/main" id="{7625E2F9-9C7A-D69F-2609-4EF2EC46DD76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479105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9" name="文本占位符 23">
            <a:extLst>
              <a:ext uri="{FF2B5EF4-FFF2-40B4-BE49-F238E27FC236}">
                <a16:creationId xmlns:a16="http://schemas.microsoft.com/office/drawing/2014/main" id="{DD646A6E-9DE6-A45C-33A8-12EABED9E29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342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50" name="文本占位符 21">
            <a:extLst>
              <a:ext uri="{FF2B5EF4-FFF2-40B4-BE49-F238E27FC236}">
                <a16:creationId xmlns:a16="http://schemas.microsoft.com/office/drawing/2014/main" id="{B701299C-394E-69A9-10C8-3AE096F7ACB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342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E58DEF02-D4DE-BBB8-F16B-A10F1B16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4165AB-0611-1EA7-BE4D-7C4393D71D3D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2299605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4">
            <a:extLst>
              <a:ext uri="{FF2B5EF4-FFF2-40B4-BE49-F238E27FC236}">
                <a16:creationId xmlns:a16="http://schemas.microsoft.com/office/drawing/2014/main" id="{EB46DD12-7902-5AE6-824E-5D222DBB6DE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702" y="4224090"/>
            <a:ext cx="12192701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5" name="标题 15">
            <a:extLst>
              <a:ext uri="{FF2B5EF4-FFF2-40B4-BE49-F238E27FC236}">
                <a16:creationId xmlns:a16="http://schemas.microsoft.com/office/drawing/2014/main" id="{195F2A45-7A0D-05A4-8154-24B1D164E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54076-9EBF-7493-204E-6AD2BAF4D839}"/>
              </a:ext>
            </a:extLst>
          </p:cNvPr>
          <p:cNvSpPr txBox="1"/>
          <p:nvPr/>
        </p:nvSpPr>
        <p:spPr>
          <a:xfrm>
            <a:off x="501666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21">
            <a:extLst>
              <a:ext uri="{FF2B5EF4-FFF2-40B4-BE49-F238E27FC236}">
                <a16:creationId xmlns:a16="http://schemas.microsoft.com/office/drawing/2014/main" id="{2BFD88DF-8985-07FE-6ACC-22124F1C59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0620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3" name="文本占位符 23">
            <a:extLst>
              <a:ext uri="{FF2B5EF4-FFF2-40B4-BE49-F238E27FC236}">
                <a16:creationId xmlns:a16="http://schemas.microsoft.com/office/drawing/2014/main" id="{07F7B839-EFF7-CCA4-0161-5C2E8284C3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0620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FD8175-3E27-127C-05E6-C78DDF3F975D}"/>
              </a:ext>
            </a:extLst>
          </p:cNvPr>
          <p:cNvSpPr txBox="1"/>
          <p:nvPr userDrawn="1"/>
        </p:nvSpPr>
        <p:spPr>
          <a:xfrm>
            <a:off x="6751919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21">
            <a:extLst>
              <a:ext uri="{FF2B5EF4-FFF2-40B4-BE49-F238E27FC236}">
                <a16:creationId xmlns:a16="http://schemas.microsoft.com/office/drawing/2014/main" id="{AE316536-37B0-E9A8-5239-BF2A90C562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0873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6" name="文本占位符 23">
            <a:extLst>
              <a:ext uri="{FF2B5EF4-FFF2-40B4-BE49-F238E27FC236}">
                <a16:creationId xmlns:a16="http://schemas.microsoft.com/office/drawing/2014/main" id="{EBD87692-A26C-D6C0-26EF-C55F8798A9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00873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92D2FA-7441-F0C5-97FD-CF78442C9299}"/>
              </a:ext>
            </a:extLst>
          </p:cNvPr>
          <p:cNvSpPr txBox="1"/>
          <p:nvPr userDrawn="1"/>
        </p:nvSpPr>
        <p:spPr>
          <a:xfrm>
            <a:off x="501666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21">
            <a:extLst>
              <a:ext uri="{FF2B5EF4-FFF2-40B4-BE49-F238E27FC236}">
                <a16:creationId xmlns:a16="http://schemas.microsoft.com/office/drawing/2014/main" id="{2F8C801C-4162-620A-6B04-979B180692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0620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9" name="文本占位符 23">
            <a:extLst>
              <a:ext uri="{FF2B5EF4-FFF2-40B4-BE49-F238E27FC236}">
                <a16:creationId xmlns:a16="http://schemas.microsoft.com/office/drawing/2014/main" id="{28208C3F-4D57-3ADB-BCC9-FCF96A1FFA6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0620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847A4A-A60E-8A40-C1D6-849A6548DD5A}"/>
              </a:ext>
            </a:extLst>
          </p:cNvPr>
          <p:cNvSpPr txBox="1"/>
          <p:nvPr userDrawn="1"/>
        </p:nvSpPr>
        <p:spPr>
          <a:xfrm>
            <a:off x="6751919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占位符 21">
            <a:extLst>
              <a:ext uri="{FF2B5EF4-FFF2-40B4-BE49-F238E27FC236}">
                <a16:creationId xmlns:a16="http://schemas.microsoft.com/office/drawing/2014/main" id="{B7411F87-1358-5C24-47D3-3F9536CF83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0873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2" name="文本占位符 23">
            <a:extLst>
              <a:ext uri="{FF2B5EF4-FFF2-40B4-BE49-F238E27FC236}">
                <a16:creationId xmlns:a16="http://schemas.microsoft.com/office/drawing/2014/main" id="{A7BD957F-6B31-717B-D298-428BCD04F2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00873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0182D797-F052-38F0-0EF8-377FCA763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69EFCE-E649-D9FC-ED89-EADD40B0707B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4136606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>
            <a:extLst>
              <a:ext uri="{FF2B5EF4-FFF2-40B4-BE49-F238E27FC236}">
                <a16:creationId xmlns:a16="http://schemas.microsoft.com/office/drawing/2014/main" id="{195F2A45-7A0D-05A4-8154-24B1D164E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39" name="文本占位符 23">
            <a:extLst>
              <a:ext uri="{FF2B5EF4-FFF2-40B4-BE49-F238E27FC236}">
                <a16:creationId xmlns:a16="http://schemas.microsoft.com/office/drawing/2014/main" id="{61D6D0AF-AAC7-874D-BC80-5354A23CA4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40" name="文本占位符 21">
            <a:extLst>
              <a:ext uri="{FF2B5EF4-FFF2-40B4-BE49-F238E27FC236}">
                <a16:creationId xmlns:a16="http://schemas.microsoft.com/office/drawing/2014/main" id="{0F2E89CF-2CD7-2785-8C36-19D4B44DD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1556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1" name="图片占位符 4">
            <a:extLst>
              <a:ext uri="{FF2B5EF4-FFF2-40B4-BE49-F238E27FC236}">
                <a16:creationId xmlns:a16="http://schemas.microsoft.com/office/drawing/2014/main" id="{BFF0D118-118A-582D-CE00-A4945C52FCE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01556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5" name="文本占位符 23">
            <a:extLst>
              <a:ext uri="{FF2B5EF4-FFF2-40B4-BE49-F238E27FC236}">
                <a16:creationId xmlns:a16="http://schemas.microsoft.com/office/drawing/2014/main" id="{4477268F-C752-1447-5CAE-864A3BF4A7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53632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46" name="文本占位符 21">
            <a:extLst>
              <a:ext uri="{FF2B5EF4-FFF2-40B4-BE49-F238E27FC236}">
                <a16:creationId xmlns:a16="http://schemas.microsoft.com/office/drawing/2014/main" id="{FDFB80C9-9880-136A-DEF3-2015D4649E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3632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7" name="图片占位符 4">
            <a:extLst>
              <a:ext uri="{FF2B5EF4-FFF2-40B4-BE49-F238E27FC236}">
                <a16:creationId xmlns:a16="http://schemas.microsoft.com/office/drawing/2014/main" id="{95673E59-5CD5-1454-4328-EDF329437B2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253632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8" name="文本占位符 23">
            <a:extLst>
              <a:ext uri="{FF2B5EF4-FFF2-40B4-BE49-F238E27FC236}">
                <a16:creationId xmlns:a16="http://schemas.microsoft.com/office/drawing/2014/main" id="{C0FE1E59-FD9E-039A-84DE-685FCA5508B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32837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49" name="文本占位符 21">
            <a:extLst>
              <a:ext uri="{FF2B5EF4-FFF2-40B4-BE49-F238E27FC236}">
                <a16:creationId xmlns:a16="http://schemas.microsoft.com/office/drawing/2014/main" id="{6BB6BA48-FC91-2C53-4770-1CAFFFB4298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32837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1" name="图片占位符 4">
            <a:extLst>
              <a:ext uri="{FF2B5EF4-FFF2-40B4-BE49-F238E27FC236}">
                <a16:creationId xmlns:a16="http://schemas.microsoft.com/office/drawing/2014/main" id="{FAFDDDF1-723E-D87E-F2FD-C2A785308B62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032837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1" name="文本占位符 23">
            <a:extLst>
              <a:ext uri="{FF2B5EF4-FFF2-40B4-BE49-F238E27FC236}">
                <a16:creationId xmlns:a16="http://schemas.microsoft.com/office/drawing/2014/main" id="{8E1D8548-BDA3-4017-8410-0F46A5FDEE6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1556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62" name="文本占位符 21">
            <a:extLst>
              <a:ext uri="{FF2B5EF4-FFF2-40B4-BE49-F238E27FC236}">
                <a16:creationId xmlns:a16="http://schemas.microsoft.com/office/drawing/2014/main" id="{59020CAC-22C9-0185-A1EA-5EB9E1A51B5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1556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3" name="图片占位符 4">
            <a:extLst>
              <a:ext uri="{FF2B5EF4-FFF2-40B4-BE49-F238E27FC236}">
                <a16:creationId xmlns:a16="http://schemas.microsoft.com/office/drawing/2014/main" id="{CF510B63-0D95-C299-26F5-B322234537F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01556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4" name="文本占位符 23">
            <a:extLst>
              <a:ext uri="{FF2B5EF4-FFF2-40B4-BE49-F238E27FC236}">
                <a16:creationId xmlns:a16="http://schemas.microsoft.com/office/drawing/2014/main" id="{CF0493EA-7445-6C9F-6418-8D29F2F0A0F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53632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65" name="文本占位符 21">
            <a:extLst>
              <a:ext uri="{FF2B5EF4-FFF2-40B4-BE49-F238E27FC236}">
                <a16:creationId xmlns:a16="http://schemas.microsoft.com/office/drawing/2014/main" id="{8BEEAD6E-07D0-3034-A9DB-C7E459129E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53632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6" name="图片占位符 4">
            <a:extLst>
              <a:ext uri="{FF2B5EF4-FFF2-40B4-BE49-F238E27FC236}">
                <a16:creationId xmlns:a16="http://schemas.microsoft.com/office/drawing/2014/main" id="{E0D5EE31-5695-B3F4-DC7B-7B6C8A2E147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253632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7" name="文本占位符 23">
            <a:extLst>
              <a:ext uri="{FF2B5EF4-FFF2-40B4-BE49-F238E27FC236}">
                <a16:creationId xmlns:a16="http://schemas.microsoft.com/office/drawing/2014/main" id="{587FCD2F-D5B9-A6AA-E5EC-6D0F4635C11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032837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68" name="文本占位符 21">
            <a:extLst>
              <a:ext uri="{FF2B5EF4-FFF2-40B4-BE49-F238E27FC236}">
                <a16:creationId xmlns:a16="http://schemas.microsoft.com/office/drawing/2014/main" id="{F2C416E3-3AE7-39F6-DE3B-0FD3EB01F7A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032837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9" name="图片占位符 4">
            <a:extLst>
              <a:ext uri="{FF2B5EF4-FFF2-40B4-BE49-F238E27FC236}">
                <a16:creationId xmlns:a16="http://schemas.microsoft.com/office/drawing/2014/main" id="{AE404734-83B1-77D7-C7F5-DAE3EEA010B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032837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9A2FF5-851B-EB03-CD27-39784174B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84CE24-1D2F-5D9F-C211-C911505355B8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4064681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>
            <a:extLst>
              <a:ext uri="{FF2B5EF4-FFF2-40B4-BE49-F238E27FC236}">
                <a16:creationId xmlns:a16="http://schemas.microsoft.com/office/drawing/2014/main" id="{101A083C-30F7-DD36-EDF9-FCE21587C3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14" name="图片占位符 5">
            <a:extLst>
              <a:ext uri="{FF2B5EF4-FFF2-40B4-BE49-F238E27FC236}">
                <a16:creationId xmlns:a16="http://schemas.microsoft.com/office/drawing/2014/main" id="{F82B4B19-3243-5A41-306F-40D7230D81F3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821106" y="2684381"/>
            <a:ext cx="2868149" cy="286419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图片占位符 5">
            <a:extLst>
              <a:ext uri="{FF2B5EF4-FFF2-40B4-BE49-F238E27FC236}">
                <a16:creationId xmlns:a16="http://schemas.microsoft.com/office/drawing/2014/main" id="{CFA6CE84-E0D2-A78F-A228-78F0F2EF3108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2686429" y="1563330"/>
            <a:ext cx="1350187" cy="134832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6" name="图片占位符 5">
            <a:extLst>
              <a:ext uri="{FF2B5EF4-FFF2-40B4-BE49-F238E27FC236}">
                <a16:creationId xmlns:a16="http://schemas.microsoft.com/office/drawing/2014/main" id="{F7309DA4-D5B6-4487-0428-2F2DA13E450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3419704" y="486791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7" name="图片占位符 5">
            <a:extLst>
              <a:ext uri="{FF2B5EF4-FFF2-40B4-BE49-F238E27FC236}">
                <a16:creationId xmlns:a16="http://schemas.microsoft.com/office/drawing/2014/main" id="{87745E6E-5A16-9003-A0BD-B6D528104ED5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743286" y="219202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文本占位符 21">
            <a:extLst>
              <a:ext uri="{FF2B5EF4-FFF2-40B4-BE49-F238E27FC236}">
                <a16:creationId xmlns:a16="http://schemas.microsoft.com/office/drawing/2014/main" id="{805B7167-F043-499A-CB3A-FC59C6806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1656" y="2069417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>
            <a:extLst>
              <a:ext uri="{FF2B5EF4-FFF2-40B4-BE49-F238E27FC236}">
                <a16:creationId xmlns:a16="http://schemas.microsoft.com/office/drawing/2014/main" id="{7EFBB86E-BA3E-90B3-9EE6-6F440B386F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1658" y="1762499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0" name="文本占位符 21">
            <a:extLst>
              <a:ext uri="{FF2B5EF4-FFF2-40B4-BE49-F238E27FC236}">
                <a16:creationId xmlns:a16="http://schemas.microsoft.com/office/drawing/2014/main" id="{24A46BEB-1A31-718C-7733-9E3AC95EA62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51656" y="3142959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>
            <a:extLst>
              <a:ext uri="{FF2B5EF4-FFF2-40B4-BE49-F238E27FC236}">
                <a16:creationId xmlns:a16="http://schemas.microsoft.com/office/drawing/2014/main" id="{664B296A-428C-DF34-A107-509ACD57C0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51658" y="2836041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599DFA71-AF37-BD90-1C25-20C220CE0DF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1656" y="4216501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>
            <a:extLst>
              <a:ext uri="{FF2B5EF4-FFF2-40B4-BE49-F238E27FC236}">
                <a16:creationId xmlns:a16="http://schemas.microsoft.com/office/drawing/2014/main" id="{B94550D7-91F3-4517-4DDD-20AA2C180FA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51658" y="3909583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1">
            <a:extLst>
              <a:ext uri="{FF2B5EF4-FFF2-40B4-BE49-F238E27FC236}">
                <a16:creationId xmlns:a16="http://schemas.microsoft.com/office/drawing/2014/main" id="{CE108F14-3229-C382-2A1D-B18FA1A584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51655" y="5290043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>
            <a:extLst>
              <a:ext uri="{FF2B5EF4-FFF2-40B4-BE49-F238E27FC236}">
                <a16:creationId xmlns:a16="http://schemas.microsoft.com/office/drawing/2014/main" id="{6413200D-682C-E150-CD81-61A3594479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51657" y="4983125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CB1D5D3B-26F6-0870-D0EE-C5D43A158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1D3D3A-B312-97C5-E965-E621A9D0D48C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1053623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>
            <a:extLst>
              <a:ext uri="{FF2B5EF4-FFF2-40B4-BE49-F238E27FC236}">
                <a16:creationId xmlns:a16="http://schemas.microsoft.com/office/drawing/2014/main" id="{B66392D7-3021-C322-F561-FC83E949E2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9" name="SmartArt 占位符 8">
            <a:extLst>
              <a:ext uri="{FF2B5EF4-FFF2-40B4-BE49-F238E27FC236}">
                <a16:creationId xmlns:a16="http://schemas.microsoft.com/office/drawing/2014/main" id="{3B893257-1AD8-F854-1029-8C7A2806A8B6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7022625" y="1590223"/>
            <a:ext cx="4591360" cy="459136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>
            <a:extLst>
              <a:ext uri="{FF2B5EF4-FFF2-40B4-BE49-F238E27FC236}">
                <a16:creationId xmlns:a16="http://schemas.microsoft.com/office/drawing/2014/main" id="{535CB0F4-1A04-997A-CD7C-69EB1DF822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>
            <a:extLst>
              <a:ext uri="{FF2B5EF4-FFF2-40B4-BE49-F238E27FC236}">
                <a16:creationId xmlns:a16="http://schemas.microsoft.com/office/drawing/2014/main" id="{2E623FA0-BF13-81F5-66BE-3E616D0D2C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86216E39-D031-5D54-49B2-EFFA650C7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356CCB-0C73-81AA-D44E-EC2D8D3BD082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42599824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>
            <a:extLst>
              <a:ext uri="{FF2B5EF4-FFF2-40B4-BE49-F238E27FC236}">
                <a16:creationId xmlns:a16="http://schemas.microsoft.com/office/drawing/2014/main" id="{80151459-A9CD-C032-AB8C-79EFFE3324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0E300B-DBC2-D574-77E9-461D82C318CC}"/>
              </a:ext>
            </a:extLst>
          </p:cNvPr>
          <p:cNvSpPr/>
          <p:nvPr userDrawn="1"/>
        </p:nvSpPr>
        <p:spPr>
          <a:xfrm rot="10800000">
            <a:off x="889037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A182E4-ACBA-ACCC-18BF-435168925D55}"/>
              </a:ext>
            </a:extLst>
          </p:cNvPr>
          <p:cNvSpPr/>
          <p:nvPr userDrawn="1"/>
        </p:nvSpPr>
        <p:spPr>
          <a:xfrm rot="10800000">
            <a:off x="330163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013FEB-91C6-D0DE-99D0-0053DC2D7E65}"/>
              </a:ext>
            </a:extLst>
          </p:cNvPr>
          <p:cNvSpPr/>
          <p:nvPr userDrawn="1"/>
        </p:nvSpPr>
        <p:spPr>
          <a:xfrm>
            <a:off x="6097308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24CDD9-BC79-FE16-F416-D0BE49E115AB}"/>
              </a:ext>
            </a:extLst>
          </p:cNvPr>
          <p:cNvSpPr/>
          <p:nvPr userDrawn="1"/>
        </p:nvSpPr>
        <p:spPr>
          <a:xfrm>
            <a:off x="504000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>
            <a:extLst>
              <a:ext uri="{FF2B5EF4-FFF2-40B4-BE49-F238E27FC236}">
                <a16:creationId xmlns:a16="http://schemas.microsoft.com/office/drawing/2014/main" id="{13CD95B1-EB72-78C1-4341-39EDE3DB6E0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161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1" name="文本占位符 23">
            <a:extLst>
              <a:ext uri="{FF2B5EF4-FFF2-40B4-BE49-F238E27FC236}">
                <a16:creationId xmlns:a16="http://schemas.microsoft.com/office/drawing/2014/main" id="{B6962390-ADD0-96E1-BAE9-E6AEFC9947B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161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cxnSp>
        <p:nvCxnSpPr>
          <p:cNvPr id="12" name="Straight Connector 5">
            <a:extLst>
              <a:ext uri="{FF2B5EF4-FFF2-40B4-BE49-F238E27FC236}">
                <a16:creationId xmlns:a16="http://schemas.microsoft.com/office/drawing/2014/main" id="{A5595FFE-DE6E-5996-7409-A29D400BC154}"/>
              </a:ext>
            </a:extLst>
          </p:cNvPr>
          <p:cNvCxnSpPr>
            <a:cxnSpLocks/>
          </p:cNvCxnSpPr>
          <p:nvPr userDrawn="1"/>
        </p:nvCxnSpPr>
        <p:spPr>
          <a:xfrm>
            <a:off x="91161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21">
            <a:extLst>
              <a:ext uri="{FF2B5EF4-FFF2-40B4-BE49-F238E27FC236}">
                <a16:creationId xmlns:a16="http://schemas.microsoft.com/office/drawing/2014/main" id="{BB8E2B3A-0513-70CB-C933-2CE95F6E14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161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>
            <a:extLst>
              <a:ext uri="{FF2B5EF4-FFF2-40B4-BE49-F238E27FC236}">
                <a16:creationId xmlns:a16="http://schemas.microsoft.com/office/drawing/2014/main" id="{211AD1BB-EAF1-6B70-8DC5-C69AC3641C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61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6" name="文本占位符 21">
            <a:extLst>
              <a:ext uri="{FF2B5EF4-FFF2-40B4-BE49-F238E27FC236}">
                <a16:creationId xmlns:a16="http://schemas.microsoft.com/office/drawing/2014/main" id="{34BE9E5B-EC29-7DE3-722F-091FC18796F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0271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7" name="文本占位符 23">
            <a:extLst>
              <a:ext uri="{FF2B5EF4-FFF2-40B4-BE49-F238E27FC236}">
                <a16:creationId xmlns:a16="http://schemas.microsoft.com/office/drawing/2014/main" id="{108260B1-A16F-5031-40B2-431AADF6CB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271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55B4FDB-7407-6ED6-7CA3-3E7C34133FA9}"/>
              </a:ext>
            </a:extLst>
          </p:cNvPr>
          <p:cNvCxnSpPr>
            <a:cxnSpLocks/>
          </p:cNvCxnSpPr>
          <p:nvPr userDrawn="1"/>
        </p:nvCxnSpPr>
        <p:spPr>
          <a:xfrm>
            <a:off x="370271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1">
            <a:extLst>
              <a:ext uri="{FF2B5EF4-FFF2-40B4-BE49-F238E27FC236}">
                <a16:creationId xmlns:a16="http://schemas.microsoft.com/office/drawing/2014/main" id="{CA225282-48DC-6781-0A7A-AC41EF4AC9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70271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文本占位符 23">
            <a:extLst>
              <a:ext uri="{FF2B5EF4-FFF2-40B4-BE49-F238E27FC236}">
                <a16:creationId xmlns:a16="http://schemas.microsoft.com/office/drawing/2014/main" id="{A4E0DCE4-90AB-8250-D64B-08FF2023D4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0271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1" name="文本占位符 21">
            <a:extLst>
              <a:ext uri="{FF2B5EF4-FFF2-40B4-BE49-F238E27FC236}">
                <a16:creationId xmlns:a16="http://schemas.microsoft.com/office/drawing/2014/main" id="{B3BDE65C-EC7C-D7B0-C686-8A473B74B4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0687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23">
            <a:extLst>
              <a:ext uri="{FF2B5EF4-FFF2-40B4-BE49-F238E27FC236}">
                <a16:creationId xmlns:a16="http://schemas.microsoft.com/office/drawing/2014/main" id="{5947CB7C-4A44-BF2C-3AD6-F935B7DAD15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0687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cxnSp>
        <p:nvCxnSpPr>
          <p:cNvPr id="23" name="Straight Connector 5">
            <a:extLst>
              <a:ext uri="{FF2B5EF4-FFF2-40B4-BE49-F238E27FC236}">
                <a16:creationId xmlns:a16="http://schemas.microsoft.com/office/drawing/2014/main" id="{0368674A-9624-8795-46F5-7E299D55AC69}"/>
              </a:ext>
            </a:extLst>
          </p:cNvPr>
          <p:cNvCxnSpPr>
            <a:cxnSpLocks/>
          </p:cNvCxnSpPr>
          <p:nvPr userDrawn="1"/>
        </p:nvCxnSpPr>
        <p:spPr>
          <a:xfrm>
            <a:off x="650687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1">
            <a:extLst>
              <a:ext uri="{FF2B5EF4-FFF2-40B4-BE49-F238E27FC236}">
                <a16:creationId xmlns:a16="http://schemas.microsoft.com/office/drawing/2014/main" id="{085041E3-14CB-BAC8-DB26-C12F366D45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50687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>
            <a:extLst>
              <a:ext uri="{FF2B5EF4-FFF2-40B4-BE49-F238E27FC236}">
                <a16:creationId xmlns:a16="http://schemas.microsoft.com/office/drawing/2014/main" id="{44A2233C-01DB-9E85-CCE2-5D844DB23AC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0687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2" name="文本占位符 21">
            <a:extLst>
              <a:ext uri="{FF2B5EF4-FFF2-40B4-BE49-F238E27FC236}">
                <a16:creationId xmlns:a16="http://schemas.microsoft.com/office/drawing/2014/main" id="{2522084C-0DC9-8524-DC67-99AB9E8A8E8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30254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33" name="文本占位符 23">
            <a:extLst>
              <a:ext uri="{FF2B5EF4-FFF2-40B4-BE49-F238E27FC236}">
                <a16:creationId xmlns:a16="http://schemas.microsoft.com/office/drawing/2014/main" id="{73C1CC64-4DA2-DFF9-6E2B-1F51335A6ED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0254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34" name="Straight Connector 5">
            <a:extLst>
              <a:ext uri="{FF2B5EF4-FFF2-40B4-BE49-F238E27FC236}">
                <a16:creationId xmlns:a16="http://schemas.microsoft.com/office/drawing/2014/main" id="{9B1B3404-07AF-1521-8B65-CB31C1E7C3B3}"/>
              </a:ext>
            </a:extLst>
          </p:cNvPr>
          <p:cNvCxnSpPr>
            <a:cxnSpLocks/>
          </p:cNvCxnSpPr>
          <p:nvPr userDrawn="1"/>
        </p:nvCxnSpPr>
        <p:spPr>
          <a:xfrm>
            <a:off x="930254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1">
            <a:extLst>
              <a:ext uri="{FF2B5EF4-FFF2-40B4-BE49-F238E27FC236}">
                <a16:creationId xmlns:a16="http://schemas.microsoft.com/office/drawing/2014/main" id="{9A8AC9F7-7D7F-ED8C-8DD0-3ED0323D07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0254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文本占位符 23">
            <a:extLst>
              <a:ext uri="{FF2B5EF4-FFF2-40B4-BE49-F238E27FC236}">
                <a16:creationId xmlns:a16="http://schemas.microsoft.com/office/drawing/2014/main" id="{E47C91AA-BCD1-3B18-FD20-89C8CCF1B1A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0254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928FE0B8-B770-399C-261A-D5203DBA1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C23A26-1AA2-AAB6-4456-A096710CED90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3877244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mage 2" descr="preencoded.png">
            <a:extLst>
              <a:ext uri="{FF2B5EF4-FFF2-40B4-BE49-F238E27FC236}">
                <a16:creationId xmlns:a16="http://schemas.microsoft.com/office/drawing/2014/main" id="{55B61A24-6107-EB85-BC3A-7EE94A5E7DE8}"/>
              </a:ext>
            </a:extLst>
          </p:cNvPr>
          <p:cNvSpPr/>
          <p:nvPr/>
        </p:nvSpPr>
        <p:spPr>
          <a:xfrm>
            <a:off x="338455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956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603CF0B9-49A4-09E8-B83E-1FDCB11B423A}"/>
              </a:ext>
            </a:extLst>
          </p:cNvPr>
          <p:cNvSpPr/>
          <p:nvPr/>
        </p:nvSpPr>
        <p:spPr>
          <a:xfrm>
            <a:off x="4616450" y="1009875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540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14" name="Image 4" descr="preencoded.png">
            <a:extLst>
              <a:ext uri="{FF2B5EF4-FFF2-40B4-BE49-F238E27FC236}">
                <a16:creationId xmlns:a16="http://schemas.microsoft.com/office/drawing/2014/main" id="{3B80E9D3-95D0-AA56-07DC-AAD50E034A2C}"/>
              </a:ext>
            </a:extLst>
          </p:cNvPr>
          <p:cNvSpPr/>
          <p:nvPr/>
        </p:nvSpPr>
        <p:spPr>
          <a:xfrm>
            <a:off x="584200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3440000" scaled="0"/>
          </a:gradFill>
          <a:ln w="63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标题 15">
            <a:extLst>
              <a:ext uri="{FF2B5EF4-FFF2-40B4-BE49-F238E27FC236}">
                <a16:creationId xmlns:a16="http://schemas.microsoft.com/office/drawing/2014/main" id="{5D97F49E-EA34-7D63-4DE1-CBE123A05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9" name="文本占位符 23">
            <a:extLst>
              <a:ext uri="{FF2B5EF4-FFF2-40B4-BE49-F238E27FC236}">
                <a16:creationId xmlns:a16="http://schemas.microsoft.com/office/drawing/2014/main" id="{82AE0130-6563-17BB-718A-6B09A1DCA9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02749" y="2349742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0" name="文本占位符 23">
            <a:extLst>
              <a:ext uri="{FF2B5EF4-FFF2-40B4-BE49-F238E27FC236}">
                <a16:creationId xmlns:a16="http://schemas.microsoft.com/office/drawing/2014/main" id="{3B89DFC5-EB3C-E4D9-F3DA-E337142B35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566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3" name="文本占位符 23">
            <a:extLst>
              <a:ext uri="{FF2B5EF4-FFF2-40B4-BE49-F238E27FC236}">
                <a16:creationId xmlns:a16="http://schemas.microsoft.com/office/drawing/2014/main" id="{E18D57EA-6EB2-1D6E-965D-15207DACCB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311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3578E100-71A7-51EB-1C12-07FF351E62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0299" y="1939772"/>
            <a:ext cx="1209675" cy="1219200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299A584A-91E4-EE94-2551-4C909D4EB3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54631" y="5504253"/>
            <a:ext cx="1209675" cy="1219200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7C2D0549-CC84-23D7-E3A5-45B37167A37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91292" y="3363112"/>
            <a:ext cx="1209675" cy="1219200"/>
          </a:xfrm>
          <a:prstGeom prst="rect">
            <a:avLst/>
          </a:prstGeom>
        </p:spPr>
      </p:pic>
      <p:sp>
        <p:nvSpPr>
          <p:cNvPr id="32" name="Image 6" descr="preencoded.png">
            <a:extLst>
              <a:ext uri="{FF2B5EF4-FFF2-40B4-BE49-F238E27FC236}">
                <a16:creationId xmlns:a16="http://schemas.microsoft.com/office/drawing/2014/main" id="{095BBFBC-C0B2-27A6-C6F3-DED3B4C27970}"/>
              </a:ext>
            </a:extLst>
          </p:cNvPr>
          <p:cNvSpPr/>
          <p:nvPr userDrawn="1"/>
        </p:nvSpPr>
        <p:spPr>
          <a:xfrm>
            <a:off x="2354281" y="4890434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文本占位符 21">
            <a:extLst>
              <a:ext uri="{FF2B5EF4-FFF2-40B4-BE49-F238E27FC236}">
                <a16:creationId xmlns:a16="http://schemas.microsoft.com/office/drawing/2014/main" id="{E7BD8CFE-BEEB-A7A7-0344-09F9940CE1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54281" y="5028930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Image 6" descr="preencoded.png">
            <a:extLst>
              <a:ext uri="{FF2B5EF4-FFF2-40B4-BE49-F238E27FC236}">
                <a16:creationId xmlns:a16="http://schemas.microsoft.com/office/drawing/2014/main" id="{CB40CF59-7758-1E75-15BB-7F638B62CBC2}"/>
              </a:ext>
            </a:extLst>
          </p:cNvPr>
          <p:cNvSpPr/>
          <p:nvPr userDrawn="1"/>
        </p:nvSpPr>
        <p:spPr>
          <a:xfrm>
            <a:off x="1784874" y="2141875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文本占位符 21">
            <a:extLst>
              <a:ext uri="{FF2B5EF4-FFF2-40B4-BE49-F238E27FC236}">
                <a16:creationId xmlns:a16="http://schemas.microsoft.com/office/drawing/2014/main" id="{66341B33-963C-40DC-C51A-2BB2E398D6E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84874" y="2280371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Image 6" descr="preencoded.png">
            <a:extLst>
              <a:ext uri="{FF2B5EF4-FFF2-40B4-BE49-F238E27FC236}">
                <a16:creationId xmlns:a16="http://schemas.microsoft.com/office/drawing/2014/main" id="{89F7A9BF-0B1D-24D0-167B-A627D8A18AF8}"/>
              </a:ext>
            </a:extLst>
          </p:cNvPr>
          <p:cNvSpPr/>
          <p:nvPr userDrawn="1"/>
        </p:nvSpPr>
        <p:spPr>
          <a:xfrm>
            <a:off x="8763630" y="3029147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文本占位符 21">
            <a:extLst>
              <a:ext uri="{FF2B5EF4-FFF2-40B4-BE49-F238E27FC236}">
                <a16:creationId xmlns:a16="http://schemas.microsoft.com/office/drawing/2014/main" id="{06B451D7-EDE8-4F89-D8B5-28D22458348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63630" y="3167643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11074737-7A3B-1916-B66A-2ABC645B7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D786EC-58C8-730E-E5BF-DC646EB26E01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2167832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>
            <a:extLst>
              <a:ext uri="{FF2B5EF4-FFF2-40B4-BE49-F238E27FC236}">
                <a16:creationId xmlns:a16="http://schemas.microsoft.com/office/drawing/2014/main" id="{1B9428D3-627E-D08C-7A8C-7177F659D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F87F452-CDE0-CE61-4D4E-2D32527328FA}"/>
              </a:ext>
            </a:extLst>
          </p:cNvPr>
          <p:cNvGrpSpPr/>
          <p:nvPr userDrawn="1"/>
        </p:nvGrpSpPr>
        <p:grpSpPr>
          <a:xfrm flipV="1">
            <a:off x="3987021" y="4525385"/>
            <a:ext cx="1051944" cy="492442"/>
            <a:chOff x="3994675" y="2246302"/>
            <a:chExt cx="1051944" cy="492442"/>
          </a:xfrm>
        </p:grpSpPr>
        <p:cxnSp>
          <p:nvCxnSpPr>
            <p:cNvPr id="7" name="Straight Connector 37">
              <a:extLst>
                <a:ext uri="{FF2B5EF4-FFF2-40B4-BE49-F238E27FC236}">
                  <a16:creationId xmlns:a16="http://schemas.microsoft.com/office/drawing/2014/main" id="{1DCAA00C-0061-EE47-2133-D04B48698996}"/>
                </a:ext>
              </a:extLst>
            </p:cNvPr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38">
              <a:extLst>
                <a:ext uri="{FF2B5EF4-FFF2-40B4-BE49-F238E27FC236}">
                  <a16:creationId xmlns:a16="http://schemas.microsoft.com/office/drawing/2014/main" id="{EB14C7D1-C92C-D41F-014C-2B4578DB996B}"/>
                </a:ext>
              </a:extLst>
            </p:cNvPr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4A8267F-4340-533B-7C85-E76CA05ACF5B}"/>
              </a:ext>
            </a:extLst>
          </p:cNvPr>
          <p:cNvGrpSpPr/>
          <p:nvPr userDrawn="1"/>
        </p:nvGrpSpPr>
        <p:grpSpPr>
          <a:xfrm rot="10800000">
            <a:off x="7253121" y="4525385"/>
            <a:ext cx="1051944" cy="492442"/>
            <a:chOff x="3994675" y="2246302"/>
            <a:chExt cx="1051944" cy="492442"/>
          </a:xfrm>
        </p:grpSpPr>
        <p:cxnSp>
          <p:nvCxnSpPr>
            <p:cNvPr id="10" name="Straight Connector 37">
              <a:extLst>
                <a:ext uri="{FF2B5EF4-FFF2-40B4-BE49-F238E27FC236}">
                  <a16:creationId xmlns:a16="http://schemas.microsoft.com/office/drawing/2014/main" id="{7721F852-33EE-4C1F-2BBB-7BB89FCEB961}"/>
                </a:ext>
              </a:extLst>
            </p:cNvPr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8">
              <a:extLst>
                <a:ext uri="{FF2B5EF4-FFF2-40B4-BE49-F238E27FC236}">
                  <a16:creationId xmlns:a16="http://schemas.microsoft.com/office/drawing/2014/main" id="{A1434429-3528-27CD-7A40-F942623C8D1A}"/>
                </a:ext>
              </a:extLst>
            </p:cNvPr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05EB665-48E9-6EB1-5FD0-A53FE95D97D3}"/>
              </a:ext>
            </a:extLst>
          </p:cNvPr>
          <p:cNvGrpSpPr/>
          <p:nvPr userDrawn="1"/>
        </p:nvGrpSpPr>
        <p:grpSpPr>
          <a:xfrm>
            <a:off x="3994675" y="2246302"/>
            <a:ext cx="1051944" cy="492442"/>
            <a:chOff x="3994675" y="2246302"/>
            <a:chExt cx="1051944" cy="492442"/>
          </a:xfrm>
        </p:grpSpPr>
        <p:cxnSp>
          <p:nvCxnSpPr>
            <p:cNvPr id="13" name="Straight Connector 37">
              <a:extLst>
                <a:ext uri="{FF2B5EF4-FFF2-40B4-BE49-F238E27FC236}">
                  <a16:creationId xmlns:a16="http://schemas.microsoft.com/office/drawing/2014/main" id="{044F1204-3104-F711-33A4-EDEC8791E7EF}"/>
                </a:ext>
              </a:extLst>
            </p:cNvPr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>
              <a:extLst>
                <a:ext uri="{FF2B5EF4-FFF2-40B4-BE49-F238E27FC236}">
                  <a16:creationId xmlns:a16="http://schemas.microsoft.com/office/drawing/2014/main" id="{03375279-7B64-BB91-5E8E-0AC41F27CE51}"/>
                </a:ext>
              </a:extLst>
            </p:cNvPr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A6296A3-A5B0-4D91-A24A-5CBD2BAAD206}"/>
              </a:ext>
            </a:extLst>
          </p:cNvPr>
          <p:cNvGrpSpPr/>
          <p:nvPr userDrawn="1"/>
        </p:nvGrpSpPr>
        <p:grpSpPr>
          <a:xfrm>
            <a:off x="4178282" y="1825051"/>
            <a:ext cx="3835435" cy="3861041"/>
            <a:chOff x="4336726" y="1927485"/>
            <a:chExt cx="3835435" cy="3861041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83EE987-68B2-4442-FB9E-BBA2624ECE8F}"/>
                </a:ext>
              </a:extLst>
            </p:cNvPr>
            <p:cNvSpPr/>
            <p:nvPr/>
          </p:nvSpPr>
          <p:spPr bwMode="auto">
            <a:xfrm>
              <a:off x="4336726" y="3259811"/>
              <a:ext cx="1914459" cy="2297350"/>
            </a:xfrm>
            <a:custGeom>
              <a:avLst/>
              <a:gdLst/>
              <a:ahLst/>
              <a:cxnLst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  <a:cxn ang="0">
                  <a:pos x="321" y="335"/>
                </a:cxn>
                <a:cxn ang="0">
                  <a:pos x="437" y="401"/>
                </a:cxn>
                <a:cxn ang="0">
                  <a:pos x="496" y="408"/>
                </a:cxn>
                <a:cxn ang="0">
                  <a:pos x="496" y="595"/>
                </a:cxn>
                <a:cxn ang="0">
                  <a:pos x="430" y="591"/>
                </a:cxn>
                <a:cxn ang="0">
                  <a:pos x="189" y="468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</a:cxnLst>
              <a:rect l="0" t="0" r="r" b="b"/>
              <a:pathLst>
                <a:path w="496" h="595">
                  <a:moveTo>
                    <a:pt x="248" y="158"/>
                  </a:move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ubicBezTo>
                    <a:pt x="257" y="247"/>
                    <a:pt x="281" y="295"/>
                    <a:pt x="321" y="335"/>
                  </a:cubicBezTo>
                  <a:cubicBezTo>
                    <a:pt x="355" y="369"/>
                    <a:pt x="393" y="391"/>
                    <a:pt x="437" y="401"/>
                  </a:cubicBezTo>
                  <a:cubicBezTo>
                    <a:pt x="456" y="406"/>
                    <a:pt x="475" y="408"/>
                    <a:pt x="496" y="408"/>
                  </a:cubicBezTo>
                  <a:cubicBezTo>
                    <a:pt x="496" y="595"/>
                    <a:pt x="496" y="595"/>
                    <a:pt x="496" y="595"/>
                  </a:cubicBezTo>
                  <a:cubicBezTo>
                    <a:pt x="474" y="595"/>
                    <a:pt x="452" y="594"/>
                    <a:pt x="430" y="591"/>
                  </a:cubicBezTo>
                  <a:cubicBezTo>
                    <a:pt x="338" y="578"/>
                    <a:pt x="258" y="537"/>
                    <a:pt x="189" y="468"/>
                  </a:cubicBezTo>
                  <a:cubicBezTo>
                    <a:pt x="112" y="390"/>
                    <a:pt x="69" y="299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lnTo>
                    <a:pt x="248" y="158"/>
                  </a:ln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32B0004-D113-014D-4A04-EB9C5E55273B}"/>
                </a:ext>
              </a:extLst>
            </p:cNvPr>
            <p:cNvSpPr/>
            <p:nvPr/>
          </p:nvSpPr>
          <p:spPr bwMode="auto">
            <a:xfrm>
              <a:off x="5633669" y="3869180"/>
              <a:ext cx="2303868" cy="1919346"/>
            </a:xfrm>
            <a:custGeom>
              <a:avLst/>
              <a:gdLst/>
              <a:ahLst/>
              <a:cxnLst>
                <a:cxn ang="0">
                  <a:pos x="403" y="61"/>
                </a:cxn>
                <a:cxn ang="0">
                  <a:pos x="410" y="2"/>
                </a:cxn>
                <a:cxn ang="0">
                  <a:pos x="410" y="0"/>
                </a:cxn>
                <a:cxn ang="0">
                  <a:pos x="597" y="0"/>
                </a:cxn>
                <a:cxn ang="0">
                  <a:pos x="597" y="2"/>
                </a:cxn>
                <a:cxn ang="0">
                  <a:pos x="592" y="68"/>
                </a:cxn>
                <a:cxn ang="0">
                  <a:pos x="469" y="310"/>
                </a:cxn>
                <a:cxn ang="0">
                  <a:pos x="161" y="437"/>
                </a:cxn>
                <a:cxn ang="0">
                  <a:pos x="160" y="437"/>
                </a:cxn>
                <a:cxn ang="0">
                  <a:pos x="160" y="497"/>
                </a:cxn>
                <a:cxn ang="0">
                  <a:pos x="0" y="341"/>
                </a:cxn>
                <a:cxn ang="0">
                  <a:pos x="160" y="185"/>
                </a:cxn>
                <a:cxn ang="0">
                  <a:pos x="160" y="250"/>
                </a:cxn>
                <a:cxn ang="0">
                  <a:pos x="161" y="250"/>
                </a:cxn>
                <a:cxn ang="0">
                  <a:pos x="337" y="177"/>
                </a:cxn>
                <a:cxn ang="0">
                  <a:pos x="403" y="61"/>
                </a:cxn>
              </a:cxnLst>
              <a:rect l="0" t="0" r="r" b="b"/>
              <a:pathLst>
                <a:path w="597" h="497">
                  <a:moveTo>
                    <a:pt x="403" y="61"/>
                  </a:moveTo>
                  <a:cubicBezTo>
                    <a:pt x="408" y="42"/>
                    <a:pt x="410" y="22"/>
                    <a:pt x="410" y="2"/>
                  </a:cubicBezTo>
                  <a:cubicBezTo>
                    <a:pt x="410" y="1"/>
                    <a:pt x="410" y="0"/>
                    <a:pt x="41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597" y="0"/>
                    <a:pt x="597" y="1"/>
                    <a:pt x="597" y="2"/>
                  </a:cubicBezTo>
                  <a:cubicBezTo>
                    <a:pt x="597" y="24"/>
                    <a:pt x="595" y="46"/>
                    <a:pt x="592" y="68"/>
                  </a:cubicBezTo>
                  <a:cubicBezTo>
                    <a:pt x="579" y="160"/>
                    <a:pt x="538" y="241"/>
                    <a:pt x="469" y="310"/>
                  </a:cubicBezTo>
                  <a:cubicBezTo>
                    <a:pt x="384" y="395"/>
                    <a:pt x="281" y="437"/>
                    <a:pt x="161" y="437"/>
                  </a:cubicBezTo>
                  <a:cubicBezTo>
                    <a:pt x="161" y="437"/>
                    <a:pt x="160" y="437"/>
                    <a:pt x="160" y="437"/>
                  </a:cubicBezTo>
                  <a:cubicBezTo>
                    <a:pt x="160" y="497"/>
                    <a:pt x="160" y="497"/>
                    <a:pt x="160" y="497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160" y="185"/>
                    <a:pt x="160" y="185"/>
                    <a:pt x="160" y="185"/>
                  </a:cubicBezTo>
                  <a:cubicBezTo>
                    <a:pt x="160" y="250"/>
                    <a:pt x="160" y="250"/>
                    <a:pt x="160" y="250"/>
                  </a:cubicBezTo>
                  <a:cubicBezTo>
                    <a:pt x="160" y="250"/>
                    <a:pt x="161" y="250"/>
                    <a:pt x="161" y="250"/>
                  </a:cubicBezTo>
                  <a:cubicBezTo>
                    <a:pt x="230" y="250"/>
                    <a:pt x="288" y="226"/>
                    <a:pt x="337" y="177"/>
                  </a:cubicBezTo>
                  <a:cubicBezTo>
                    <a:pt x="371" y="143"/>
                    <a:pt x="393" y="104"/>
                    <a:pt x="403" y="61"/>
                  </a:cubicBezTo>
                  <a:close/>
                </a:path>
              </a:pathLst>
            </a:custGeom>
            <a:solidFill>
              <a:srgbClr val="008FA3"/>
            </a:solidFill>
            <a:ln w="9525">
              <a:noFill/>
              <a:round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6D356EE-7C5F-E5C1-6FC4-2DAF75DE974C}"/>
                </a:ext>
              </a:extLst>
            </p:cNvPr>
            <p:cNvSpPr/>
            <p:nvPr/>
          </p:nvSpPr>
          <p:spPr bwMode="auto">
            <a:xfrm>
              <a:off x="6251185" y="2189344"/>
              <a:ext cx="1920976" cy="2305496"/>
            </a:xfrm>
            <a:custGeom>
              <a:avLst/>
              <a:gdLst/>
              <a:ahLst/>
              <a:cxnLst>
                <a:cxn ang="0">
                  <a:pos x="67" y="5"/>
                </a:cxn>
                <a:cxn ang="0">
                  <a:pos x="309" y="129"/>
                </a:cxn>
                <a:cxn ang="0">
                  <a:pos x="437" y="435"/>
                </a:cxn>
                <a:cxn ang="0">
                  <a:pos x="498" y="435"/>
                </a:cxn>
                <a:cxn ang="0">
                  <a:pos x="341" y="597"/>
                </a:cxn>
                <a:cxn ang="0">
                  <a:pos x="184" y="435"/>
                </a:cxn>
                <a:cxn ang="0">
                  <a:pos x="250" y="435"/>
                </a:cxn>
                <a:cxn ang="0">
                  <a:pos x="177" y="261"/>
                </a:cxn>
                <a:cxn ang="0">
                  <a:pos x="60" y="194"/>
                </a:cxn>
                <a:cxn ang="0">
                  <a:pos x="1" y="188"/>
                </a:cxn>
                <a:cxn ang="0">
                  <a:pos x="0" y="188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67" y="5"/>
                </a:cxn>
              </a:cxnLst>
              <a:rect l="0" t="0" r="r" b="b"/>
              <a:pathLst>
                <a:path w="498" h="597">
                  <a:moveTo>
                    <a:pt x="67" y="5"/>
                  </a:moveTo>
                  <a:cubicBezTo>
                    <a:pt x="159" y="18"/>
                    <a:pt x="240" y="59"/>
                    <a:pt x="309" y="129"/>
                  </a:cubicBezTo>
                  <a:cubicBezTo>
                    <a:pt x="394" y="213"/>
                    <a:pt x="436" y="315"/>
                    <a:pt x="437" y="435"/>
                  </a:cubicBezTo>
                  <a:cubicBezTo>
                    <a:pt x="498" y="435"/>
                    <a:pt x="498" y="435"/>
                    <a:pt x="498" y="435"/>
                  </a:cubicBezTo>
                  <a:cubicBezTo>
                    <a:pt x="341" y="597"/>
                    <a:pt x="341" y="597"/>
                    <a:pt x="341" y="597"/>
                  </a:cubicBezTo>
                  <a:cubicBezTo>
                    <a:pt x="184" y="435"/>
                    <a:pt x="184" y="435"/>
                    <a:pt x="184" y="435"/>
                  </a:cubicBezTo>
                  <a:cubicBezTo>
                    <a:pt x="250" y="435"/>
                    <a:pt x="250" y="435"/>
                    <a:pt x="250" y="435"/>
                  </a:cubicBezTo>
                  <a:cubicBezTo>
                    <a:pt x="249" y="367"/>
                    <a:pt x="225" y="309"/>
                    <a:pt x="177" y="261"/>
                  </a:cubicBezTo>
                  <a:cubicBezTo>
                    <a:pt x="143" y="227"/>
                    <a:pt x="104" y="205"/>
                    <a:pt x="60" y="194"/>
                  </a:cubicBezTo>
                  <a:cubicBezTo>
                    <a:pt x="41" y="190"/>
                    <a:pt x="21" y="188"/>
                    <a:pt x="1" y="188"/>
                  </a:cubicBezTo>
                  <a:cubicBezTo>
                    <a:pt x="1" y="188"/>
                    <a:pt x="0" y="188"/>
                    <a:pt x="0" y="18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4" y="0"/>
                    <a:pt x="46" y="2"/>
                    <a:pt x="67" y="5"/>
                  </a:cubicBezTo>
                  <a:close/>
                </a:path>
              </a:pathLst>
            </a:custGeom>
            <a:solidFill>
              <a:srgbClr val="006B7A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F4588D64-4CCB-357D-0263-2D306F7006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8836" y="1927485"/>
              <a:ext cx="2297350" cy="1914458"/>
            </a:xfrm>
            <a:custGeom>
              <a:avLst/>
              <a:gdLst/>
              <a:ahLst/>
              <a:cxnLst>
                <a:cxn ang="0">
                  <a:pos x="96" y="338"/>
                </a:cxn>
                <a:cxn ang="0">
                  <a:pos x="95" y="338"/>
                </a:cxn>
                <a:cxn ang="0">
                  <a:pos x="96" y="338"/>
                </a:cxn>
                <a:cxn ang="0">
                  <a:pos x="435" y="0"/>
                </a:cxn>
                <a:cxn ang="0">
                  <a:pos x="595" y="157"/>
                </a:cxn>
                <a:cxn ang="0">
                  <a:pos x="435" y="314"/>
                </a:cxn>
                <a:cxn ang="0">
                  <a:pos x="435" y="249"/>
                </a:cxn>
                <a:cxn ang="0">
                  <a:pos x="260" y="322"/>
                </a:cxn>
                <a:cxn ang="0">
                  <a:pos x="194" y="437"/>
                </a:cxn>
                <a:cxn ang="0">
                  <a:pos x="187" y="496"/>
                </a:cxn>
                <a:cxn ang="0">
                  <a:pos x="0" y="496"/>
                </a:cxn>
                <a:cxn ang="0">
                  <a:pos x="5" y="429"/>
                </a:cxn>
                <a:cxn ang="0">
                  <a:pos x="128" y="190"/>
                </a:cxn>
                <a:cxn ang="0">
                  <a:pos x="435" y="61"/>
                </a:cxn>
                <a:cxn ang="0">
                  <a:pos x="435" y="0"/>
                </a:cxn>
              </a:cxnLst>
              <a:rect l="0" t="0" r="r" b="b"/>
              <a:pathLst>
                <a:path w="595" h="496">
                  <a:moveTo>
                    <a:pt x="96" y="338"/>
                  </a:moveTo>
                  <a:cubicBezTo>
                    <a:pt x="96" y="338"/>
                    <a:pt x="95" y="338"/>
                    <a:pt x="95" y="338"/>
                  </a:cubicBezTo>
                  <a:cubicBezTo>
                    <a:pt x="96" y="338"/>
                    <a:pt x="96" y="338"/>
                    <a:pt x="96" y="338"/>
                  </a:cubicBezTo>
                  <a:close/>
                  <a:moveTo>
                    <a:pt x="435" y="0"/>
                  </a:moveTo>
                  <a:cubicBezTo>
                    <a:pt x="595" y="157"/>
                    <a:pt x="595" y="157"/>
                    <a:pt x="595" y="157"/>
                  </a:cubicBezTo>
                  <a:cubicBezTo>
                    <a:pt x="435" y="314"/>
                    <a:pt x="435" y="314"/>
                    <a:pt x="435" y="314"/>
                  </a:cubicBezTo>
                  <a:cubicBezTo>
                    <a:pt x="435" y="249"/>
                    <a:pt x="435" y="249"/>
                    <a:pt x="435" y="249"/>
                  </a:cubicBezTo>
                  <a:cubicBezTo>
                    <a:pt x="367" y="249"/>
                    <a:pt x="309" y="273"/>
                    <a:pt x="260" y="322"/>
                  </a:cubicBezTo>
                  <a:cubicBezTo>
                    <a:pt x="227" y="356"/>
                    <a:pt x="204" y="394"/>
                    <a:pt x="194" y="437"/>
                  </a:cubicBezTo>
                  <a:cubicBezTo>
                    <a:pt x="190" y="456"/>
                    <a:pt x="187" y="475"/>
                    <a:pt x="187" y="496"/>
                  </a:cubicBezTo>
                  <a:cubicBezTo>
                    <a:pt x="0" y="496"/>
                    <a:pt x="0" y="496"/>
                    <a:pt x="0" y="496"/>
                  </a:cubicBezTo>
                  <a:cubicBezTo>
                    <a:pt x="0" y="473"/>
                    <a:pt x="2" y="451"/>
                    <a:pt x="5" y="429"/>
                  </a:cubicBezTo>
                  <a:cubicBezTo>
                    <a:pt x="18" y="338"/>
                    <a:pt x="59" y="258"/>
                    <a:pt x="128" y="190"/>
                  </a:cubicBezTo>
                  <a:cubicBezTo>
                    <a:pt x="213" y="104"/>
                    <a:pt x="315" y="62"/>
                    <a:pt x="435" y="61"/>
                  </a:cubicBezTo>
                  <a:lnTo>
                    <a:pt x="435" y="0"/>
                  </a:lnTo>
                  <a:close/>
                </a:path>
              </a:pathLst>
            </a:custGeom>
            <a:solidFill>
              <a:srgbClr val="004852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0" name="Text Placeholder 3">
              <a:extLst>
                <a:ext uri="{FF2B5EF4-FFF2-40B4-BE49-F238E27FC236}">
                  <a16:creationId xmlns:a16="http://schemas.microsoft.com/office/drawing/2014/main" id="{1BD0D114-346E-4B14-A65E-5ACD644869EE}"/>
                </a:ext>
              </a:extLst>
            </p:cNvPr>
            <p:cNvSpPr txBox="1"/>
            <p:nvPr/>
          </p:nvSpPr>
          <p:spPr>
            <a:xfrm>
              <a:off x="6120243" y="2353088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200">
                <a:spcBef>
                  <a:spcPct val="20000"/>
                </a:spcBef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02</a:t>
              </a:r>
            </a:p>
          </p:txBody>
        </p:sp>
        <p:sp>
          <p:nvSpPr>
            <p:cNvPr id="21" name="Text Placeholder 3">
              <a:extLst>
                <a:ext uri="{FF2B5EF4-FFF2-40B4-BE49-F238E27FC236}">
                  <a16:creationId xmlns:a16="http://schemas.microsoft.com/office/drawing/2014/main" id="{F5D8C9AE-EDD8-4F13-B71F-A7FEBD9003BA}"/>
                </a:ext>
              </a:extLst>
            </p:cNvPr>
            <p:cNvSpPr txBox="1"/>
            <p:nvPr/>
          </p:nvSpPr>
          <p:spPr>
            <a:xfrm>
              <a:off x="7367955" y="388861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</a:p>
          </p:txBody>
        </p:sp>
        <p:sp>
          <p:nvSpPr>
            <p:cNvPr id="22" name="Text Placeholder 3">
              <a:extLst>
                <a:ext uri="{FF2B5EF4-FFF2-40B4-BE49-F238E27FC236}">
                  <a16:creationId xmlns:a16="http://schemas.microsoft.com/office/drawing/2014/main" id="{0182CCD1-1B19-7B41-655A-4F4FE2E09B0E}"/>
                </a:ext>
              </a:extLst>
            </p:cNvPr>
            <p:cNvSpPr txBox="1"/>
            <p:nvPr/>
          </p:nvSpPr>
          <p:spPr>
            <a:xfrm>
              <a:off x="6020689" y="501943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D5CBFFA3-E648-5D33-E384-7D28B4CCFBD1}"/>
                </a:ext>
              </a:extLst>
            </p:cNvPr>
            <p:cNvSpPr/>
            <p:nvPr userDrawn="1"/>
          </p:nvSpPr>
          <p:spPr bwMode="auto">
            <a:xfrm>
              <a:off x="4338271" y="3264133"/>
              <a:ext cx="1207332" cy="739714"/>
            </a:xfrm>
            <a:custGeom>
              <a:avLst/>
              <a:gdLst/>
              <a:ahLst/>
              <a:cxnLst>
                <a:cxn ang="0">
                  <a:pos x="250" y="192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</a:cxnLst>
              <a:rect l="0" t="0" r="r" b="b"/>
              <a:pathLst>
                <a:path w="313" h="192">
                  <a:moveTo>
                    <a:pt x="25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248" y="158"/>
                    <a:pt x="248" y="158"/>
                    <a:pt x="248" y="158"/>
                  </a:cubicBez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srgbClr val="DCE4F4">
                  <a:alpha val="24000"/>
                </a:srgb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4" name="Text Placeholder 3">
              <a:extLst>
                <a:ext uri="{FF2B5EF4-FFF2-40B4-BE49-F238E27FC236}">
                  <a16:creationId xmlns:a16="http://schemas.microsoft.com/office/drawing/2014/main" id="{06D831CF-C62A-04E6-1516-E3946FEDEA84}"/>
                </a:ext>
              </a:extLst>
            </p:cNvPr>
            <p:cNvSpPr txBox="1"/>
            <p:nvPr/>
          </p:nvSpPr>
          <p:spPr>
            <a:xfrm>
              <a:off x="4753105" y="3616259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302F312-F99F-1E92-8822-3DAC4D4C8E4A}"/>
              </a:ext>
            </a:extLst>
          </p:cNvPr>
          <p:cNvGrpSpPr/>
          <p:nvPr userDrawn="1"/>
        </p:nvGrpSpPr>
        <p:grpSpPr>
          <a:xfrm rot="10800000" flipV="1">
            <a:off x="7136876" y="2246302"/>
            <a:ext cx="1051944" cy="492442"/>
            <a:chOff x="3994675" y="2246302"/>
            <a:chExt cx="1051944" cy="492442"/>
          </a:xfrm>
        </p:grpSpPr>
        <p:cxnSp>
          <p:nvCxnSpPr>
            <p:cNvPr id="26" name="Straight Connector 37">
              <a:extLst>
                <a:ext uri="{FF2B5EF4-FFF2-40B4-BE49-F238E27FC236}">
                  <a16:creationId xmlns:a16="http://schemas.microsoft.com/office/drawing/2014/main" id="{3D70AC5F-2CA5-12D7-6F46-91AAB87B7196}"/>
                </a:ext>
              </a:extLst>
            </p:cNvPr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38">
              <a:extLst>
                <a:ext uri="{FF2B5EF4-FFF2-40B4-BE49-F238E27FC236}">
                  <a16:creationId xmlns:a16="http://schemas.microsoft.com/office/drawing/2014/main" id="{DEBC6322-CA2F-5A31-6342-B5A38B60CD1D}"/>
                </a:ext>
              </a:extLst>
            </p:cNvPr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占位符 21">
            <a:extLst>
              <a:ext uri="{FF2B5EF4-FFF2-40B4-BE49-F238E27FC236}">
                <a16:creationId xmlns:a16="http://schemas.microsoft.com/office/drawing/2014/main" id="{FEC65DD6-C5B1-64CF-9148-5CE06C4A19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1557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9" name="文本占位符 23">
            <a:extLst>
              <a:ext uri="{FF2B5EF4-FFF2-40B4-BE49-F238E27FC236}">
                <a16:creationId xmlns:a16="http://schemas.microsoft.com/office/drawing/2014/main" id="{997B377F-D6E9-8E5A-D915-7FA014016E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0" name="文本占位符 21">
            <a:extLst>
              <a:ext uri="{FF2B5EF4-FFF2-40B4-BE49-F238E27FC236}">
                <a16:creationId xmlns:a16="http://schemas.microsoft.com/office/drawing/2014/main" id="{7861EC7A-7AF3-D83C-0E3C-8F85BB4B36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557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1" name="文本占位符 23">
            <a:extLst>
              <a:ext uri="{FF2B5EF4-FFF2-40B4-BE49-F238E27FC236}">
                <a16:creationId xmlns:a16="http://schemas.microsoft.com/office/drawing/2014/main" id="{14EC23F5-4357-CD09-D414-A12708481E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1556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2" name="文本占位符 21">
            <a:extLst>
              <a:ext uri="{FF2B5EF4-FFF2-40B4-BE49-F238E27FC236}">
                <a16:creationId xmlns:a16="http://schemas.microsoft.com/office/drawing/2014/main" id="{F929E199-2A1E-81C9-2603-546C333FFF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96610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3" name="文本占位符 23">
            <a:extLst>
              <a:ext uri="{FF2B5EF4-FFF2-40B4-BE49-F238E27FC236}">
                <a16:creationId xmlns:a16="http://schemas.microsoft.com/office/drawing/2014/main" id="{DA969A55-1E45-B216-84B3-01352A4BB4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96609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4" name="文本占位符 21">
            <a:extLst>
              <a:ext uri="{FF2B5EF4-FFF2-40B4-BE49-F238E27FC236}">
                <a16:creationId xmlns:a16="http://schemas.microsoft.com/office/drawing/2014/main" id="{78ED3061-70C4-C38A-7370-80B0A2CAC57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96610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5" name="文本占位符 23">
            <a:extLst>
              <a:ext uri="{FF2B5EF4-FFF2-40B4-BE49-F238E27FC236}">
                <a16:creationId xmlns:a16="http://schemas.microsoft.com/office/drawing/2014/main" id="{D4D5B00E-1EF6-0674-58B0-38FE0321EB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96609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DB79B098-421D-C8D4-2EBD-F974E608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3AC558-4601-433B-CCED-E2BEDE041D3A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34303090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>
            <a:extLst>
              <a:ext uri="{FF2B5EF4-FFF2-40B4-BE49-F238E27FC236}">
                <a16:creationId xmlns:a16="http://schemas.microsoft.com/office/drawing/2014/main" id="{5C3C1B98-A866-12E0-A2C1-99EF446915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pic>
        <p:nvPicPr>
          <p:cNvPr id="25" name="图片 7">
            <a:extLst>
              <a:ext uri="{FF2B5EF4-FFF2-40B4-BE49-F238E27FC236}">
                <a16:creationId xmlns:a16="http://schemas.microsoft.com/office/drawing/2014/main" id="{190892E5-43A5-570E-894B-9AD7B84668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4996187" y="3951171"/>
            <a:ext cx="2196439" cy="26497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19685AE-B6F9-7BD9-AD8F-1D9196E43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997780" y="1233488"/>
            <a:ext cx="2196439" cy="2649775"/>
          </a:xfrm>
          <a:prstGeom prst="rect">
            <a:avLst/>
          </a:prstGeom>
        </p:spPr>
      </p:pic>
      <p:pic>
        <p:nvPicPr>
          <p:cNvPr id="31" name="图片 7">
            <a:extLst>
              <a:ext uri="{FF2B5EF4-FFF2-40B4-BE49-F238E27FC236}">
                <a16:creationId xmlns:a16="http://schemas.microsoft.com/office/drawing/2014/main" id="{8399E0BE-72EB-0659-0705-A79D488BF4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6200000" flipH="1" flipV="1">
            <a:off x="6356218" y="2592435"/>
            <a:ext cx="2196439" cy="2649775"/>
          </a:xfrm>
          <a:prstGeom prst="rect">
            <a:avLst/>
          </a:prstGeom>
        </p:spPr>
      </p:pic>
      <p:pic>
        <p:nvPicPr>
          <p:cNvPr id="28" name="图片 7">
            <a:extLst>
              <a:ext uri="{FF2B5EF4-FFF2-40B4-BE49-F238E27FC236}">
                <a16:creationId xmlns:a16="http://schemas.microsoft.com/office/drawing/2014/main" id="{FB100D79-3D9E-1458-90CB-4FF769117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6200000">
            <a:off x="3641250" y="2590692"/>
            <a:ext cx="2196439" cy="2649775"/>
          </a:xfrm>
          <a:prstGeom prst="rect">
            <a:avLst/>
          </a:prstGeom>
        </p:spPr>
      </p:pic>
      <p:sp>
        <p:nvSpPr>
          <p:cNvPr id="11" name="文本占位符 21">
            <a:extLst>
              <a:ext uri="{FF2B5EF4-FFF2-40B4-BE49-F238E27FC236}">
                <a16:creationId xmlns:a16="http://schemas.microsoft.com/office/drawing/2014/main" id="{42D1A204-D495-C820-A1A4-A38671D564C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81600" y="2167805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>
            <a:extLst>
              <a:ext uri="{FF2B5EF4-FFF2-40B4-BE49-F238E27FC236}">
                <a16:creationId xmlns:a16="http://schemas.microsoft.com/office/drawing/2014/main" id="{8F3108DB-9070-5CBC-A080-9892EAA8312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181600" y="1789240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3" name="文本占位符 21">
            <a:extLst>
              <a:ext uri="{FF2B5EF4-FFF2-40B4-BE49-F238E27FC236}">
                <a16:creationId xmlns:a16="http://schemas.microsoft.com/office/drawing/2014/main" id="{CB248A83-8600-AFF1-999A-2EE524B5C261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181600" y="5334227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>
            <a:extLst>
              <a:ext uri="{FF2B5EF4-FFF2-40B4-BE49-F238E27FC236}">
                <a16:creationId xmlns:a16="http://schemas.microsoft.com/office/drawing/2014/main" id="{0D54C2EE-FA38-1C96-9098-E863492FA4DE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181600" y="495566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5" name="文本占位符 21">
            <a:extLst>
              <a:ext uri="{FF2B5EF4-FFF2-40B4-BE49-F238E27FC236}">
                <a16:creationId xmlns:a16="http://schemas.microsoft.com/office/drawing/2014/main" id="{AE57AB0F-6160-A54B-17A7-D50285EC0814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638427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文本占位符 23">
            <a:extLst>
              <a:ext uri="{FF2B5EF4-FFF2-40B4-BE49-F238E27FC236}">
                <a16:creationId xmlns:a16="http://schemas.microsoft.com/office/drawing/2014/main" id="{838D2984-B0D8-7661-FF95-0DB8189E7EBD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3638427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7" name="文本占位符 21">
            <a:extLst>
              <a:ext uri="{FF2B5EF4-FFF2-40B4-BE49-F238E27FC236}">
                <a16:creationId xmlns:a16="http://schemas.microsoft.com/office/drawing/2014/main" id="{E0263CBA-7E4F-013E-47F1-34B96A2C840E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754220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>
            <a:extLst>
              <a:ext uri="{FF2B5EF4-FFF2-40B4-BE49-F238E27FC236}">
                <a16:creationId xmlns:a16="http://schemas.microsoft.com/office/drawing/2014/main" id="{21D8408F-A52E-1C8B-2423-B6FEB91FFB97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754220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0425137C-5460-2DBB-92E3-14FF6797C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DCB05D-D831-903E-91C3-43380F7C0D93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16435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3">
            <a:extLst>
              <a:ext uri="{FF2B5EF4-FFF2-40B4-BE49-F238E27FC236}">
                <a16:creationId xmlns:a16="http://schemas.microsoft.com/office/drawing/2014/main" id="{C65BA833-DCDF-F75A-CDA3-51ECA86B47CF}"/>
              </a:ext>
            </a:extLst>
          </p:cNvPr>
          <p:cNvSpPr/>
          <p:nvPr/>
        </p:nvSpPr>
        <p:spPr>
          <a:xfrm>
            <a:off x="6550911" y="1906318"/>
            <a:ext cx="2351648" cy="2351648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0B46DC1D-8870-66AC-1D39-8BD0FF83C819}"/>
              </a:ext>
            </a:extLst>
          </p:cNvPr>
          <p:cNvSpPr/>
          <p:nvPr/>
        </p:nvSpPr>
        <p:spPr>
          <a:xfrm>
            <a:off x="8582535" y="2085415"/>
            <a:ext cx="2172551" cy="2172551"/>
          </a:xfrm>
          <a:prstGeom prst="ellipse">
            <a:avLst/>
          </a:prstGeom>
          <a:solidFill>
            <a:srgbClr val="00B3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7">
            <a:extLst>
              <a:ext uri="{FF2B5EF4-FFF2-40B4-BE49-F238E27FC236}">
                <a16:creationId xmlns:a16="http://schemas.microsoft.com/office/drawing/2014/main" id="{3DDB0B7F-C4F7-1733-9F60-8D7A5B80C410}"/>
              </a:ext>
            </a:extLst>
          </p:cNvPr>
          <p:cNvSpPr/>
          <p:nvPr/>
        </p:nvSpPr>
        <p:spPr>
          <a:xfrm>
            <a:off x="2962471" y="1656141"/>
            <a:ext cx="2601825" cy="2601826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19D293C7-3FF2-2C45-189C-B0ADFBED810D}"/>
              </a:ext>
            </a:extLst>
          </p:cNvPr>
          <p:cNvSpPr/>
          <p:nvPr/>
        </p:nvSpPr>
        <p:spPr>
          <a:xfrm>
            <a:off x="5244272" y="2631304"/>
            <a:ext cx="1626662" cy="162666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d-ID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1" name="Oval 2">
            <a:extLst>
              <a:ext uri="{FF2B5EF4-FFF2-40B4-BE49-F238E27FC236}">
                <a16:creationId xmlns:a16="http://schemas.microsoft.com/office/drawing/2014/main" id="{FD258109-6607-57A1-B93B-22A91F3AB87A}"/>
              </a:ext>
            </a:extLst>
          </p:cNvPr>
          <p:cNvSpPr/>
          <p:nvPr/>
        </p:nvSpPr>
        <p:spPr>
          <a:xfrm>
            <a:off x="1436914" y="2412384"/>
            <a:ext cx="1845582" cy="184558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id="{1C4675FC-46EC-29D8-BCA2-BBE4B09F4743}"/>
              </a:ext>
            </a:extLst>
          </p:cNvPr>
          <p:cNvSpPr/>
          <p:nvPr userDrawn="1"/>
        </p:nvSpPr>
        <p:spPr>
          <a:xfrm>
            <a:off x="0" y="3279454"/>
            <a:ext cx="12192000" cy="3578546"/>
          </a:xfrm>
          <a:prstGeom prst="rect">
            <a:avLst/>
          </a:prstGeom>
          <a:solidFill>
            <a:srgbClr val="E6F7FA"/>
          </a:solidFill>
          <a:ln>
            <a:noFill/>
          </a:ln>
          <a:effectLst>
            <a:outerShdw blurRad="622300" dist="292100" dir="16200000" sx="94000" sy="94000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标题 15">
            <a:extLst>
              <a:ext uri="{FF2B5EF4-FFF2-40B4-BE49-F238E27FC236}">
                <a16:creationId xmlns:a16="http://schemas.microsoft.com/office/drawing/2014/main" id="{63EBF4ED-FFAF-29A8-222F-DB3CE988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文本占位符 21">
            <a:extLst>
              <a:ext uri="{FF2B5EF4-FFF2-40B4-BE49-F238E27FC236}">
                <a16:creationId xmlns:a16="http://schemas.microsoft.com/office/drawing/2014/main" id="{656B6781-0BD1-8945-A058-12AAF61950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14554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031E2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" name="文本占位符 23">
            <a:extLst>
              <a:ext uri="{FF2B5EF4-FFF2-40B4-BE49-F238E27FC236}">
                <a16:creationId xmlns:a16="http://schemas.microsoft.com/office/drawing/2014/main" id="{0A4A7424-9468-4DD3-9D39-1B4D9E70B6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3818155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420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CF99A75-E7D1-22D1-7233-32DD05A0F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0" name="文本占位符 23">
            <a:extLst>
              <a:ext uri="{FF2B5EF4-FFF2-40B4-BE49-F238E27FC236}">
                <a16:creationId xmlns:a16="http://schemas.microsoft.com/office/drawing/2014/main" id="{E9FE68F3-9FAA-2EC6-8F2C-388C8D9B58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43257" y="258349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1" name="文本占位符 23">
            <a:extLst>
              <a:ext uri="{FF2B5EF4-FFF2-40B4-BE49-F238E27FC236}">
                <a16:creationId xmlns:a16="http://schemas.microsoft.com/office/drawing/2014/main" id="{CF253681-E848-7968-48DE-638F8D5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335" y="26313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2" name="文本占位符 23">
            <a:extLst>
              <a:ext uri="{FF2B5EF4-FFF2-40B4-BE49-F238E27FC236}">
                <a16:creationId xmlns:a16="http://schemas.microsoft.com/office/drawing/2014/main" id="{6EAD8CA2-27BC-D745-ED52-E53B5C41AF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02586" y="2857758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3" name="文本占位符 23">
            <a:extLst>
              <a:ext uri="{FF2B5EF4-FFF2-40B4-BE49-F238E27FC236}">
                <a16:creationId xmlns:a16="http://schemas.microsoft.com/office/drawing/2014/main" id="{5955D4AC-A9A3-A2CE-9F21-7FB90ACD53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06387" y="2866522"/>
            <a:ext cx="976566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4" name="文本占位符 23">
            <a:extLst>
              <a:ext uri="{FF2B5EF4-FFF2-40B4-BE49-F238E27FC236}">
                <a16:creationId xmlns:a16="http://schemas.microsoft.com/office/drawing/2014/main" id="{44F8B8B9-6801-E779-B90E-1C06617F95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14754" y="2866522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449158-1548-8709-099D-28151E861809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2953643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>
            <a:extLst>
              <a:ext uri="{FF2B5EF4-FFF2-40B4-BE49-F238E27FC236}">
                <a16:creationId xmlns:a16="http://schemas.microsoft.com/office/drawing/2014/main" id="{299F775F-314C-EFEA-64D3-46B0104C44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8447665-672E-2839-085E-468722EF5981}"/>
              </a:ext>
            </a:extLst>
          </p:cNvPr>
          <p:cNvGrpSpPr/>
          <p:nvPr userDrawn="1"/>
        </p:nvGrpSpPr>
        <p:grpSpPr>
          <a:xfrm>
            <a:off x="1788526" y="2103880"/>
            <a:ext cx="8742314" cy="3217422"/>
            <a:chOff x="2175241" y="2429082"/>
            <a:chExt cx="7968884" cy="2932778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B9748AF-B7D8-75DD-71DE-43C423F25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5206" y="2985075"/>
              <a:ext cx="1832616" cy="1822284"/>
            </a:xfrm>
            <a:custGeom>
              <a:avLst/>
              <a:gdLst>
                <a:gd name="T0" fmla="*/ 0 w 320"/>
                <a:gd name="T1" fmla="*/ 189 h 316"/>
                <a:gd name="T2" fmla="*/ 200 w 320"/>
                <a:gd name="T3" fmla="*/ 0 h 316"/>
                <a:gd name="T4" fmla="*/ 320 w 320"/>
                <a:gd name="T5" fmla="*/ 127 h 316"/>
                <a:gd name="T6" fmla="*/ 120 w 320"/>
                <a:gd name="T7" fmla="*/ 316 h 316"/>
                <a:gd name="T8" fmla="*/ 0 w 320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316">
                  <a:moveTo>
                    <a:pt x="0" y="189"/>
                  </a:moveTo>
                  <a:cubicBezTo>
                    <a:pt x="102" y="179"/>
                    <a:pt x="185" y="101"/>
                    <a:pt x="200" y="0"/>
                  </a:cubicBezTo>
                  <a:cubicBezTo>
                    <a:pt x="320" y="127"/>
                    <a:pt x="320" y="127"/>
                    <a:pt x="320" y="127"/>
                  </a:cubicBezTo>
                  <a:cubicBezTo>
                    <a:pt x="218" y="137"/>
                    <a:pt x="135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E34ADB4-6E9A-6D9D-33CA-78FB96071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814" y="2991272"/>
              <a:ext cx="1799559" cy="1816087"/>
            </a:xfrm>
            <a:custGeom>
              <a:avLst/>
              <a:gdLst>
                <a:gd name="T0" fmla="*/ 127 w 314"/>
                <a:gd name="T1" fmla="*/ 0 h 315"/>
                <a:gd name="T2" fmla="*/ 314 w 314"/>
                <a:gd name="T3" fmla="*/ 189 h 315"/>
                <a:gd name="T4" fmla="*/ 187 w 314"/>
                <a:gd name="T5" fmla="*/ 315 h 315"/>
                <a:gd name="T6" fmla="*/ 0 w 314"/>
                <a:gd name="T7" fmla="*/ 125 h 315"/>
                <a:gd name="T8" fmla="*/ 127 w 314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315">
                  <a:moveTo>
                    <a:pt x="127" y="0"/>
                  </a:moveTo>
                  <a:cubicBezTo>
                    <a:pt x="141" y="97"/>
                    <a:pt x="217" y="174"/>
                    <a:pt x="314" y="189"/>
                  </a:cubicBezTo>
                  <a:cubicBezTo>
                    <a:pt x="187" y="315"/>
                    <a:pt x="187" y="315"/>
                    <a:pt x="187" y="315"/>
                  </a:cubicBezTo>
                  <a:cubicBezTo>
                    <a:pt x="173" y="217"/>
                    <a:pt x="97" y="140"/>
                    <a:pt x="0" y="125"/>
                  </a:cubicBezTo>
                  <a:lnTo>
                    <a:pt x="12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2C037C98-1D0C-C65A-9F7C-2B3C2BB5D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0219" y="2985075"/>
              <a:ext cx="1838814" cy="1822284"/>
            </a:xfrm>
            <a:custGeom>
              <a:avLst/>
              <a:gdLst>
                <a:gd name="T0" fmla="*/ 0 w 321"/>
                <a:gd name="T1" fmla="*/ 189 h 316"/>
                <a:gd name="T2" fmla="*/ 201 w 321"/>
                <a:gd name="T3" fmla="*/ 0 h 316"/>
                <a:gd name="T4" fmla="*/ 321 w 321"/>
                <a:gd name="T5" fmla="*/ 127 h 316"/>
                <a:gd name="T6" fmla="*/ 120 w 321"/>
                <a:gd name="T7" fmla="*/ 316 h 316"/>
                <a:gd name="T8" fmla="*/ 0 w 321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1" h="316">
                  <a:moveTo>
                    <a:pt x="0" y="189"/>
                  </a:moveTo>
                  <a:cubicBezTo>
                    <a:pt x="102" y="179"/>
                    <a:pt x="185" y="101"/>
                    <a:pt x="201" y="0"/>
                  </a:cubicBezTo>
                  <a:cubicBezTo>
                    <a:pt x="321" y="127"/>
                    <a:pt x="321" y="127"/>
                    <a:pt x="321" y="127"/>
                  </a:cubicBezTo>
                  <a:cubicBezTo>
                    <a:pt x="218" y="137"/>
                    <a:pt x="136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5FBB72B7-1126-4FDC-778F-FB7BF1C8E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4075" y="2985075"/>
              <a:ext cx="1809888" cy="1822284"/>
            </a:xfrm>
            <a:custGeom>
              <a:avLst/>
              <a:gdLst>
                <a:gd name="T0" fmla="*/ 126 w 316"/>
                <a:gd name="T1" fmla="*/ 0 h 316"/>
                <a:gd name="T2" fmla="*/ 316 w 316"/>
                <a:gd name="T3" fmla="*/ 190 h 316"/>
                <a:gd name="T4" fmla="*/ 191 w 316"/>
                <a:gd name="T5" fmla="*/ 316 h 316"/>
                <a:gd name="T6" fmla="*/ 0 w 316"/>
                <a:gd name="T7" fmla="*/ 126 h 316"/>
                <a:gd name="T8" fmla="*/ 126 w 316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316">
                  <a:moveTo>
                    <a:pt x="126" y="0"/>
                  </a:moveTo>
                  <a:cubicBezTo>
                    <a:pt x="140" y="99"/>
                    <a:pt x="218" y="176"/>
                    <a:pt x="316" y="190"/>
                  </a:cubicBezTo>
                  <a:cubicBezTo>
                    <a:pt x="191" y="316"/>
                    <a:pt x="191" y="316"/>
                    <a:pt x="191" y="316"/>
                  </a:cubicBezTo>
                  <a:cubicBezTo>
                    <a:pt x="176" y="217"/>
                    <a:pt x="99" y="140"/>
                    <a:pt x="0" y="126"/>
                  </a:cubicBezTo>
                  <a:lnTo>
                    <a:pt x="12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1" name="Oval 36">
              <a:extLst>
                <a:ext uri="{FF2B5EF4-FFF2-40B4-BE49-F238E27FC236}">
                  <a16:creationId xmlns:a16="http://schemas.microsoft.com/office/drawing/2014/main" id="{C88470B9-AF9C-ACBB-8F8A-CC4E5142C48D}"/>
                </a:ext>
              </a:extLst>
            </p:cNvPr>
            <p:cNvSpPr/>
            <p:nvPr/>
          </p:nvSpPr>
          <p:spPr>
            <a:xfrm>
              <a:off x="2175241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2" name="Oval 37">
              <a:extLst>
                <a:ext uri="{FF2B5EF4-FFF2-40B4-BE49-F238E27FC236}">
                  <a16:creationId xmlns:a16="http://schemas.microsoft.com/office/drawing/2014/main" id="{5CA469F7-0C72-B888-DBE9-F26F522E2D5B}"/>
                </a:ext>
              </a:extLst>
            </p:cNvPr>
            <p:cNvSpPr/>
            <p:nvPr/>
          </p:nvSpPr>
          <p:spPr>
            <a:xfrm>
              <a:off x="549130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3" name="Oval 39">
              <a:extLst>
                <a:ext uri="{FF2B5EF4-FFF2-40B4-BE49-F238E27FC236}">
                  <a16:creationId xmlns:a16="http://schemas.microsoft.com/office/drawing/2014/main" id="{507B642C-5CC4-ADDF-BC96-70E5C7B04305}"/>
                </a:ext>
              </a:extLst>
            </p:cNvPr>
            <p:cNvSpPr/>
            <p:nvPr/>
          </p:nvSpPr>
          <p:spPr>
            <a:xfrm>
              <a:off x="885202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4" name="Oval 42">
              <a:extLst>
                <a:ext uri="{FF2B5EF4-FFF2-40B4-BE49-F238E27FC236}">
                  <a16:creationId xmlns:a16="http://schemas.microsoft.com/office/drawing/2014/main" id="{FA28979A-E6F0-D03A-7155-DA4F674EF4D4}"/>
                </a:ext>
              </a:extLst>
            </p:cNvPr>
            <p:cNvSpPr/>
            <p:nvPr/>
          </p:nvSpPr>
          <p:spPr>
            <a:xfrm>
              <a:off x="7140833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defTabSz="457200" fontAlgn="auto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</a:endParaRPr>
            </a:p>
          </p:txBody>
        </p:sp>
        <p:sp>
          <p:nvSpPr>
            <p:cNvPr id="15" name="Oval 43">
              <a:extLst>
                <a:ext uri="{FF2B5EF4-FFF2-40B4-BE49-F238E27FC236}">
                  <a16:creationId xmlns:a16="http://schemas.microsoft.com/office/drawing/2014/main" id="{3F42B24E-659B-09EF-16D0-27900A68580B}"/>
                </a:ext>
              </a:extLst>
            </p:cNvPr>
            <p:cNvSpPr/>
            <p:nvPr/>
          </p:nvSpPr>
          <p:spPr>
            <a:xfrm>
              <a:off x="3786312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</p:grpSp>
      <p:sp>
        <p:nvSpPr>
          <p:cNvPr id="16" name="文本占位符 21">
            <a:extLst>
              <a:ext uri="{FF2B5EF4-FFF2-40B4-BE49-F238E27FC236}">
                <a16:creationId xmlns:a16="http://schemas.microsoft.com/office/drawing/2014/main" id="{126E7B32-61D7-381D-CE6B-F78CB4BDC1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1833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>
            <a:extLst>
              <a:ext uri="{FF2B5EF4-FFF2-40B4-BE49-F238E27FC236}">
                <a16:creationId xmlns:a16="http://schemas.microsoft.com/office/drawing/2014/main" id="{79EC158C-F35E-A7F0-8963-3EA4E80968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01833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8" name="文本占位符 21">
            <a:extLst>
              <a:ext uri="{FF2B5EF4-FFF2-40B4-BE49-F238E27FC236}">
                <a16:creationId xmlns:a16="http://schemas.microsoft.com/office/drawing/2014/main" id="{1B714C45-C54A-7633-FEEE-616374793E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63141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>
            <a:extLst>
              <a:ext uri="{FF2B5EF4-FFF2-40B4-BE49-F238E27FC236}">
                <a16:creationId xmlns:a16="http://schemas.microsoft.com/office/drawing/2014/main" id="{ED11F047-859D-E59A-9832-196349FA2B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63141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0" name="文本占位符 21">
            <a:extLst>
              <a:ext uri="{FF2B5EF4-FFF2-40B4-BE49-F238E27FC236}">
                <a16:creationId xmlns:a16="http://schemas.microsoft.com/office/drawing/2014/main" id="{0CA649EB-C47F-74E5-303C-92B6A1E0B2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6513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>
            <a:extLst>
              <a:ext uri="{FF2B5EF4-FFF2-40B4-BE49-F238E27FC236}">
                <a16:creationId xmlns:a16="http://schemas.microsoft.com/office/drawing/2014/main" id="{78E52672-C78E-0B24-9AC0-5A696A2BE9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6513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F79598B0-EBC2-741D-E5F6-420A3A70DF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59409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>
            <a:extLst>
              <a:ext uri="{FF2B5EF4-FFF2-40B4-BE49-F238E27FC236}">
                <a16:creationId xmlns:a16="http://schemas.microsoft.com/office/drawing/2014/main" id="{54A2A35B-0683-41A3-59B5-64A6E3D83BC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59409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1">
            <a:extLst>
              <a:ext uri="{FF2B5EF4-FFF2-40B4-BE49-F238E27FC236}">
                <a16:creationId xmlns:a16="http://schemas.microsoft.com/office/drawing/2014/main" id="{DCD22616-7731-9DFD-4708-F625A43431E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04638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>
            <a:extLst>
              <a:ext uri="{FF2B5EF4-FFF2-40B4-BE49-F238E27FC236}">
                <a16:creationId xmlns:a16="http://schemas.microsoft.com/office/drawing/2014/main" id="{CE112F1E-F329-677E-96BF-3100AFAAB1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04638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3DEC774D-832C-1E94-B52B-B4DB18917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29" name="图形 28" descr="网络 纯色填充">
            <a:extLst>
              <a:ext uri="{FF2B5EF4-FFF2-40B4-BE49-F238E27FC236}">
                <a16:creationId xmlns:a16="http://schemas.microsoft.com/office/drawing/2014/main" id="{D2FCBA06-62A6-4AA9-3A6F-B8562DA9E7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3122" y="2441383"/>
            <a:ext cx="720000" cy="720000"/>
          </a:xfrm>
          <a:prstGeom prst="rect">
            <a:avLst/>
          </a:prstGeom>
        </p:spPr>
      </p:pic>
      <p:pic>
        <p:nvPicPr>
          <p:cNvPr id="31" name="图形 30" descr="循环流程图 纯色填充">
            <a:extLst>
              <a:ext uri="{FF2B5EF4-FFF2-40B4-BE49-F238E27FC236}">
                <a16:creationId xmlns:a16="http://schemas.microsoft.com/office/drawing/2014/main" id="{EB772838-E7D7-9C48-3B5F-3E86A51ABA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332" y="4226611"/>
            <a:ext cx="720000" cy="720000"/>
          </a:xfrm>
          <a:prstGeom prst="rect">
            <a:avLst/>
          </a:prstGeom>
        </p:spPr>
      </p:pic>
      <p:pic>
        <p:nvPicPr>
          <p:cNvPr id="34" name="图形 33" descr="网络 纯色填充">
            <a:extLst>
              <a:ext uri="{FF2B5EF4-FFF2-40B4-BE49-F238E27FC236}">
                <a16:creationId xmlns:a16="http://schemas.microsoft.com/office/drawing/2014/main" id="{67B111CA-5124-4EC3-7F0A-A1BD447DB6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0913" y="2441383"/>
            <a:ext cx="720000" cy="720000"/>
          </a:xfrm>
          <a:prstGeom prst="rect">
            <a:avLst/>
          </a:prstGeom>
        </p:spPr>
      </p:pic>
      <p:pic>
        <p:nvPicPr>
          <p:cNvPr id="35" name="图形 34" descr="网络 纯色填充">
            <a:extLst>
              <a:ext uri="{FF2B5EF4-FFF2-40B4-BE49-F238E27FC236}">
                <a16:creationId xmlns:a16="http://schemas.microsoft.com/office/drawing/2014/main" id="{177199F7-B93E-0C1F-FE3F-0E0E1B420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9038" y="2441383"/>
            <a:ext cx="720000" cy="720000"/>
          </a:xfrm>
          <a:prstGeom prst="rect">
            <a:avLst/>
          </a:prstGeom>
        </p:spPr>
      </p:pic>
      <p:pic>
        <p:nvPicPr>
          <p:cNvPr id="36" name="图形 35" descr="循环流程图 纯色填充">
            <a:extLst>
              <a:ext uri="{FF2B5EF4-FFF2-40B4-BE49-F238E27FC236}">
                <a16:creationId xmlns:a16="http://schemas.microsoft.com/office/drawing/2014/main" id="{C59D0732-A99E-8547-8ED8-1998FCD06E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5598" y="4226611"/>
            <a:ext cx="720000" cy="720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0C8B09E-A60B-22F3-A90A-43021A94D8F1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41889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>
            <a:extLst>
              <a:ext uri="{FF2B5EF4-FFF2-40B4-BE49-F238E27FC236}">
                <a16:creationId xmlns:a16="http://schemas.microsoft.com/office/drawing/2014/main" id="{0DAF7621-8875-A16D-75D3-FF01437962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275D6AD-7477-BECE-B3BC-B10927427933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4020967" y="619313"/>
            <a:ext cx="4148975" cy="8427602"/>
          </a:xfrm>
          <a:custGeom>
            <a:avLst/>
            <a:gdLst>
              <a:gd name="T0" fmla="*/ 0 w 483"/>
              <a:gd name="T1" fmla="*/ 965 h 965"/>
              <a:gd name="T2" fmla="*/ 483 w 483"/>
              <a:gd name="T3" fmla="*/ 482 h 965"/>
              <a:gd name="T4" fmla="*/ 0 w 483"/>
              <a:gd name="T5" fmla="*/ 0 h 965"/>
              <a:gd name="T6" fmla="*/ 0 w 483"/>
              <a:gd name="T7" fmla="*/ 965 h 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3" h="965">
                <a:moveTo>
                  <a:pt x="0" y="965"/>
                </a:moveTo>
                <a:cubicBezTo>
                  <a:pt x="267" y="965"/>
                  <a:pt x="483" y="749"/>
                  <a:pt x="483" y="482"/>
                </a:cubicBezTo>
                <a:cubicBezTo>
                  <a:pt x="483" y="216"/>
                  <a:pt x="267" y="0"/>
                  <a:pt x="0" y="0"/>
                </a:cubicBezTo>
                <a:lnTo>
                  <a:pt x="0" y="965"/>
                </a:lnTo>
                <a:close/>
              </a:path>
            </a:pathLst>
          </a:custGeom>
          <a:noFill/>
          <a:ln>
            <a:solidFill>
              <a:schemeClr val="tx1">
                <a:alpha val="2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20059DC4-EFAE-073B-A5D5-4032610563FD}"/>
              </a:ext>
            </a:extLst>
          </p:cNvPr>
          <p:cNvSpPr/>
          <p:nvPr userDrawn="1"/>
        </p:nvSpPr>
        <p:spPr>
          <a:xfrm rot="10800000">
            <a:off x="1981273" y="562696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11B5B468-0531-D55B-A832-3FFB5E3296F7}"/>
              </a:ext>
            </a:extLst>
          </p:cNvPr>
          <p:cNvSpPr/>
          <p:nvPr userDrawn="1"/>
        </p:nvSpPr>
        <p:spPr>
          <a:xfrm rot="10800000">
            <a:off x="2916705" y="3988990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CCB890AD-6C41-C906-8A91-E0F441D1F14E}"/>
              </a:ext>
            </a:extLst>
          </p:cNvPr>
          <p:cNvSpPr/>
          <p:nvPr userDrawn="1"/>
        </p:nvSpPr>
        <p:spPr>
          <a:xfrm rot="10800000">
            <a:off x="9118454" y="4035733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8082A4B3-2876-A891-379F-D5C32223D881}"/>
              </a:ext>
            </a:extLst>
          </p:cNvPr>
          <p:cNvSpPr/>
          <p:nvPr userDrawn="1"/>
        </p:nvSpPr>
        <p:spPr>
          <a:xfrm rot="10800000">
            <a:off x="10046573" y="562558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9DB83065-67CF-7937-C276-872D959F4DC1}"/>
              </a:ext>
            </a:extLst>
          </p:cNvPr>
          <p:cNvSpPr/>
          <p:nvPr userDrawn="1"/>
        </p:nvSpPr>
        <p:spPr>
          <a:xfrm rot="10800000">
            <a:off x="6004158" y="2651289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文本占位符 21">
            <a:extLst>
              <a:ext uri="{FF2B5EF4-FFF2-40B4-BE49-F238E27FC236}">
                <a16:creationId xmlns:a16="http://schemas.microsoft.com/office/drawing/2014/main" id="{8F06A5D6-F648-3DDB-4731-BB9EA475FD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69812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>
            <a:extLst>
              <a:ext uri="{FF2B5EF4-FFF2-40B4-BE49-F238E27FC236}">
                <a16:creationId xmlns:a16="http://schemas.microsoft.com/office/drawing/2014/main" id="{E943054F-4BFE-E057-CD04-8F76068ABC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69812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4" name="文本占位符 21">
            <a:extLst>
              <a:ext uri="{FF2B5EF4-FFF2-40B4-BE49-F238E27FC236}">
                <a16:creationId xmlns:a16="http://schemas.microsoft.com/office/drawing/2014/main" id="{F37C3D72-C6B1-DF27-2F37-3155EB073C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84212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>
            <a:extLst>
              <a:ext uri="{FF2B5EF4-FFF2-40B4-BE49-F238E27FC236}">
                <a16:creationId xmlns:a16="http://schemas.microsoft.com/office/drawing/2014/main" id="{980F963A-3BF6-FD76-60F6-DC6E3AA107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84212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6" name="文本占位符 21">
            <a:extLst>
              <a:ext uri="{FF2B5EF4-FFF2-40B4-BE49-F238E27FC236}">
                <a16:creationId xmlns:a16="http://schemas.microsoft.com/office/drawing/2014/main" id="{332D5823-1678-FE29-A0E2-BE69927C7B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81600" y="3326110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>
            <a:extLst>
              <a:ext uri="{FF2B5EF4-FFF2-40B4-BE49-F238E27FC236}">
                <a16:creationId xmlns:a16="http://schemas.microsoft.com/office/drawing/2014/main" id="{1F059380-69C2-9905-3688-030AD9F0F1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81600" y="2947545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8" name="文本占位符 21">
            <a:extLst>
              <a:ext uri="{FF2B5EF4-FFF2-40B4-BE49-F238E27FC236}">
                <a16:creationId xmlns:a16="http://schemas.microsoft.com/office/drawing/2014/main" id="{D5CCD003-9D82-998B-E808-C15BA21910C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78990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>
            <a:extLst>
              <a:ext uri="{FF2B5EF4-FFF2-40B4-BE49-F238E27FC236}">
                <a16:creationId xmlns:a16="http://schemas.microsoft.com/office/drawing/2014/main" id="{A3641D32-0F81-3224-9B67-BBCA2D5680C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78990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0" name="文本占位符 21">
            <a:extLst>
              <a:ext uri="{FF2B5EF4-FFF2-40B4-BE49-F238E27FC236}">
                <a16:creationId xmlns:a16="http://schemas.microsoft.com/office/drawing/2014/main" id="{1B4AE4F8-18C3-DF0C-0BB6-2B653862AC4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18153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>
            <a:extLst>
              <a:ext uri="{FF2B5EF4-FFF2-40B4-BE49-F238E27FC236}">
                <a16:creationId xmlns:a16="http://schemas.microsoft.com/office/drawing/2014/main" id="{3410E17C-8A17-37AD-AA67-6E47BC3681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18153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C7A6EB0D-07BC-6ABB-A4BF-91651307B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854843-5340-87B0-A29A-55043C44D577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2608297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>
            <a:extLst>
              <a:ext uri="{FF2B5EF4-FFF2-40B4-BE49-F238E27FC236}">
                <a16:creationId xmlns:a16="http://schemas.microsoft.com/office/drawing/2014/main" id="{B491FC00-E682-D004-A89F-D2E0715852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45E3C29-442D-937E-53E6-287CD52ABDDE}"/>
              </a:ext>
            </a:extLst>
          </p:cNvPr>
          <p:cNvGrpSpPr/>
          <p:nvPr userDrawn="1"/>
        </p:nvGrpSpPr>
        <p:grpSpPr>
          <a:xfrm>
            <a:off x="4424798" y="2126861"/>
            <a:ext cx="3240000" cy="3240000"/>
            <a:chOff x="4388172" y="2235404"/>
            <a:chExt cx="3240000" cy="3240000"/>
          </a:xfrm>
        </p:grpSpPr>
        <p:sp>
          <p:nvSpPr>
            <p:cNvPr id="7" name="图形">
              <a:extLst>
                <a:ext uri="{FF2B5EF4-FFF2-40B4-BE49-F238E27FC236}">
                  <a16:creationId xmlns:a16="http://schemas.microsoft.com/office/drawing/2014/main" id="{15D7D163-4C89-5227-61C3-42750C60C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172" y="2595404"/>
              <a:ext cx="2520000" cy="2520000"/>
            </a:xfrm>
            <a:prstGeom prst="ellipse">
              <a:avLst/>
            </a:prstGeom>
            <a:noFill/>
            <a:ln w="9525">
              <a:solidFill>
                <a:srgbClr val="00B3CC">
                  <a:alpha val="5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65097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1C7E9379-1965-125D-1275-06A6BA6E1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172" y="2235404"/>
              <a:ext cx="3240000" cy="3240000"/>
            </a:xfrm>
            <a:prstGeom prst="ellipse">
              <a:avLst/>
            </a:prstGeom>
            <a:noFill/>
            <a:ln w="6350">
              <a:solidFill>
                <a:srgbClr val="00B3CC">
                  <a:alpha val="4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9" name="图形">
              <a:extLst>
                <a:ext uri="{FF2B5EF4-FFF2-40B4-BE49-F238E27FC236}">
                  <a16:creationId xmlns:a16="http://schemas.microsoft.com/office/drawing/2014/main" id="{3AD7DC9B-4195-EDFE-E1AF-12C1040CF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8172" y="2955404"/>
              <a:ext cx="1800000" cy="1800000"/>
            </a:xfrm>
            <a:prstGeom prst="ellipse">
              <a:avLst/>
            </a:prstGeom>
            <a:noFill/>
            <a:ln w="12700">
              <a:solidFill>
                <a:srgbClr val="00B3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53C54330-1410-4C1A-4826-2A33548DC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8172" y="3315404"/>
              <a:ext cx="1080000" cy="1080000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 sz="2800" b="1" dirty="0">
                <a:solidFill>
                  <a:srgbClr val="FFFFFF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</p:grpSp>
      <p:cxnSp>
        <p:nvCxnSpPr>
          <p:cNvPr id="35" name="图形">
            <a:extLst>
              <a:ext uri="{FF2B5EF4-FFF2-40B4-BE49-F238E27FC236}">
                <a16:creationId xmlns:a16="http://schemas.microsoft.com/office/drawing/2014/main" id="{CF2C1266-2CC0-BF8C-0123-10397CBF39F7}"/>
              </a:ext>
            </a:extLst>
          </p:cNvPr>
          <p:cNvCxnSpPr>
            <a:cxnSpLocks/>
          </p:cNvCxnSpPr>
          <p:nvPr/>
        </p:nvCxnSpPr>
        <p:spPr>
          <a:xfrm flipH="1">
            <a:off x="504000" y="283696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878BF3A-897A-7D87-FC90-B016004FE550}"/>
              </a:ext>
            </a:extLst>
          </p:cNvPr>
          <p:cNvGrpSpPr/>
          <p:nvPr/>
        </p:nvGrpSpPr>
        <p:grpSpPr>
          <a:xfrm>
            <a:off x="3448050" y="1861555"/>
            <a:ext cx="715010" cy="715010"/>
            <a:chOff x="3448050" y="2005330"/>
            <a:chExt cx="715010" cy="715010"/>
          </a:xfrm>
        </p:grpSpPr>
        <p:sp>
          <p:nvSpPr>
            <p:cNvPr id="37" name="图形">
              <a:extLst>
                <a:ext uri="{FF2B5EF4-FFF2-40B4-BE49-F238E27FC236}">
                  <a16:creationId xmlns:a16="http://schemas.microsoft.com/office/drawing/2014/main" id="{EA346133-C81E-6E7A-2667-95AA45ADF8E7}"/>
                </a:ext>
              </a:extLst>
            </p:cNvPr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38" name="图形">
              <a:extLst>
                <a:ext uri="{FF2B5EF4-FFF2-40B4-BE49-F238E27FC236}">
                  <a16:creationId xmlns:a16="http://schemas.microsoft.com/office/drawing/2014/main" id="{90804BC7-4A1A-C3CF-13C7-9B4C91E2389B}"/>
                </a:ext>
              </a:extLst>
            </p:cNvPr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9" name="图形">
                <a:extLst>
                  <a:ext uri="{FF2B5EF4-FFF2-40B4-BE49-F238E27FC236}">
                    <a16:creationId xmlns:a16="http://schemas.microsoft.com/office/drawing/2014/main" id="{0A9A26BD-DBB4-3ADD-866C-62BFD5142C68}"/>
                  </a:ext>
                </a:extLst>
              </p:cNvPr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40" name="图形">
                <a:extLst>
                  <a:ext uri="{FF2B5EF4-FFF2-40B4-BE49-F238E27FC236}">
                    <a16:creationId xmlns:a16="http://schemas.microsoft.com/office/drawing/2014/main" id="{1662FA7C-1D12-26EF-D605-8948C741F9F8}"/>
                  </a:ext>
                </a:extLst>
              </p:cNvPr>
              <p:cNvCxnSpPr>
                <a:cxnSpLocks/>
                <a:stCxn id="39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图形">
            <a:extLst>
              <a:ext uri="{FF2B5EF4-FFF2-40B4-BE49-F238E27FC236}">
                <a16:creationId xmlns:a16="http://schemas.microsoft.com/office/drawing/2014/main" id="{368973E8-B8C1-04CE-62C7-7365A47E8CB5}"/>
              </a:ext>
            </a:extLst>
          </p:cNvPr>
          <p:cNvCxnSpPr>
            <a:cxnSpLocks/>
          </p:cNvCxnSpPr>
          <p:nvPr/>
        </p:nvCxnSpPr>
        <p:spPr>
          <a:xfrm flipH="1">
            <a:off x="504000" y="430523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6D3EC38-9F65-D945-D353-233AAA2B3171}"/>
              </a:ext>
            </a:extLst>
          </p:cNvPr>
          <p:cNvGrpSpPr/>
          <p:nvPr/>
        </p:nvGrpSpPr>
        <p:grpSpPr>
          <a:xfrm>
            <a:off x="3448050" y="3329825"/>
            <a:ext cx="715010" cy="715010"/>
            <a:chOff x="3448050" y="2005330"/>
            <a:chExt cx="715010" cy="715010"/>
          </a:xfrm>
        </p:grpSpPr>
        <p:sp>
          <p:nvSpPr>
            <p:cNvPr id="28" name="图形">
              <a:extLst>
                <a:ext uri="{FF2B5EF4-FFF2-40B4-BE49-F238E27FC236}">
                  <a16:creationId xmlns:a16="http://schemas.microsoft.com/office/drawing/2014/main" id="{5BF39FA1-28C5-63DB-AB53-F79F00939986}"/>
                </a:ext>
              </a:extLst>
            </p:cNvPr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9" name="图形">
              <a:extLst>
                <a:ext uri="{FF2B5EF4-FFF2-40B4-BE49-F238E27FC236}">
                  <a16:creationId xmlns:a16="http://schemas.microsoft.com/office/drawing/2014/main" id="{F1B0C155-139B-9260-22E4-01A579DAE894}"/>
                </a:ext>
              </a:extLst>
            </p:cNvPr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0" name="图形">
                <a:extLst>
                  <a:ext uri="{FF2B5EF4-FFF2-40B4-BE49-F238E27FC236}">
                    <a16:creationId xmlns:a16="http://schemas.microsoft.com/office/drawing/2014/main" id="{15BC2518-9EB5-9DA9-3888-AF7C500EF779}"/>
                  </a:ext>
                </a:extLst>
              </p:cNvPr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31" name="图形">
                <a:extLst>
                  <a:ext uri="{FF2B5EF4-FFF2-40B4-BE49-F238E27FC236}">
                    <a16:creationId xmlns:a16="http://schemas.microsoft.com/office/drawing/2014/main" id="{7B2BCAF6-FA13-A610-E08E-29347EA90A6A}"/>
                  </a:ext>
                </a:extLst>
              </p:cNvPr>
              <p:cNvCxnSpPr>
                <a:cxnSpLocks/>
                <a:stCxn id="3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图形">
            <a:extLst>
              <a:ext uri="{FF2B5EF4-FFF2-40B4-BE49-F238E27FC236}">
                <a16:creationId xmlns:a16="http://schemas.microsoft.com/office/drawing/2014/main" id="{9FB0109A-57A0-6FF7-3E96-A47B30F9D5FD}"/>
              </a:ext>
            </a:extLst>
          </p:cNvPr>
          <p:cNvCxnSpPr>
            <a:cxnSpLocks/>
          </p:cNvCxnSpPr>
          <p:nvPr/>
        </p:nvCxnSpPr>
        <p:spPr>
          <a:xfrm flipH="1">
            <a:off x="504000" y="577350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2D9C114-7370-A7B1-4178-88EE82899DB8}"/>
              </a:ext>
            </a:extLst>
          </p:cNvPr>
          <p:cNvGrpSpPr/>
          <p:nvPr/>
        </p:nvGrpSpPr>
        <p:grpSpPr>
          <a:xfrm>
            <a:off x="3448050" y="4798095"/>
            <a:ext cx="715010" cy="715010"/>
            <a:chOff x="3448050" y="2005330"/>
            <a:chExt cx="715010" cy="715010"/>
          </a:xfrm>
        </p:grpSpPr>
        <p:sp>
          <p:nvSpPr>
            <p:cNvPr id="19" name="图形">
              <a:extLst>
                <a:ext uri="{FF2B5EF4-FFF2-40B4-BE49-F238E27FC236}">
                  <a16:creationId xmlns:a16="http://schemas.microsoft.com/office/drawing/2014/main" id="{3D72F6CD-583B-587D-6265-BAD8B78A235A}"/>
                </a:ext>
              </a:extLst>
            </p:cNvPr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0" name="图形">
              <a:extLst>
                <a:ext uri="{FF2B5EF4-FFF2-40B4-BE49-F238E27FC236}">
                  <a16:creationId xmlns:a16="http://schemas.microsoft.com/office/drawing/2014/main" id="{AC26D149-6649-5005-87F0-B51020648F86}"/>
                </a:ext>
              </a:extLst>
            </p:cNvPr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21" name="图形">
                <a:extLst>
                  <a:ext uri="{FF2B5EF4-FFF2-40B4-BE49-F238E27FC236}">
                    <a16:creationId xmlns:a16="http://schemas.microsoft.com/office/drawing/2014/main" id="{0C359D9C-C9B2-4290-83D3-33A99A2CBDE3}"/>
                  </a:ext>
                </a:extLst>
              </p:cNvPr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22" name="图形">
                <a:extLst>
                  <a:ext uri="{FF2B5EF4-FFF2-40B4-BE49-F238E27FC236}">
                    <a16:creationId xmlns:a16="http://schemas.microsoft.com/office/drawing/2014/main" id="{E722051B-988C-82B5-37C5-A72165F562F0}"/>
                  </a:ext>
                </a:extLst>
              </p:cNvPr>
              <p:cNvCxnSpPr>
                <a:cxnSpLocks/>
                <a:stCxn id="2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6" name="图形">
            <a:extLst>
              <a:ext uri="{FF2B5EF4-FFF2-40B4-BE49-F238E27FC236}">
                <a16:creationId xmlns:a16="http://schemas.microsoft.com/office/drawing/2014/main" id="{EA09B99A-E8AF-E3B3-987A-20B7D5E6E63D}"/>
              </a:ext>
            </a:extLst>
          </p:cNvPr>
          <p:cNvCxnSpPr>
            <a:cxnSpLocks/>
          </p:cNvCxnSpPr>
          <p:nvPr/>
        </p:nvCxnSpPr>
        <p:spPr>
          <a:xfrm flipH="1">
            <a:off x="7926536" y="280545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9C05E8B9-CB66-B1FD-2BBB-4E3169B6E301}"/>
              </a:ext>
            </a:extLst>
          </p:cNvPr>
          <p:cNvGrpSpPr/>
          <p:nvPr/>
        </p:nvGrpSpPr>
        <p:grpSpPr>
          <a:xfrm rot="10800000">
            <a:off x="8024116" y="1830042"/>
            <a:ext cx="715010" cy="715010"/>
            <a:chOff x="3448050" y="2005330"/>
            <a:chExt cx="715010" cy="715010"/>
          </a:xfrm>
        </p:grpSpPr>
        <p:sp>
          <p:nvSpPr>
            <p:cNvPr id="68" name="图形">
              <a:extLst>
                <a:ext uri="{FF2B5EF4-FFF2-40B4-BE49-F238E27FC236}">
                  <a16:creationId xmlns:a16="http://schemas.microsoft.com/office/drawing/2014/main" id="{33A3A8BD-97FB-67BC-E013-70C9ADA5D31F}"/>
                </a:ext>
              </a:extLst>
            </p:cNvPr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9" name="图形">
              <a:extLst>
                <a:ext uri="{FF2B5EF4-FFF2-40B4-BE49-F238E27FC236}">
                  <a16:creationId xmlns:a16="http://schemas.microsoft.com/office/drawing/2014/main" id="{6CE29EF4-65EB-77CC-9303-781EE903B6C1}"/>
                </a:ext>
              </a:extLst>
            </p:cNvPr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70" name="图形">
                <a:extLst>
                  <a:ext uri="{FF2B5EF4-FFF2-40B4-BE49-F238E27FC236}">
                    <a16:creationId xmlns:a16="http://schemas.microsoft.com/office/drawing/2014/main" id="{AEEF1104-6442-E42A-491B-21E4AAA7AB62}"/>
                  </a:ext>
                </a:extLst>
              </p:cNvPr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71" name="图形">
                <a:extLst>
                  <a:ext uri="{FF2B5EF4-FFF2-40B4-BE49-F238E27FC236}">
                    <a16:creationId xmlns:a16="http://schemas.microsoft.com/office/drawing/2014/main" id="{4E689220-0E1D-D784-B890-33EE794E1C89}"/>
                  </a:ext>
                </a:extLst>
              </p:cNvPr>
              <p:cNvCxnSpPr>
                <a:cxnSpLocks/>
                <a:stCxn id="7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图形">
            <a:extLst>
              <a:ext uri="{FF2B5EF4-FFF2-40B4-BE49-F238E27FC236}">
                <a16:creationId xmlns:a16="http://schemas.microsoft.com/office/drawing/2014/main" id="{7B26A6D1-A6DB-4D39-A116-0913AF8E1EA3}"/>
              </a:ext>
            </a:extLst>
          </p:cNvPr>
          <p:cNvCxnSpPr>
            <a:cxnSpLocks/>
          </p:cNvCxnSpPr>
          <p:nvPr/>
        </p:nvCxnSpPr>
        <p:spPr>
          <a:xfrm flipH="1">
            <a:off x="7926536" y="427372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095104AD-8589-D6CB-75BB-7CADC5FF4206}"/>
              </a:ext>
            </a:extLst>
          </p:cNvPr>
          <p:cNvGrpSpPr/>
          <p:nvPr/>
        </p:nvGrpSpPr>
        <p:grpSpPr>
          <a:xfrm rot="10800000">
            <a:off x="8024116" y="3298312"/>
            <a:ext cx="715010" cy="715010"/>
            <a:chOff x="3448050" y="2005330"/>
            <a:chExt cx="715010" cy="715010"/>
          </a:xfrm>
        </p:grpSpPr>
        <p:sp>
          <p:nvSpPr>
            <p:cNvPr id="59" name="图形">
              <a:extLst>
                <a:ext uri="{FF2B5EF4-FFF2-40B4-BE49-F238E27FC236}">
                  <a16:creationId xmlns:a16="http://schemas.microsoft.com/office/drawing/2014/main" id="{CE0C3F33-B975-4351-2B1F-FADE5FFE5C0F}"/>
                </a:ext>
              </a:extLst>
            </p:cNvPr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0" name="图形">
              <a:extLst>
                <a:ext uri="{FF2B5EF4-FFF2-40B4-BE49-F238E27FC236}">
                  <a16:creationId xmlns:a16="http://schemas.microsoft.com/office/drawing/2014/main" id="{26CBBB7D-EA78-40BF-F385-2D4C83936CE7}"/>
                </a:ext>
              </a:extLst>
            </p:cNvPr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61" name="图形">
                <a:extLst>
                  <a:ext uri="{FF2B5EF4-FFF2-40B4-BE49-F238E27FC236}">
                    <a16:creationId xmlns:a16="http://schemas.microsoft.com/office/drawing/2014/main" id="{96346FAB-946D-2DD3-5FB7-DA42484CCC35}"/>
                  </a:ext>
                </a:extLst>
              </p:cNvPr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62" name="图形">
                <a:extLst>
                  <a:ext uri="{FF2B5EF4-FFF2-40B4-BE49-F238E27FC236}">
                    <a16:creationId xmlns:a16="http://schemas.microsoft.com/office/drawing/2014/main" id="{357506CD-3647-1B3C-2CE4-1D998D3EE941}"/>
                  </a:ext>
                </a:extLst>
              </p:cNvPr>
              <p:cNvCxnSpPr>
                <a:cxnSpLocks/>
                <a:stCxn id="6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8" name="图形">
            <a:extLst>
              <a:ext uri="{FF2B5EF4-FFF2-40B4-BE49-F238E27FC236}">
                <a16:creationId xmlns:a16="http://schemas.microsoft.com/office/drawing/2014/main" id="{E93AF9FF-1897-F1B6-5032-3B2011C6B164}"/>
              </a:ext>
            </a:extLst>
          </p:cNvPr>
          <p:cNvCxnSpPr>
            <a:cxnSpLocks/>
          </p:cNvCxnSpPr>
          <p:nvPr/>
        </p:nvCxnSpPr>
        <p:spPr>
          <a:xfrm flipH="1">
            <a:off x="7926536" y="574199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E1962BE-5CA5-0A5B-2FBB-B8D167BAF36A}"/>
              </a:ext>
            </a:extLst>
          </p:cNvPr>
          <p:cNvGrpSpPr/>
          <p:nvPr/>
        </p:nvGrpSpPr>
        <p:grpSpPr>
          <a:xfrm rot="10800000">
            <a:off x="8024116" y="4766582"/>
            <a:ext cx="715010" cy="715010"/>
            <a:chOff x="3448050" y="2005330"/>
            <a:chExt cx="715010" cy="715010"/>
          </a:xfrm>
        </p:grpSpPr>
        <p:sp>
          <p:nvSpPr>
            <p:cNvPr id="50" name="图形">
              <a:extLst>
                <a:ext uri="{FF2B5EF4-FFF2-40B4-BE49-F238E27FC236}">
                  <a16:creationId xmlns:a16="http://schemas.microsoft.com/office/drawing/2014/main" id="{7A995B16-9311-C1D0-5064-051B808F8380}"/>
                </a:ext>
              </a:extLst>
            </p:cNvPr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51" name="图形">
              <a:extLst>
                <a:ext uri="{FF2B5EF4-FFF2-40B4-BE49-F238E27FC236}">
                  <a16:creationId xmlns:a16="http://schemas.microsoft.com/office/drawing/2014/main" id="{1DE8F838-F4DA-FA6E-EC93-FBC6F597485E}"/>
                </a:ext>
              </a:extLst>
            </p:cNvPr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52" name="图形">
                <a:extLst>
                  <a:ext uri="{FF2B5EF4-FFF2-40B4-BE49-F238E27FC236}">
                    <a16:creationId xmlns:a16="http://schemas.microsoft.com/office/drawing/2014/main" id="{0819B91D-D264-24ED-58C5-AE7B044006A1}"/>
                  </a:ext>
                </a:extLst>
              </p:cNvPr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53" name="图形">
                <a:extLst>
                  <a:ext uri="{FF2B5EF4-FFF2-40B4-BE49-F238E27FC236}">
                    <a16:creationId xmlns:a16="http://schemas.microsoft.com/office/drawing/2014/main" id="{E42C4074-B349-BF5F-DE55-C877630E77A1}"/>
                  </a:ext>
                </a:extLst>
              </p:cNvPr>
              <p:cNvCxnSpPr>
                <a:cxnSpLocks/>
                <a:stCxn id="52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文本占位符 21">
            <a:extLst>
              <a:ext uri="{FF2B5EF4-FFF2-40B4-BE49-F238E27FC236}">
                <a16:creationId xmlns:a16="http://schemas.microsoft.com/office/drawing/2014/main" id="{5FBA7B38-F17C-BC23-9C37-5AFFD9E6DB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2452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5" name="文本占位符 23">
            <a:extLst>
              <a:ext uri="{FF2B5EF4-FFF2-40B4-BE49-F238E27FC236}">
                <a16:creationId xmlns:a16="http://schemas.microsoft.com/office/drawing/2014/main" id="{ED303450-1ABC-D7A9-6874-FB0AC1C6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452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78" name="文本占位符 21">
            <a:extLst>
              <a:ext uri="{FF2B5EF4-FFF2-40B4-BE49-F238E27FC236}">
                <a16:creationId xmlns:a16="http://schemas.microsoft.com/office/drawing/2014/main" id="{E3611B2C-EEDB-60D6-9777-1021B20B41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452" y="3681668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9" name="文本占位符 23">
            <a:extLst>
              <a:ext uri="{FF2B5EF4-FFF2-40B4-BE49-F238E27FC236}">
                <a16:creationId xmlns:a16="http://schemas.microsoft.com/office/drawing/2014/main" id="{D33E37F3-11AA-0229-AB26-641AA15B5D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2452" y="3303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0" name="文本占位符 21">
            <a:extLst>
              <a:ext uri="{FF2B5EF4-FFF2-40B4-BE49-F238E27FC236}">
                <a16:creationId xmlns:a16="http://schemas.microsoft.com/office/drawing/2014/main" id="{E2F59150-2B65-60D3-4C5F-67C50ED215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452" y="514993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1" name="文本占位符 23">
            <a:extLst>
              <a:ext uri="{FF2B5EF4-FFF2-40B4-BE49-F238E27FC236}">
                <a16:creationId xmlns:a16="http://schemas.microsoft.com/office/drawing/2014/main" id="{4B2842B1-65E8-33DA-D847-822DDD251D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2452" y="477137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2" name="文本占位符 21">
            <a:extLst>
              <a:ext uri="{FF2B5EF4-FFF2-40B4-BE49-F238E27FC236}">
                <a16:creationId xmlns:a16="http://schemas.microsoft.com/office/drawing/2014/main" id="{6476B715-7FC3-5F77-CEDA-559675FA958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87345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3" name="文本占位符 23">
            <a:extLst>
              <a:ext uri="{FF2B5EF4-FFF2-40B4-BE49-F238E27FC236}">
                <a16:creationId xmlns:a16="http://schemas.microsoft.com/office/drawing/2014/main" id="{E0B2C47A-A4BA-1FFE-A189-11DF923069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87345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4" name="文本占位符 21">
            <a:extLst>
              <a:ext uri="{FF2B5EF4-FFF2-40B4-BE49-F238E27FC236}">
                <a16:creationId xmlns:a16="http://schemas.microsoft.com/office/drawing/2014/main" id="{2C398B71-DE85-1D3B-F689-8B0C6B535BD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7345" y="3682481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5" name="文本占位符 23">
            <a:extLst>
              <a:ext uri="{FF2B5EF4-FFF2-40B4-BE49-F238E27FC236}">
                <a16:creationId xmlns:a16="http://schemas.microsoft.com/office/drawing/2014/main" id="{90F29EAD-F9CC-E944-18FB-CF8B9E17261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7345" y="3303916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6" name="文本占位符 21">
            <a:extLst>
              <a:ext uri="{FF2B5EF4-FFF2-40B4-BE49-F238E27FC236}">
                <a16:creationId xmlns:a16="http://schemas.microsoft.com/office/drawing/2014/main" id="{BD37F284-0929-5C9F-E917-8FE14146C5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87345" y="514514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7" name="文本占位符 23">
            <a:extLst>
              <a:ext uri="{FF2B5EF4-FFF2-40B4-BE49-F238E27FC236}">
                <a16:creationId xmlns:a16="http://schemas.microsoft.com/office/drawing/2014/main" id="{E987E999-9A82-E62B-0EDD-A483EF961E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87345" y="476658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D6DCF73-C254-C969-228E-B041BCD23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48B007-76DE-9915-4EA3-D29CBF99769D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2868004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>
            <a:extLst>
              <a:ext uri="{FF2B5EF4-FFF2-40B4-BE49-F238E27FC236}">
                <a16:creationId xmlns:a16="http://schemas.microsoft.com/office/drawing/2014/main" id="{D12D8EF8-B0B7-BD52-9CD0-643E94D99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29939B-29F9-78F1-1F00-AB052184EDEC}"/>
              </a:ext>
            </a:extLst>
          </p:cNvPr>
          <p:cNvSpPr txBox="1"/>
          <p:nvPr/>
        </p:nvSpPr>
        <p:spPr>
          <a:xfrm>
            <a:off x="560070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>
            <a:extLst>
              <a:ext uri="{FF2B5EF4-FFF2-40B4-BE49-F238E27FC236}">
                <a16:creationId xmlns:a16="http://schemas.microsoft.com/office/drawing/2014/main" id="{36BF4F8A-2C1B-5707-BA13-8C19FC129D2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85994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>
            <a:extLst>
              <a:ext uri="{FF2B5EF4-FFF2-40B4-BE49-F238E27FC236}">
                <a16:creationId xmlns:a16="http://schemas.microsoft.com/office/drawing/2014/main" id="{AE283010-296B-333B-2371-86D8AC81B410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185996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C0EF30-B282-EC02-A594-BE87E41AC51C}"/>
              </a:ext>
            </a:extLst>
          </p:cNvPr>
          <p:cNvSpPr txBox="1"/>
          <p:nvPr userDrawn="1"/>
        </p:nvSpPr>
        <p:spPr>
          <a:xfrm>
            <a:off x="6552573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21">
            <a:extLst>
              <a:ext uri="{FF2B5EF4-FFF2-40B4-BE49-F238E27FC236}">
                <a16:creationId xmlns:a16="http://schemas.microsoft.com/office/drawing/2014/main" id="{2C39AA75-BEB6-CF12-6192-ED85AF87E7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78497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>
            <a:extLst>
              <a:ext uri="{FF2B5EF4-FFF2-40B4-BE49-F238E27FC236}">
                <a16:creationId xmlns:a16="http://schemas.microsoft.com/office/drawing/2014/main" id="{6592282E-3A6E-CFFA-3BA6-C8718D512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8499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005C87-FE39-B5CE-B2F7-C2C1D033329F}"/>
              </a:ext>
            </a:extLst>
          </p:cNvPr>
          <p:cNvSpPr txBox="1"/>
          <p:nvPr userDrawn="1"/>
        </p:nvSpPr>
        <p:spPr>
          <a:xfrm>
            <a:off x="560070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>
            <a:extLst>
              <a:ext uri="{FF2B5EF4-FFF2-40B4-BE49-F238E27FC236}">
                <a16:creationId xmlns:a16="http://schemas.microsoft.com/office/drawing/2014/main" id="{DA6F813F-AEDC-9E32-CDAC-246A798077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85994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>
            <a:extLst>
              <a:ext uri="{FF2B5EF4-FFF2-40B4-BE49-F238E27FC236}">
                <a16:creationId xmlns:a16="http://schemas.microsoft.com/office/drawing/2014/main" id="{FFBED8E2-0BA9-D96E-0470-74D59C9AB1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85996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3316A7-A17B-B738-E646-DC2702A81A1B}"/>
              </a:ext>
            </a:extLst>
          </p:cNvPr>
          <p:cNvSpPr txBox="1"/>
          <p:nvPr userDrawn="1"/>
        </p:nvSpPr>
        <p:spPr>
          <a:xfrm>
            <a:off x="6552573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占位符 21">
            <a:extLst>
              <a:ext uri="{FF2B5EF4-FFF2-40B4-BE49-F238E27FC236}">
                <a16:creationId xmlns:a16="http://schemas.microsoft.com/office/drawing/2014/main" id="{C05CFCB3-00F8-4013-00C5-1E92B720C4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78497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>
            <a:extLst>
              <a:ext uri="{FF2B5EF4-FFF2-40B4-BE49-F238E27FC236}">
                <a16:creationId xmlns:a16="http://schemas.microsoft.com/office/drawing/2014/main" id="{2FFFCF87-7937-455F-B14B-73192AA5EC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8499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BCB6C4-4505-187B-9908-24126153CE4A}"/>
              </a:ext>
            </a:extLst>
          </p:cNvPr>
          <p:cNvSpPr txBox="1"/>
          <p:nvPr userDrawn="1"/>
        </p:nvSpPr>
        <p:spPr>
          <a:xfrm>
            <a:off x="560070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>
            <a:extLst>
              <a:ext uri="{FF2B5EF4-FFF2-40B4-BE49-F238E27FC236}">
                <a16:creationId xmlns:a16="http://schemas.microsoft.com/office/drawing/2014/main" id="{C119D481-476E-5DEE-6F5D-E95D10F6EA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85994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43542C5C-C3FB-19D3-6264-87BA7424B2D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85996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628FA96-D35D-1962-7507-DB76F8B8113D}"/>
              </a:ext>
            </a:extLst>
          </p:cNvPr>
          <p:cNvSpPr txBox="1"/>
          <p:nvPr userDrawn="1"/>
        </p:nvSpPr>
        <p:spPr>
          <a:xfrm>
            <a:off x="6552573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占位符 21">
            <a:extLst>
              <a:ext uri="{FF2B5EF4-FFF2-40B4-BE49-F238E27FC236}">
                <a16:creationId xmlns:a16="http://schemas.microsoft.com/office/drawing/2014/main" id="{3AD8C6E6-BF21-4AF5-80C0-104EA9833C5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78497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7" name="文本占位符 23">
            <a:extLst>
              <a:ext uri="{FF2B5EF4-FFF2-40B4-BE49-F238E27FC236}">
                <a16:creationId xmlns:a16="http://schemas.microsoft.com/office/drawing/2014/main" id="{B8862D52-B3AD-6887-5A76-835A811A5E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78499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328EEFD9-2DF5-9B53-92A3-E43B82D1C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E64EF5-C8B8-28FA-EE6A-7A529DE71A04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1608384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43ABB6B8-EE81-699E-A98E-A6AEB05FCB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33800" y="0"/>
            <a:ext cx="8458200" cy="6858000"/>
          </a:xfrm>
          <a:custGeom>
            <a:avLst/>
            <a:gdLst>
              <a:gd name="connsiteX0" fmla="*/ 0 w 12687300"/>
              <a:gd name="connsiteY0" fmla="*/ 0 h 5829300"/>
              <a:gd name="connsiteX1" fmla="*/ 12687300 w 12687300"/>
              <a:gd name="connsiteY1" fmla="*/ 0 h 5829300"/>
              <a:gd name="connsiteX2" fmla="*/ 12687300 w 12687300"/>
              <a:gd name="connsiteY2" fmla="*/ 5829300 h 5829300"/>
              <a:gd name="connsiteX3" fmla="*/ 0 w 12687300"/>
              <a:gd name="connsiteY3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7300" h="5829300">
                <a:moveTo>
                  <a:pt x="0" y="0"/>
                </a:moveTo>
                <a:lnTo>
                  <a:pt x="12687300" y="0"/>
                </a:lnTo>
                <a:lnTo>
                  <a:pt x="12687300" y="5829300"/>
                </a:lnTo>
                <a:lnTo>
                  <a:pt x="0" y="5829300"/>
                </a:lnTo>
                <a:close/>
              </a:path>
            </a:pathLst>
          </a:custGeom>
          <a:solidFill>
            <a:srgbClr val="DAEEF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 dirty="0"/>
          </a:p>
        </p:txBody>
      </p:sp>
      <p:sp>
        <p:nvSpPr>
          <p:cNvPr id="3" name="标题 15">
            <a:extLst>
              <a:ext uri="{FF2B5EF4-FFF2-40B4-BE49-F238E27FC236}">
                <a16:creationId xmlns:a16="http://schemas.microsoft.com/office/drawing/2014/main" id="{D12D8EF8-B0B7-BD52-9CD0-643E94D99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Image 0" descr="preencoded.png">
            <a:extLst>
              <a:ext uri="{FF2B5EF4-FFF2-40B4-BE49-F238E27FC236}">
                <a16:creationId xmlns:a16="http://schemas.microsoft.com/office/drawing/2014/main" id="{6B29F821-55F1-CBDE-2042-C8C3F4BD2E3E}"/>
              </a:ext>
            </a:extLst>
          </p:cNvPr>
          <p:cNvSpPr/>
          <p:nvPr userDrawn="1"/>
        </p:nvSpPr>
        <p:spPr>
          <a:xfrm>
            <a:off x="508000" y="1962150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占位符 21">
            <a:extLst>
              <a:ext uri="{FF2B5EF4-FFF2-40B4-BE49-F238E27FC236}">
                <a16:creationId xmlns:a16="http://schemas.microsoft.com/office/drawing/2014/main" id="{43397DAD-AE88-9E71-CF87-0231A68B39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7999" y="2044260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2" name="文本占位符 23">
            <a:extLst>
              <a:ext uri="{FF2B5EF4-FFF2-40B4-BE49-F238E27FC236}">
                <a16:creationId xmlns:a16="http://schemas.microsoft.com/office/drawing/2014/main" id="{148DB199-2B44-4BB7-76FC-8E783ADBA0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8000" y="1577985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6" name="Image 0" descr="preencoded.png">
            <a:extLst>
              <a:ext uri="{FF2B5EF4-FFF2-40B4-BE49-F238E27FC236}">
                <a16:creationId xmlns:a16="http://schemas.microsoft.com/office/drawing/2014/main" id="{22B64DA8-E0DA-7572-D163-CB498ACD1662}"/>
              </a:ext>
            </a:extLst>
          </p:cNvPr>
          <p:cNvSpPr/>
          <p:nvPr userDrawn="1"/>
        </p:nvSpPr>
        <p:spPr>
          <a:xfrm>
            <a:off x="508000" y="3966955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21">
            <a:extLst>
              <a:ext uri="{FF2B5EF4-FFF2-40B4-BE49-F238E27FC236}">
                <a16:creationId xmlns:a16="http://schemas.microsoft.com/office/drawing/2014/main" id="{93FC5430-ACC5-A689-D640-83FAC16CA0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7999" y="4049065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文本占位符 23">
            <a:extLst>
              <a:ext uri="{FF2B5EF4-FFF2-40B4-BE49-F238E27FC236}">
                <a16:creationId xmlns:a16="http://schemas.microsoft.com/office/drawing/2014/main" id="{8930BCB1-8C49-6156-98C2-12923108D86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8000" y="3582790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AE2A866-5B66-2450-5029-ACBBBED64D0E}"/>
              </a:ext>
            </a:extLst>
          </p:cNvPr>
          <p:cNvGrpSpPr/>
          <p:nvPr userDrawn="1"/>
        </p:nvGrpSpPr>
        <p:grpSpPr>
          <a:xfrm>
            <a:off x="4178300" y="2969154"/>
            <a:ext cx="7505700" cy="6350"/>
            <a:chOff x="6267450" y="5972175"/>
            <a:chExt cx="11258550" cy="9525"/>
          </a:xfrm>
        </p:grpSpPr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D4324F08-BB76-8AE4-2CE5-02D7FA1AF6AF}"/>
                </a:ext>
              </a:extLst>
            </p:cNvPr>
            <p:cNvSpPr/>
            <p:nvPr/>
          </p:nvSpPr>
          <p:spPr>
            <a:xfrm>
              <a:off x="6267450" y="5972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6F14755E-4C27-9CC7-BCC8-730B5FC451C5}"/>
                </a:ext>
              </a:extLst>
            </p:cNvPr>
            <p:cNvSpPr/>
            <p:nvPr/>
          </p:nvSpPr>
          <p:spPr>
            <a:xfrm>
              <a:off x="8448675" y="5972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21663A0-50AF-725E-5D4D-AF2BB1AD6AB9}"/>
              </a:ext>
            </a:extLst>
          </p:cNvPr>
          <p:cNvGrpSpPr/>
          <p:nvPr userDrawn="1"/>
        </p:nvGrpSpPr>
        <p:grpSpPr>
          <a:xfrm>
            <a:off x="4178300" y="3982508"/>
            <a:ext cx="7505700" cy="6350"/>
            <a:chOff x="6267450" y="7115175"/>
            <a:chExt cx="11258550" cy="9525"/>
          </a:xfrm>
        </p:grpSpPr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F80CE9A9-9D90-4B5E-9DF3-6DA8373DA0D0}"/>
                </a:ext>
              </a:extLst>
            </p:cNvPr>
            <p:cNvSpPr/>
            <p:nvPr/>
          </p:nvSpPr>
          <p:spPr>
            <a:xfrm>
              <a:off x="6267450" y="7115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425993B3-8092-CA5B-1671-87A7EDF514CC}"/>
                </a:ext>
              </a:extLst>
            </p:cNvPr>
            <p:cNvSpPr/>
            <p:nvPr/>
          </p:nvSpPr>
          <p:spPr>
            <a:xfrm>
              <a:off x="8448675" y="7115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79A9A253-D288-31C6-4EDB-545EFBC3339F}"/>
              </a:ext>
            </a:extLst>
          </p:cNvPr>
          <p:cNvGrpSpPr/>
          <p:nvPr userDrawn="1"/>
        </p:nvGrpSpPr>
        <p:grpSpPr>
          <a:xfrm>
            <a:off x="4178300" y="4995862"/>
            <a:ext cx="7505700" cy="6350"/>
            <a:chOff x="6267450" y="8258175"/>
            <a:chExt cx="11258550" cy="9525"/>
          </a:xfrm>
        </p:grpSpPr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28A74509-B171-06C4-99B3-C2CBA8F88A6D}"/>
                </a:ext>
              </a:extLst>
            </p:cNvPr>
            <p:cNvSpPr/>
            <p:nvPr/>
          </p:nvSpPr>
          <p:spPr>
            <a:xfrm>
              <a:off x="6267450" y="8258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BFBA7995-E953-6746-D8DF-A0D46DB6CC44}"/>
                </a:ext>
              </a:extLst>
            </p:cNvPr>
            <p:cNvSpPr/>
            <p:nvPr/>
          </p:nvSpPr>
          <p:spPr>
            <a:xfrm>
              <a:off x="8448675" y="8258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476EB11-EB67-D864-7FC1-83BF1BBD7DF2}"/>
              </a:ext>
            </a:extLst>
          </p:cNvPr>
          <p:cNvGrpSpPr/>
          <p:nvPr userDrawn="1"/>
        </p:nvGrpSpPr>
        <p:grpSpPr>
          <a:xfrm>
            <a:off x="4178300" y="6009217"/>
            <a:ext cx="7505700" cy="6350"/>
            <a:chOff x="6267450" y="9401175"/>
            <a:chExt cx="11258550" cy="9525"/>
          </a:xfrm>
        </p:grpSpPr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F3431792-4128-04D1-B90D-FEBBFB6F0D9C}"/>
                </a:ext>
              </a:extLst>
            </p:cNvPr>
            <p:cNvSpPr/>
            <p:nvPr/>
          </p:nvSpPr>
          <p:spPr>
            <a:xfrm>
              <a:off x="6267450" y="9401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4198EEAD-05B5-2764-789A-41CA13B4C645}"/>
                </a:ext>
              </a:extLst>
            </p:cNvPr>
            <p:cNvSpPr/>
            <p:nvPr/>
          </p:nvSpPr>
          <p:spPr>
            <a:xfrm>
              <a:off x="8448675" y="9401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</p:grp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476432F-ECDB-B020-3CD1-EF3BED4136D5}"/>
              </a:ext>
            </a:extLst>
          </p:cNvPr>
          <p:cNvCxnSpPr>
            <a:cxnSpLocks/>
          </p:cNvCxnSpPr>
          <p:nvPr userDrawn="1"/>
        </p:nvCxnSpPr>
        <p:spPr>
          <a:xfrm>
            <a:off x="4178300" y="1962150"/>
            <a:ext cx="7505669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占位符 23">
            <a:extLst>
              <a:ext uri="{FF2B5EF4-FFF2-40B4-BE49-F238E27FC236}">
                <a16:creationId xmlns:a16="http://schemas.microsoft.com/office/drawing/2014/main" id="{F24BEB9A-04E1-AB07-79C4-C46BAEEDFE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32388" y="21301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3" name="文本占位符 23">
            <a:extLst>
              <a:ext uri="{FF2B5EF4-FFF2-40B4-BE49-F238E27FC236}">
                <a16:creationId xmlns:a16="http://schemas.microsoft.com/office/drawing/2014/main" id="{9128FD26-B5E0-9AAA-4009-D948ECEEF8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32388" y="3096501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9" name="文本占位符 21">
            <a:extLst>
              <a:ext uri="{FF2B5EF4-FFF2-40B4-BE49-F238E27FC236}">
                <a16:creationId xmlns:a16="http://schemas.microsoft.com/office/drawing/2014/main" id="{D36E737A-D66D-9F86-DE11-D71D8E75D9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21578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>
            <a:extLst>
              <a:ext uri="{FF2B5EF4-FFF2-40B4-BE49-F238E27FC236}">
                <a16:creationId xmlns:a16="http://schemas.microsoft.com/office/drawing/2014/main" id="{3966FF27-1836-8D93-F5E5-1CF1CCD39A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3124201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>
            <a:extLst>
              <a:ext uri="{FF2B5EF4-FFF2-40B4-BE49-F238E27FC236}">
                <a16:creationId xmlns:a16="http://schemas.microsoft.com/office/drawing/2014/main" id="{CE043691-96B2-F807-1BD7-54C5038EEAD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78300" y="211634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>
            <a:extLst>
              <a:ext uri="{FF2B5EF4-FFF2-40B4-BE49-F238E27FC236}">
                <a16:creationId xmlns:a16="http://schemas.microsoft.com/office/drawing/2014/main" id="{5B7391F0-152E-F880-A5A7-3FA035EECD9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78300" y="3082651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>
            <a:extLst>
              <a:ext uri="{FF2B5EF4-FFF2-40B4-BE49-F238E27FC236}">
                <a16:creationId xmlns:a16="http://schemas.microsoft.com/office/drawing/2014/main" id="{90D1DF8F-1F45-3B08-F689-10E999F437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632388" y="410187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97" name="文本占位符 21">
            <a:extLst>
              <a:ext uri="{FF2B5EF4-FFF2-40B4-BE49-F238E27FC236}">
                <a16:creationId xmlns:a16="http://schemas.microsoft.com/office/drawing/2014/main" id="{58E63BE6-894D-91AC-31DC-0828E55247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412957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>
            <a:extLst>
              <a:ext uri="{FF2B5EF4-FFF2-40B4-BE49-F238E27FC236}">
                <a16:creationId xmlns:a16="http://schemas.microsoft.com/office/drawing/2014/main" id="{D4A08D0B-ED2E-32D0-D8EE-3AF157B4DEA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78300" y="408802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>
            <a:extLst>
              <a:ext uri="{FF2B5EF4-FFF2-40B4-BE49-F238E27FC236}">
                <a16:creationId xmlns:a16="http://schemas.microsoft.com/office/drawing/2014/main" id="{3F58D3B1-DFEC-79D2-DE3A-3A0D767B956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2388" y="513155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00" name="文本占位符 21">
            <a:extLst>
              <a:ext uri="{FF2B5EF4-FFF2-40B4-BE49-F238E27FC236}">
                <a16:creationId xmlns:a16="http://schemas.microsoft.com/office/drawing/2014/main" id="{754C24C6-23C9-0CCD-E6B2-8045A60F2F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515925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>
            <a:extLst>
              <a:ext uri="{FF2B5EF4-FFF2-40B4-BE49-F238E27FC236}">
                <a16:creationId xmlns:a16="http://schemas.microsoft.com/office/drawing/2014/main" id="{5F427E75-9CCE-6EE9-57FC-0F6942D5210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78300" y="511770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937D3F-1B8A-57F7-CB3B-E5666E1E9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78C7AF-4BF5-DE86-E807-48CC336DE18D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51357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>
            <a:extLst>
              <a:ext uri="{FF2B5EF4-FFF2-40B4-BE49-F238E27FC236}">
                <a16:creationId xmlns:a16="http://schemas.microsoft.com/office/drawing/2014/main" id="{D12D8EF8-B0B7-BD52-9CD0-643E94D99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81" name="文本占位符 23">
            <a:extLst>
              <a:ext uri="{FF2B5EF4-FFF2-40B4-BE49-F238E27FC236}">
                <a16:creationId xmlns:a16="http://schemas.microsoft.com/office/drawing/2014/main" id="{F24BEB9A-04E1-AB07-79C4-C46BAEEDFE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58150" y="188638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3" name="文本占位符 23">
            <a:extLst>
              <a:ext uri="{FF2B5EF4-FFF2-40B4-BE49-F238E27FC236}">
                <a16:creationId xmlns:a16="http://schemas.microsoft.com/office/drawing/2014/main" id="{9128FD26-B5E0-9AAA-4009-D948ECEEF8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8150" y="28136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9" name="文本占位符 21">
            <a:extLst>
              <a:ext uri="{FF2B5EF4-FFF2-40B4-BE49-F238E27FC236}">
                <a16:creationId xmlns:a16="http://schemas.microsoft.com/office/drawing/2014/main" id="{D36E737A-D66D-9F86-DE11-D71D8E75D9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188638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>
            <a:extLst>
              <a:ext uri="{FF2B5EF4-FFF2-40B4-BE49-F238E27FC236}">
                <a16:creationId xmlns:a16="http://schemas.microsoft.com/office/drawing/2014/main" id="{3966FF27-1836-8D93-F5E5-1CF1CCD39A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28136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>
            <a:extLst>
              <a:ext uri="{FF2B5EF4-FFF2-40B4-BE49-F238E27FC236}">
                <a16:creationId xmlns:a16="http://schemas.microsoft.com/office/drawing/2014/main" id="{CE043691-96B2-F807-1BD7-54C5038EEAD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4062" y="188638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>
            <a:extLst>
              <a:ext uri="{FF2B5EF4-FFF2-40B4-BE49-F238E27FC236}">
                <a16:creationId xmlns:a16="http://schemas.microsoft.com/office/drawing/2014/main" id="{5B7391F0-152E-F880-A5A7-3FA035EECD9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4062" y="281369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>
            <a:extLst>
              <a:ext uri="{FF2B5EF4-FFF2-40B4-BE49-F238E27FC236}">
                <a16:creationId xmlns:a16="http://schemas.microsoft.com/office/drawing/2014/main" id="{90D1DF8F-1F45-3B08-F689-10E999F437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58150" y="3753987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97" name="文本占位符 21">
            <a:extLst>
              <a:ext uri="{FF2B5EF4-FFF2-40B4-BE49-F238E27FC236}">
                <a16:creationId xmlns:a16="http://schemas.microsoft.com/office/drawing/2014/main" id="{58E63BE6-894D-91AC-31DC-0828E55247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3753987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>
            <a:extLst>
              <a:ext uri="{FF2B5EF4-FFF2-40B4-BE49-F238E27FC236}">
                <a16:creationId xmlns:a16="http://schemas.microsoft.com/office/drawing/2014/main" id="{D4A08D0B-ED2E-32D0-D8EE-3AF157B4DEA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4062" y="3753987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en-US" altLang="zh-CN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>
            <a:extLst>
              <a:ext uri="{FF2B5EF4-FFF2-40B4-BE49-F238E27FC236}">
                <a16:creationId xmlns:a16="http://schemas.microsoft.com/office/drawing/2014/main" id="{3F58D3B1-DFEC-79D2-DE3A-3A0D767B956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61740" y="4674454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00" name="文本占位符 21">
            <a:extLst>
              <a:ext uri="{FF2B5EF4-FFF2-40B4-BE49-F238E27FC236}">
                <a16:creationId xmlns:a16="http://schemas.microsoft.com/office/drawing/2014/main" id="{754C24C6-23C9-0CCD-E6B2-8045A60F2F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4674454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>
            <a:extLst>
              <a:ext uri="{FF2B5EF4-FFF2-40B4-BE49-F238E27FC236}">
                <a16:creationId xmlns:a16="http://schemas.microsoft.com/office/drawing/2014/main" id="{5F427E75-9CCE-6EE9-57FC-0F6942D5210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7652" y="4674454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A2A4F70-01F6-61EA-D519-81C5559EFFD8}"/>
              </a:ext>
            </a:extLst>
          </p:cNvPr>
          <p:cNvCxnSpPr>
            <a:cxnSpLocks/>
          </p:cNvCxnSpPr>
          <p:nvPr userDrawn="1"/>
        </p:nvCxnSpPr>
        <p:spPr>
          <a:xfrm>
            <a:off x="504000" y="1746555"/>
            <a:ext cx="11184000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5E80641C-ED0E-AFB2-6972-F777B368E96B}"/>
              </a:ext>
            </a:extLst>
          </p:cNvPr>
          <p:cNvSpPr/>
          <p:nvPr userDrawn="1"/>
        </p:nvSpPr>
        <p:spPr>
          <a:xfrm>
            <a:off x="504000" y="267257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C1154EA-967D-2951-CBD6-9E0EC15888AA}"/>
              </a:ext>
            </a:extLst>
          </p:cNvPr>
          <p:cNvSpPr/>
          <p:nvPr userDrawn="1"/>
        </p:nvSpPr>
        <p:spPr>
          <a:xfrm>
            <a:off x="1958150" y="267257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708F818-5F1C-A0BA-B0CF-EC82F154450A}"/>
              </a:ext>
            </a:extLst>
          </p:cNvPr>
          <p:cNvSpPr/>
          <p:nvPr userDrawn="1"/>
        </p:nvSpPr>
        <p:spPr>
          <a:xfrm>
            <a:off x="504000" y="359528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895E4F55-5173-F2AE-3FA7-7465A30BDCD8}"/>
              </a:ext>
            </a:extLst>
          </p:cNvPr>
          <p:cNvSpPr/>
          <p:nvPr userDrawn="1"/>
        </p:nvSpPr>
        <p:spPr>
          <a:xfrm>
            <a:off x="1958150" y="359528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A1B0A8D1-15E2-260F-DBDF-1627C0580B0C}"/>
              </a:ext>
            </a:extLst>
          </p:cNvPr>
          <p:cNvSpPr/>
          <p:nvPr userDrawn="1"/>
        </p:nvSpPr>
        <p:spPr>
          <a:xfrm>
            <a:off x="504000" y="4522501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3689DC83-46E4-783C-0186-521E23342BD5}"/>
              </a:ext>
            </a:extLst>
          </p:cNvPr>
          <p:cNvSpPr/>
          <p:nvPr userDrawn="1"/>
        </p:nvSpPr>
        <p:spPr>
          <a:xfrm>
            <a:off x="1958150" y="4522501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9DF14C3-E6D4-1577-02B0-DBDC1859A1B4}"/>
              </a:ext>
            </a:extLst>
          </p:cNvPr>
          <p:cNvSpPr/>
          <p:nvPr userDrawn="1"/>
        </p:nvSpPr>
        <p:spPr>
          <a:xfrm>
            <a:off x="504000" y="5449722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F7468454-D958-CB35-BED1-99434D6C9753}"/>
              </a:ext>
            </a:extLst>
          </p:cNvPr>
          <p:cNvSpPr/>
          <p:nvPr userDrawn="1"/>
        </p:nvSpPr>
        <p:spPr>
          <a:xfrm>
            <a:off x="1958150" y="5449722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3">
            <a:extLst>
              <a:ext uri="{FF2B5EF4-FFF2-40B4-BE49-F238E27FC236}">
                <a16:creationId xmlns:a16="http://schemas.microsoft.com/office/drawing/2014/main" id="{97DC053B-8C15-5FD0-7D5A-B13E7CF80A2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61740" y="5606905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6" name="文本占位符 21">
            <a:extLst>
              <a:ext uri="{FF2B5EF4-FFF2-40B4-BE49-F238E27FC236}">
                <a16:creationId xmlns:a16="http://schemas.microsoft.com/office/drawing/2014/main" id="{674BEA1A-218E-2F1D-5991-1CEC2B00CE8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755400" y="5606905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>
            <a:extLst>
              <a:ext uri="{FF2B5EF4-FFF2-40B4-BE49-F238E27FC236}">
                <a16:creationId xmlns:a16="http://schemas.microsoft.com/office/drawing/2014/main" id="{948F4B40-475D-13A4-7AA0-B1A74E4B93E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7652" y="5606905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F457016E-13CB-9135-BF3C-B6EA7862F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13BF2B-DDC3-104A-D782-FB06F535EA61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2141268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>
            <a:extLst>
              <a:ext uri="{FF2B5EF4-FFF2-40B4-BE49-F238E27FC236}">
                <a16:creationId xmlns:a16="http://schemas.microsoft.com/office/drawing/2014/main" id="{389AEA8B-6175-AB6A-A7CA-605DE2F820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42B6A5-25C3-EA8B-60D5-3BB42045563A}"/>
              </a:ext>
            </a:extLst>
          </p:cNvPr>
          <p:cNvSpPr txBox="1"/>
          <p:nvPr userDrawn="1"/>
        </p:nvSpPr>
        <p:spPr>
          <a:xfrm>
            <a:off x="10109644" y="6308090"/>
            <a:ext cx="1726755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en-US" altLang="zh-CN" sz="933" kern="0" dirty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North Valley Research, INC</a:t>
            </a:r>
            <a:endParaRPr lang="zh-CN" altLang="en-US" sz="933" kern="0" dirty="0">
              <a:solidFill>
                <a:srgbClr val="0E3C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图表占位符 8">
            <a:extLst>
              <a:ext uri="{FF2B5EF4-FFF2-40B4-BE49-F238E27FC236}">
                <a16:creationId xmlns:a16="http://schemas.microsoft.com/office/drawing/2014/main" id="{E2D67CD0-5343-8036-DF50-BF26085FD0B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01650" y="1477963"/>
            <a:ext cx="11080750" cy="222567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E86639A-821C-C62A-DF14-2DFC72CA9889}"/>
              </a:ext>
            </a:extLst>
          </p:cNvPr>
          <p:cNvSpPr>
            <a:spLocks/>
          </p:cNvSpPr>
          <p:nvPr userDrawn="1"/>
        </p:nvSpPr>
        <p:spPr>
          <a:xfrm>
            <a:off x="0" y="4030980"/>
            <a:ext cx="12192000" cy="282702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12" name="图表占位符 11">
            <a:extLst>
              <a:ext uri="{FF2B5EF4-FFF2-40B4-BE49-F238E27FC236}">
                <a16:creationId xmlns:a16="http://schemas.microsoft.com/office/drawing/2014/main" id="{929DD903-41C9-AB8C-DB62-2A89FF0C212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01557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>
            <a:extLst>
              <a:ext uri="{FF2B5EF4-FFF2-40B4-BE49-F238E27FC236}">
                <a16:creationId xmlns:a16="http://schemas.microsoft.com/office/drawing/2014/main" id="{9A28AEE6-2D49-9E91-85BD-1AA93B3CC9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92563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>
            <a:extLst>
              <a:ext uri="{FF2B5EF4-FFF2-40B4-BE49-F238E27FC236}">
                <a16:creationId xmlns:a16="http://schemas.microsoft.com/office/drawing/2014/main" id="{98A179CD-301B-73D5-FDDF-41B408C3FA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92565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图表占位符 11">
            <a:extLst>
              <a:ext uri="{FF2B5EF4-FFF2-40B4-BE49-F238E27FC236}">
                <a16:creationId xmlns:a16="http://schemas.microsoft.com/office/drawing/2014/main" id="{215F1E48-03AA-F2EA-644E-71CDFB86E939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4347209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5" name="文本占位符 21">
            <a:extLst>
              <a:ext uri="{FF2B5EF4-FFF2-40B4-BE49-F238E27FC236}">
                <a16:creationId xmlns:a16="http://schemas.microsoft.com/office/drawing/2014/main" id="{7F0A1250-8398-C171-0AB2-1E47952A8F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38215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3">
            <a:extLst>
              <a:ext uri="{FF2B5EF4-FFF2-40B4-BE49-F238E27FC236}">
                <a16:creationId xmlns:a16="http://schemas.microsoft.com/office/drawing/2014/main" id="{6A8FCB36-4939-1DD7-1D25-EBFFC9A1C1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38217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7" name="图表占位符 11">
            <a:extLst>
              <a:ext uri="{FF2B5EF4-FFF2-40B4-BE49-F238E27FC236}">
                <a16:creationId xmlns:a16="http://schemas.microsoft.com/office/drawing/2014/main" id="{C2DE158E-CEC3-CAA2-66FB-66303CA32EE1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192861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8" name="文本占位符 21">
            <a:extLst>
              <a:ext uri="{FF2B5EF4-FFF2-40B4-BE49-F238E27FC236}">
                <a16:creationId xmlns:a16="http://schemas.microsoft.com/office/drawing/2014/main" id="{F2EDD316-03C2-A1E9-A256-4D6D10633C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83867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9" name="文本占位符 23">
            <a:extLst>
              <a:ext uri="{FF2B5EF4-FFF2-40B4-BE49-F238E27FC236}">
                <a16:creationId xmlns:a16="http://schemas.microsoft.com/office/drawing/2014/main" id="{EA5C937D-F6F2-BA49-E5E1-C62132B5C09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83869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2EB3B291-6DA3-B7B6-A431-BC91C5D52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7DB00E-40DA-C7DE-90D6-8CBFC0E730E4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389025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">
            <a:extLst>
              <a:ext uri="{FF2B5EF4-FFF2-40B4-BE49-F238E27FC236}">
                <a16:creationId xmlns:a16="http://schemas.microsoft.com/office/drawing/2014/main" id="{B5A8E9C6-ADBA-67E1-91CD-647D51720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6" name="图表占位符 11">
            <a:extLst>
              <a:ext uri="{FF2B5EF4-FFF2-40B4-BE49-F238E27FC236}">
                <a16:creationId xmlns:a16="http://schemas.microsoft.com/office/drawing/2014/main" id="{95715F83-BAF9-1649-78BF-4CB58BD48D98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866037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表占位符 11">
            <a:extLst>
              <a:ext uri="{FF2B5EF4-FFF2-40B4-BE49-F238E27FC236}">
                <a16:creationId xmlns:a16="http://schemas.microsoft.com/office/drawing/2014/main" id="{DE1B3C03-A9EA-5249-C26F-F8568E61BE75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017590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9" name="图表占位符 11">
            <a:extLst>
              <a:ext uri="{FF2B5EF4-FFF2-40B4-BE49-F238E27FC236}">
                <a16:creationId xmlns:a16="http://schemas.microsoft.com/office/drawing/2014/main" id="{2416AAAB-809F-A6B8-5D6E-2EBB294DF4D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02317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>
            <a:extLst>
              <a:ext uri="{FF2B5EF4-FFF2-40B4-BE49-F238E27FC236}">
                <a16:creationId xmlns:a16="http://schemas.microsoft.com/office/drawing/2014/main" id="{174C9FB4-AE5B-2390-D419-C015389563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>
            <a:extLst>
              <a:ext uri="{FF2B5EF4-FFF2-40B4-BE49-F238E27FC236}">
                <a16:creationId xmlns:a16="http://schemas.microsoft.com/office/drawing/2014/main" id="{9E066111-AE4C-A5C8-9562-436B286CB5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15B2FC9-7CAB-CD21-1842-1B48922E0919}"/>
              </a:ext>
            </a:extLst>
          </p:cNvPr>
          <p:cNvSpPr/>
          <p:nvPr userDrawn="1"/>
        </p:nvSpPr>
        <p:spPr>
          <a:xfrm>
            <a:off x="5866037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占位符 21">
            <a:extLst>
              <a:ext uri="{FF2B5EF4-FFF2-40B4-BE49-F238E27FC236}">
                <a16:creationId xmlns:a16="http://schemas.microsoft.com/office/drawing/2014/main" id="{A7508167-5364-6D4A-AA2D-444A579CB5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6038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C4B0B90-F181-6F2D-0A55-A3FDD19A890B}"/>
              </a:ext>
            </a:extLst>
          </p:cNvPr>
          <p:cNvSpPr/>
          <p:nvPr userDrawn="1"/>
        </p:nvSpPr>
        <p:spPr>
          <a:xfrm>
            <a:off x="5866037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1">
            <a:extLst>
              <a:ext uri="{FF2B5EF4-FFF2-40B4-BE49-F238E27FC236}">
                <a16:creationId xmlns:a16="http://schemas.microsoft.com/office/drawing/2014/main" id="{C3FFF964-8480-D99B-AB14-95EE92A18D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66038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B08D586-E9B7-327F-0FE9-88C3FE637B5C}"/>
              </a:ext>
            </a:extLst>
          </p:cNvPr>
          <p:cNvSpPr/>
          <p:nvPr userDrawn="1"/>
        </p:nvSpPr>
        <p:spPr>
          <a:xfrm>
            <a:off x="802317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>
            <a:extLst>
              <a:ext uri="{FF2B5EF4-FFF2-40B4-BE49-F238E27FC236}">
                <a16:creationId xmlns:a16="http://schemas.microsoft.com/office/drawing/2014/main" id="{A2E183DB-B193-D9CE-C6F9-94036B15B6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2317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F4A0AD4B-0B8D-F0F2-6E29-23C163143A76}"/>
              </a:ext>
            </a:extLst>
          </p:cNvPr>
          <p:cNvSpPr/>
          <p:nvPr userDrawn="1"/>
        </p:nvSpPr>
        <p:spPr>
          <a:xfrm>
            <a:off x="802317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1">
            <a:extLst>
              <a:ext uri="{FF2B5EF4-FFF2-40B4-BE49-F238E27FC236}">
                <a16:creationId xmlns:a16="http://schemas.microsoft.com/office/drawing/2014/main" id="{70E436CB-76A4-7F0B-7DB0-A50C7674B4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317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ACEA74A-9D95-254D-9B2C-317F94350E1C}"/>
              </a:ext>
            </a:extLst>
          </p:cNvPr>
          <p:cNvSpPr/>
          <p:nvPr userDrawn="1"/>
        </p:nvSpPr>
        <p:spPr>
          <a:xfrm>
            <a:off x="1017590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占位符 21">
            <a:extLst>
              <a:ext uri="{FF2B5EF4-FFF2-40B4-BE49-F238E27FC236}">
                <a16:creationId xmlns:a16="http://schemas.microsoft.com/office/drawing/2014/main" id="{8CA95BF4-9574-C5D6-CD6C-6BEE5CFB25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17590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FE1ED7CF-DBC3-EEAB-F480-82A677EC4105}"/>
              </a:ext>
            </a:extLst>
          </p:cNvPr>
          <p:cNvSpPr/>
          <p:nvPr userDrawn="1"/>
        </p:nvSpPr>
        <p:spPr>
          <a:xfrm>
            <a:off x="1017590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>
            <a:extLst>
              <a:ext uri="{FF2B5EF4-FFF2-40B4-BE49-F238E27FC236}">
                <a16:creationId xmlns:a16="http://schemas.microsoft.com/office/drawing/2014/main" id="{03A22AB6-8B29-573F-0EC3-ADBC38AE46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17590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1">
            <a:extLst>
              <a:ext uri="{FF2B5EF4-FFF2-40B4-BE49-F238E27FC236}">
                <a16:creationId xmlns:a16="http://schemas.microsoft.com/office/drawing/2014/main" id="{85CA429F-BCD9-5B84-DDA3-C839C9B657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6603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1">
            <a:extLst>
              <a:ext uri="{FF2B5EF4-FFF2-40B4-BE49-F238E27FC236}">
                <a16:creationId xmlns:a16="http://schemas.microsoft.com/office/drawing/2014/main" id="{D9670B92-439E-0FEE-F5E2-393A1C55511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2317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1">
            <a:extLst>
              <a:ext uri="{FF2B5EF4-FFF2-40B4-BE49-F238E27FC236}">
                <a16:creationId xmlns:a16="http://schemas.microsoft.com/office/drawing/2014/main" id="{908A477E-B6D1-3764-6CAF-561A0196704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7590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86E89FF-C563-54F3-B1DA-6E7D5DF91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84829D-68D0-3F6B-94C6-ED8F95D1C6D4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420295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>
            <a:extLst>
              <a:ext uri="{FF2B5EF4-FFF2-40B4-BE49-F238E27FC236}">
                <a16:creationId xmlns:a16="http://schemas.microsoft.com/office/drawing/2014/main" id="{345047C6-C0C0-F3C9-CDC2-0E5A48207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6" name="图表占位符 11">
            <a:extLst>
              <a:ext uri="{FF2B5EF4-FFF2-40B4-BE49-F238E27FC236}">
                <a16:creationId xmlns:a16="http://schemas.microsoft.com/office/drawing/2014/main" id="{71FE8EC9-534C-7BC4-CE2A-F6E70615EA6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988399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7" name="图表占位符 11">
            <a:extLst>
              <a:ext uri="{FF2B5EF4-FFF2-40B4-BE49-F238E27FC236}">
                <a16:creationId xmlns:a16="http://schemas.microsoft.com/office/drawing/2014/main" id="{5C5AE4BC-E4BF-4E18-A0AE-6542B505800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282170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图表占位符 11">
            <a:extLst>
              <a:ext uri="{FF2B5EF4-FFF2-40B4-BE49-F238E27FC236}">
                <a16:creationId xmlns:a16="http://schemas.microsoft.com/office/drawing/2014/main" id="{7F43E8CA-9AB2-C94F-C407-B970CFABD21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63805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>
            <a:extLst>
              <a:ext uri="{FF2B5EF4-FFF2-40B4-BE49-F238E27FC236}">
                <a16:creationId xmlns:a16="http://schemas.microsoft.com/office/drawing/2014/main" id="{6D7E01D0-8C96-DBFB-5367-9ADB491144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88400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1">
            <a:extLst>
              <a:ext uri="{FF2B5EF4-FFF2-40B4-BE49-F238E27FC236}">
                <a16:creationId xmlns:a16="http://schemas.microsoft.com/office/drawing/2014/main" id="{6449B214-A58A-7843-C69E-5A5E477D27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805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1">
            <a:extLst>
              <a:ext uri="{FF2B5EF4-FFF2-40B4-BE49-F238E27FC236}">
                <a16:creationId xmlns:a16="http://schemas.microsoft.com/office/drawing/2014/main" id="{81F88700-804C-46A6-EC89-BFE5B040EDD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82171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图表占位符 11">
            <a:extLst>
              <a:ext uri="{FF2B5EF4-FFF2-40B4-BE49-F238E27FC236}">
                <a16:creationId xmlns:a16="http://schemas.microsoft.com/office/drawing/2014/main" id="{ACEE31AC-A8D2-A4C9-F85C-4029208AE263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133874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>
            <a:extLst>
              <a:ext uri="{FF2B5EF4-FFF2-40B4-BE49-F238E27FC236}">
                <a16:creationId xmlns:a16="http://schemas.microsoft.com/office/drawing/2014/main" id="{52B06217-0B91-D8F8-97CC-731D8BB2CE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3874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EF817F6A-D4A0-EA46-CD1F-9C9D21091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965E4F-D86D-4725-9B2C-9557546C76B3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1904254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>
            <a:extLst>
              <a:ext uri="{FF2B5EF4-FFF2-40B4-BE49-F238E27FC236}">
                <a16:creationId xmlns:a16="http://schemas.microsoft.com/office/drawing/2014/main" id="{B66392D7-3021-C322-F561-FC83E949E2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10" name="文本占位符 21">
            <a:extLst>
              <a:ext uri="{FF2B5EF4-FFF2-40B4-BE49-F238E27FC236}">
                <a16:creationId xmlns:a16="http://schemas.microsoft.com/office/drawing/2014/main" id="{535CB0F4-1A04-997A-CD7C-69EB1DF822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>
            <a:extLst>
              <a:ext uri="{FF2B5EF4-FFF2-40B4-BE49-F238E27FC236}">
                <a16:creationId xmlns:a16="http://schemas.microsoft.com/office/drawing/2014/main" id="{2E623FA0-BF13-81F5-66BE-3E616D0D2C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6" name="图表占位符 11">
            <a:extLst>
              <a:ext uri="{FF2B5EF4-FFF2-40B4-BE49-F238E27FC236}">
                <a16:creationId xmlns:a16="http://schemas.microsoft.com/office/drawing/2014/main" id="{F7CF01B8-903D-A156-2016-8EBD4F69BAD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7022625" y="1590222"/>
            <a:ext cx="4591360" cy="45913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89B99D07-8E67-FC53-87E6-434F5DC1C08D}"/>
              </a:ext>
            </a:extLst>
          </p:cNvPr>
          <p:cNvSpPr/>
          <p:nvPr/>
        </p:nvSpPr>
        <p:spPr>
          <a:xfrm>
            <a:off x="495300" y="4636415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518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7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26" name="文本占位符 23">
            <a:extLst>
              <a:ext uri="{FF2B5EF4-FFF2-40B4-BE49-F238E27FC236}">
                <a16:creationId xmlns:a16="http://schemas.microsoft.com/office/drawing/2014/main" id="{741A7F3A-26AE-4D22-4310-20D7F2C410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5300" y="4322893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8" name="文本占位符 23">
            <a:extLst>
              <a:ext uri="{FF2B5EF4-FFF2-40B4-BE49-F238E27FC236}">
                <a16:creationId xmlns:a16="http://schemas.microsoft.com/office/drawing/2014/main" id="{FEF22720-4AC8-1729-9185-15CE77B68E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85744" y="4322893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174F1834-D6DB-0AC9-5431-161D34682B8E}"/>
              </a:ext>
            </a:extLst>
          </p:cNvPr>
          <p:cNvSpPr/>
          <p:nvPr userDrawn="1"/>
        </p:nvSpPr>
        <p:spPr>
          <a:xfrm>
            <a:off x="495300" y="5075327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518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7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0" name="文本占位符 23">
            <a:extLst>
              <a:ext uri="{FF2B5EF4-FFF2-40B4-BE49-F238E27FC236}">
                <a16:creationId xmlns:a16="http://schemas.microsoft.com/office/drawing/2014/main" id="{AC005033-D28E-D196-A2EB-451BD4401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300" y="4761805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1" name="文本占位符 23">
            <a:extLst>
              <a:ext uri="{FF2B5EF4-FFF2-40B4-BE49-F238E27FC236}">
                <a16:creationId xmlns:a16="http://schemas.microsoft.com/office/drawing/2014/main" id="{8AB1289A-DE2E-D494-7CA8-A6332E55501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85744" y="4761805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</a:p>
        </p:txBody>
      </p:sp>
      <p:sp>
        <p:nvSpPr>
          <p:cNvPr id="32" name="Line">
            <a:extLst>
              <a:ext uri="{FF2B5EF4-FFF2-40B4-BE49-F238E27FC236}">
                <a16:creationId xmlns:a16="http://schemas.microsoft.com/office/drawing/2014/main" id="{BBEC4E75-3940-A810-BF0D-950539BCD4E3}"/>
              </a:ext>
            </a:extLst>
          </p:cNvPr>
          <p:cNvSpPr/>
          <p:nvPr userDrawn="1"/>
        </p:nvSpPr>
        <p:spPr>
          <a:xfrm>
            <a:off x="495300" y="5514238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518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7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3" name="文本占位符 23">
            <a:extLst>
              <a:ext uri="{FF2B5EF4-FFF2-40B4-BE49-F238E27FC236}">
                <a16:creationId xmlns:a16="http://schemas.microsoft.com/office/drawing/2014/main" id="{C91EEFA5-1E8C-4E51-E7A1-399ECAFD33C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5300" y="5200716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4" name="文本占位符 23">
            <a:extLst>
              <a:ext uri="{FF2B5EF4-FFF2-40B4-BE49-F238E27FC236}">
                <a16:creationId xmlns:a16="http://schemas.microsoft.com/office/drawing/2014/main" id="{3AD1F058-194D-CC67-D825-9A22337399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85744" y="5200716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5DE71CB7-981F-5CD4-6D89-963626B6B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D23C94-0052-0488-4943-FA412B9A85EC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2670805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496275FF-115D-B3A9-55DA-F2F4A27EB398}"/>
              </a:ext>
            </a:extLst>
          </p:cNvPr>
          <p:cNvSpPr>
            <a:spLocks/>
          </p:cNvSpPr>
          <p:nvPr userDrawn="1"/>
        </p:nvSpPr>
        <p:spPr>
          <a:xfrm>
            <a:off x="5318760" y="0"/>
            <a:ext cx="6873240" cy="685800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251" name="标题 15">
            <a:extLst>
              <a:ext uri="{FF2B5EF4-FFF2-40B4-BE49-F238E27FC236}">
                <a16:creationId xmlns:a16="http://schemas.microsoft.com/office/drawing/2014/main" id="{D7CF2AE3-C871-081A-770E-0F683F2E6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52" name="图表占位符 11">
            <a:extLst>
              <a:ext uri="{FF2B5EF4-FFF2-40B4-BE49-F238E27FC236}">
                <a16:creationId xmlns:a16="http://schemas.microsoft.com/office/drawing/2014/main" id="{9C207A97-CD98-F5F6-3B76-DAD4FEDA42E1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5996387" y="1590223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3" name="图表占位符 11">
            <a:extLst>
              <a:ext uri="{FF2B5EF4-FFF2-40B4-BE49-F238E27FC236}">
                <a16:creationId xmlns:a16="http://schemas.microsoft.com/office/drawing/2014/main" id="{46EC944B-889C-2872-C3DB-0C510A50CD9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5996387" y="4019015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4" name="文本占位符 21">
            <a:extLst>
              <a:ext uri="{FF2B5EF4-FFF2-40B4-BE49-F238E27FC236}">
                <a16:creationId xmlns:a16="http://schemas.microsoft.com/office/drawing/2014/main" id="{B0CBB0D4-CD83-CBC2-3C86-9DF6BB44D7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5" name="文本占位符 23">
            <a:extLst>
              <a:ext uri="{FF2B5EF4-FFF2-40B4-BE49-F238E27FC236}">
                <a16:creationId xmlns:a16="http://schemas.microsoft.com/office/drawing/2014/main" id="{2806D15D-C556-5210-3335-25E5FFA0EE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56" name="标题 15">
            <a:extLst>
              <a:ext uri="{FF2B5EF4-FFF2-40B4-BE49-F238E27FC236}">
                <a16:creationId xmlns:a16="http://schemas.microsoft.com/office/drawing/2014/main" id="{53D4A432-1D08-E5A0-1456-25476DEAA015}"/>
              </a:ext>
            </a:extLst>
          </p:cNvPr>
          <p:cNvSpPr txBox="1">
            <a:spLocks/>
          </p:cNvSpPr>
          <p:nvPr userDrawn="1"/>
        </p:nvSpPr>
        <p:spPr>
          <a:xfrm>
            <a:off x="501556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257" name="标题 15">
            <a:extLst>
              <a:ext uri="{FF2B5EF4-FFF2-40B4-BE49-F238E27FC236}">
                <a16:creationId xmlns:a16="http://schemas.microsoft.com/office/drawing/2014/main" id="{8606771E-F568-FF99-91C1-7ACA42659D77}"/>
              </a:ext>
            </a:extLst>
          </p:cNvPr>
          <p:cNvSpPr txBox="1">
            <a:spLocks/>
          </p:cNvSpPr>
          <p:nvPr userDrawn="1"/>
        </p:nvSpPr>
        <p:spPr>
          <a:xfrm>
            <a:off x="497493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24A0D603-549B-A767-1F82-1392294FCB8D}"/>
              </a:ext>
            </a:extLst>
          </p:cNvPr>
          <p:cNvCxnSpPr/>
          <p:nvPr userDrawn="1"/>
        </p:nvCxnSpPr>
        <p:spPr>
          <a:xfrm flipV="1">
            <a:off x="2169658" y="4664759"/>
            <a:ext cx="0" cy="4094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标题 15">
            <a:extLst>
              <a:ext uri="{FF2B5EF4-FFF2-40B4-BE49-F238E27FC236}">
                <a16:creationId xmlns:a16="http://schemas.microsoft.com/office/drawing/2014/main" id="{6016591C-93D9-09B1-F5CC-AA6F0EB3E8AB}"/>
              </a:ext>
            </a:extLst>
          </p:cNvPr>
          <p:cNvSpPr txBox="1">
            <a:spLocks/>
          </p:cNvSpPr>
          <p:nvPr userDrawn="1"/>
        </p:nvSpPr>
        <p:spPr>
          <a:xfrm>
            <a:off x="2731849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260" name="标题 15">
            <a:extLst>
              <a:ext uri="{FF2B5EF4-FFF2-40B4-BE49-F238E27FC236}">
                <a16:creationId xmlns:a16="http://schemas.microsoft.com/office/drawing/2014/main" id="{1B3AA851-2A85-C624-6F7E-AFD3585CB8A2}"/>
              </a:ext>
            </a:extLst>
          </p:cNvPr>
          <p:cNvSpPr txBox="1">
            <a:spLocks/>
          </p:cNvSpPr>
          <p:nvPr userDrawn="1"/>
        </p:nvSpPr>
        <p:spPr>
          <a:xfrm>
            <a:off x="2763268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16F72FB-2058-A1D7-C98D-E8142E9D2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7268D0-4153-6915-A07D-F10F8A0D7967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1872482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3AD87B-5FA2-8309-3441-850BB79DFCC6}"/>
              </a:ext>
            </a:extLst>
          </p:cNvPr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</a:p>
        </p:txBody>
      </p:sp>
      <p:pic>
        <p:nvPicPr>
          <p:cNvPr id="6" name="图片 5" descr="蓝色的星球&#10;&#10;AI 生成的内容可能不正确。">
            <a:extLst>
              <a:ext uri="{FF2B5EF4-FFF2-40B4-BE49-F238E27FC236}">
                <a16:creationId xmlns:a16="http://schemas.microsoft.com/office/drawing/2014/main" id="{78D7484C-968B-5CE8-B330-A25ACDB46E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黑暗里有星球&#10;&#10;AI 生成的内容可能不正确。">
            <a:extLst>
              <a:ext uri="{FF2B5EF4-FFF2-40B4-BE49-F238E27FC236}">
                <a16:creationId xmlns:a16="http://schemas.microsoft.com/office/drawing/2014/main" id="{FAC3AFAA-47EC-64CA-6F05-79CCEBB771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6351D0F-D4B8-AF5B-8179-23C4C9437621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  <p:extLst>
      <p:ext uri="{BB962C8B-B14F-4D97-AF65-F5344CB8AC3E}">
        <p14:creationId xmlns:p14="http://schemas.microsoft.com/office/powerpoint/2010/main" val="8654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黑暗里有星球&#10;&#10;AI 生成的内容可能不正确。">
            <a:extLst>
              <a:ext uri="{FF2B5EF4-FFF2-40B4-BE49-F238E27FC236}">
                <a16:creationId xmlns:a16="http://schemas.microsoft.com/office/drawing/2014/main" id="{593D1A73-F215-1D07-F0CE-C6B1AC516B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6D8755A-2080-F6AB-30CC-0FD001FA3985}"/>
              </a:ext>
            </a:extLst>
          </p:cNvPr>
          <p:cNvSpPr txBox="1"/>
          <p:nvPr userDrawn="1"/>
        </p:nvSpPr>
        <p:spPr>
          <a:xfrm>
            <a:off x="1010400" y="2226262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chemeClr val="bg1"/>
                </a:solidFill>
                <a:latin typeface="OPPOSans L" panose="00020600040101010101" pitchFamily="18" charset="-122"/>
                <a:ea typeface="OPPOSans L" panose="00020600040101010101" pitchFamily="18" charset="-122"/>
                <a:cs typeface="OPPOSans L" panose="00020600040101010101" pitchFamily="18" charset="-122"/>
              </a:rPr>
              <a:t>感谢观看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357AAB-AB16-F2B7-CF14-00334018F530}"/>
              </a:ext>
            </a:extLst>
          </p:cNvPr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C1E583-92E0-6774-C77F-B4E06859FF48}"/>
              </a:ext>
            </a:extLst>
          </p:cNvPr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3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3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</a:p>
        </p:txBody>
      </p:sp>
    </p:spTree>
    <p:extLst>
      <p:ext uri="{BB962C8B-B14F-4D97-AF65-F5344CB8AC3E}">
        <p14:creationId xmlns:p14="http://schemas.microsoft.com/office/powerpoint/2010/main" val="3358384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94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49" r:id="rId4"/>
    <p:sldLayoutId id="2147483655" r:id="rId5"/>
    <p:sldLayoutId id="2147483737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736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2" r:id="rId31"/>
    <p:sldLayoutId id="2147483680" r:id="rId32"/>
    <p:sldLayoutId id="2147483681" r:id="rId33"/>
    <p:sldLayoutId id="2147483683" r:id="rId34"/>
    <p:sldLayoutId id="2147483684" r:id="rId35"/>
    <p:sldLayoutId id="2147483650" r:id="rId36"/>
    <p:sldLayoutId id="2147483734" r:id="rId37"/>
    <p:sldLayoutId id="2147483733" r:id="rId3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5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4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CA2C0C9-6FA9-77BC-305E-A80CB23FE9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81071" y="1711098"/>
            <a:ext cx="10290016" cy="701731"/>
          </a:xfrm>
        </p:spPr>
        <p:txBody>
          <a:bodyPr/>
          <a:lstStyle/>
          <a:p>
            <a:r>
              <a:rPr lang="en-US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【A</a:t>
            </a:r>
            <a:r>
              <a:rPr lang="en-GB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I+</a:t>
            </a:r>
            <a:r>
              <a:rPr lang="zh-CN" altLang="en-US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嵌入式</a:t>
            </a:r>
            <a:r>
              <a:rPr lang="en-US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】</a:t>
            </a:r>
            <a:r>
              <a:rPr lang="zh-CN" altLang="en-US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：让单片机学会思考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D35D186-1934-FB88-6AEB-CC06FEACD48A}"/>
              </a:ext>
            </a:extLst>
          </p:cNvPr>
          <p:cNvGrpSpPr/>
          <p:nvPr/>
        </p:nvGrpSpPr>
        <p:grpSpPr>
          <a:xfrm>
            <a:off x="152140" y="5175931"/>
            <a:ext cx="1211901" cy="1418432"/>
            <a:chOff x="2156460" y="2537392"/>
            <a:chExt cx="2161540" cy="252990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8FE2010-50E2-676E-4DFF-2D6D80D53F81}"/>
                </a:ext>
              </a:extLst>
            </p:cNvPr>
            <p:cNvSpPr/>
            <p:nvPr/>
          </p:nvSpPr>
          <p:spPr>
            <a:xfrm>
              <a:off x="2156460" y="2537392"/>
              <a:ext cx="2161540" cy="2529908"/>
            </a:xfrm>
            <a:prstGeom prst="rect">
              <a:avLst/>
            </a:prstGeom>
            <a:solidFill>
              <a:srgbClr val="344054"/>
            </a:solidFill>
            <a:ln>
              <a:noFill/>
            </a:ln>
            <a:effectLst>
              <a:glow rad="76200">
                <a:schemeClr val="bg2">
                  <a:lumMod val="90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>
                <a:ln w="22225">
                  <a:solidFill>
                    <a:srgbClr val="E6FAFB"/>
                  </a:solidFill>
                  <a:prstDash val="solid"/>
                </a:ln>
                <a:solidFill>
                  <a:schemeClr val="bg1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11AA53E-1578-4C9D-A941-3CD8DEA6D8EF}"/>
                </a:ext>
              </a:extLst>
            </p:cNvPr>
            <p:cNvSpPr txBox="1"/>
            <p:nvPr/>
          </p:nvSpPr>
          <p:spPr>
            <a:xfrm>
              <a:off x="2224773" y="4661884"/>
              <a:ext cx="1970498" cy="329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" b="1" dirty="0">
                  <a:solidFill>
                    <a:srgbClr val="2B869D"/>
                  </a:solidFill>
                </a:rPr>
                <a:t>扫码关注，获取更多</a:t>
              </a:r>
              <a:r>
                <a:rPr lang="en-US" altLang="zh-CN" sz="600" b="1" dirty="0">
                  <a:solidFill>
                    <a:srgbClr val="2B869D"/>
                  </a:solidFill>
                </a:rPr>
                <a:t>AI</a:t>
              </a:r>
              <a:r>
                <a:rPr lang="zh-CN" altLang="en-US" sz="600" b="1" dirty="0">
                  <a:solidFill>
                    <a:srgbClr val="2B869D"/>
                  </a:solidFill>
                </a:rPr>
                <a:t>秘籍</a:t>
              </a:r>
            </a:p>
          </p:txBody>
        </p:sp>
      </p:grp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A83D2AD-CC44-6BCD-C2AD-FE96E8545AA6}"/>
              </a:ext>
            </a:extLst>
          </p:cNvPr>
          <p:cNvSpPr/>
          <p:nvPr/>
        </p:nvSpPr>
        <p:spPr>
          <a:xfrm>
            <a:off x="1759067" y="5175931"/>
            <a:ext cx="5587884" cy="1431724"/>
          </a:xfrm>
          <a:prstGeom prst="roundRect">
            <a:avLst/>
          </a:prstGeom>
          <a:solidFill>
            <a:srgbClr val="2D3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拆解 </a:t>
            </a:r>
            <a:r>
              <a:rPr lang="en-US" altLang="zh-CN" sz="1000" dirty="0"/>
              <a:t>AI </a:t>
            </a:r>
            <a:r>
              <a:rPr lang="zh-CN" altLang="en-US" sz="1000" dirty="0"/>
              <a:t>与嵌入式的融合逻辑，让 “单片机 </a:t>
            </a:r>
            <a:r>
              <a:rPr lang="en-US" altLang="zh-CN" sz="1000" dirty="0"/>
              <a:t>+ </a:t>
            </a:r>
            <a:r>
              <a:rPr lang="zh-CN" altLang="en-US" sz="1000" dirty="0"/>
              <a:t>智能” 的复杂原理变清晰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手把手带练从硬件选型到 </a:t>
            </a:r>
            <a:r>
              <a:rPr lang="en-US" altLang="zh-CN" sz="1000" dirty="0"/>
              <a:t>AI </a:t>
            </a:r>
            <a:r>
              <a:rPr lang="zh-CN" altLang="en-US" sz="1000" dirty="0"/>
              <a:t>模型部署，实现单片机 “思考能力” 从 </a:t>
            </a:r>
            <a:r>
              <a:rPr lang="en-US" altLang="zh-CN" sz="1000" dirty="0"/>
              <a:t>0 </a:t>
            </a:r>
            <a:r>
              <a:rPr lang="zh-CN" altLang="en-US" sz="1000" dirty="0"/>
              <a:t>到 </a:t>
            </a:r>
            <a:r>
              <a:rPr lang="en-US" altLang="zh-CN" sz="1000" dirty="0"/>
              <a:t>1 </a:t>
            </a:r>
            <a:r>
              <a:rPr lang="zh-CN" altLang="en-US" sz="1000" dirty="0"/>
              <a:t>落地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让 </a:t>
            </a:r>
            <a:r>
              <a:rPr lang="en-US" altLang="zh-CN" sz="1000" dirty="0"/>
              <a:t>AI </a:t>
            </a:r>
            <a:r>
              <a:rPr lang="zh-CN" altLang="en-US" sz="1000" dirty="0"/>
              <a:t>不再是遥远的技术概念，成为你操控单片机、开发智能硬件的生产力工具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专注普通人能听懂、能上手的实战教学，拒绝堆砌理论，只讲能直接用的技术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0E39573-DF9E-13B3-8BC2-71A5FF9AB4F6}"/>
              </a:ext>
            </a:extLst>
          </p:cNvPr>
          <p:cNvSpPr txBox="1"/>
          <p:nvPr/>
        </p:nvSpPr>
        <p:spPr>
          <a:xfrm>
            <a:off x="1759067" y="4069788"/>
            <a:ext cx="3260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1" dirty="0">
                <a:solidFill>
                  <a:srgbClr val="22D3EF"/>
                </a:solidFill>
              </a:rPr>
              <a:t>贺老师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99A4544-EC6C-85DC-2207-9519B6D9DB3D}"/>
              </a:ext>
            </a:extLst>
          </p:cNvPr>
          <p:cNvSpPr txBox="1"/>
          <p:nvPr/>
        </p:nvSpPr>
        <p:spPr>
          <a:xfrm>
            <a:off x="1759067" y="4746279"/>
            <a:ext cx="28782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rgbClr val="22D3EF"/>
                </a:solidFill>
              </a:rPr>
              <a:t>嵌入式 </a:t>
            </a:r>
            <a:r>
              <a:rPr lang="en-US" altLang="zh-CN" sz="1400" b="1" dirty="0">
                <a:solidFill>
                  <a:srgbClr val="22D3EF"/>
                </a:solidFill>
              </a:rPr>
              <a:t>AI </a:t>
            </a:r>
            <a:r>
              <a:rPr lang="zh-CN" altLang="en-US" sz="1400" b="1" dirty="0">
                <a:solidFill>
                  <a:srgbClr val="22D3EF"/>
                </a:solidFill>
              </a:rPr>
              <a:t>落地开发专家</a:t>
            </a:r>
          </a:p>
        </p:txBody>
      </p:sp>
      <p:pic>
        <p:nvPicPr>
          <p:cNvPr id="4" name="图片 3" descr="QR 代码&#10;&#10;AI 生成的内容可能不正确。">
            <a:extLst>
              <a:ext uri="{FF2B5EF4-FFF2-40B4-BE49-F238E27FC236}">
                <a16:creationId xmlns:a16="http://schemas.microsoft.com/office/drawing/2014/main" id="{9870A0D2-56CB-4ADF-5228-81CB4C7E5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7" y="5266595"/>
            <a:ext cx="1055298" cy="105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21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ACDF1111-F805-E6BC-A140-A878B7FB7DF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40320" y="2535018"/>
            <a:ext cx="9404590" cy="646331"/>
          </a:xfrm>
        </p:spPr>
        <p:txBody>
          <a:bodyPr/>
          <a:lstStyle/>
          <a:p>
            <a:r>
              <a:rPr lang="en-US" altLang="zh-CN" b="1" dirty="0"/>
              <a:t>Day5</a:t>
            </a:r>
            <a:r>
              <a:rPr lang="zh-CN" altLang="en-US" b="1" dirty="0"/>
              <a:t>：</a:t>
            </a:r>
            <a:r>
              <a:rPr lang="en-US" altLang="zh-CN" b="1" dirty="0" err="1"/>
              <a:t>TFLite</a:t>
            </a:r>
            <a:r>
              <a:rPr lang="en-US" altLang="zh-CN" b="1" dirty="0"/>
              <a:t> Micro </a:t>
            </a:r>
            <a:r>
              <a:rPr lang="zh-CN" altLang="en-US" b="1" dirty="0"/>
              <a:t>核心结构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F353E909-805B-ECB9-9D5A-DBFB24DDD0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0319" y="3280115"/>
            <a:ext cx="8274589" cy="365126"/>
          </a:xfrm>
        </p:spPr>
        <p:txBody>
          <a:bodyPr/>
          <a:lstStyle/>
          <a:p>
            <a:r>
              <a:rPr lang="en-US" altLang="zh-CN" dirty="0"/>
              <a:t>TFLM</a:t>
            </a:r>
            <a:r>
              <a:rPr lang="zh-CN" altLang="en-US" dirty="0"/>
              <a:t>核心概念 </a:t>
            </a:r>
            <a:r>
              <a:rPr lang="en-US" altLang="zh-CN" dirty="0"/>
              <a:t>| TFLM</a:t>
            </a:r>
            <a:r>
              <a:rPr lang="zh-CN" altLang="en-US" dirty="0"/>
              <a:t>在</a:t>
            </a:r>
            <a:r>
              <a:rPr lang="en-US" altLang="zh-CN" dirty="0" err="1"/>
              <a:t>TinyML</a:t>
            </a:r>
            <a:r>
              <a:rPr lang="zh-CN" altLang="en-US" dirty="0"/>
              <a:t>工作流的作用 </a:t>
            </a:r>
            <a:r>
              <a:rPr lang="en-US" altLang="zh-CN" dirty="0"/>
              <a:t>| </a:t>
            </a:r>
            <a:r>
              <a:rPr lang="zh-CN" altLang="en-US" dirty="0"/>
              <a:t>工程实践与讲解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351636A4-BF26-67E8-6262-CDE78D236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7417741C-8A8D-4630-901D-22A281666097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576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6EC981-D385-3D4C-1B18-8D77112D8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37595F7A-A8FC-42DA-AEFD-961C54398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01384"/>
              </p:ext>
            </p:extLst>
          </p:nvPr>
        </p:nvGraphicFramePr>
        <p:xfrm>
          <a:off x="633969" y="1405890"/>
          <a:ext cx="10029825" cy="23774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416606">
                  <a:extLst>
                    <a:ext uri="{9D8B030D-6E8A-4147-A177-3AD203B41FA5}">
                      <a16:colId xmlns:a16="http://schemas.microsoft.com/office/drawing/2014/main" val="2322495258"/>
                    </a:ext>
                  </a:extLst>
                </a:gridCol>
                <a:gridCol w="7613219">
                  <a:extLst>
                    <a:ext uri="{9D8B030D-6E8A-4147-A177-3AD203B41FA5}">
                      <a16:colId xmlns:a16="http://schemas.microsoft.com/office/drawing/2014/main" val="2932050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目标描述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94820"/>
                  </a:ext>
                </a:extLst>
              </a:tr>
              <a:tr h="8527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/>
                        <a:t>知识目标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从工程视角重新解释机器学习核心概念：模型、张量、算子、计算图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搞清楚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TFLM 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在 </a:t>
                      </a:r>
                      <a:r>
                        <a:rPr lang="en-US" altLang="zh-C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TinyML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TensorFlow / TensorFlow Lite 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生态中的位置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深入理解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TFLM 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工作原理：架构、内存管理、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Allocate Tensors / Invoke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565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/>
                        <a:t>技能目标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altLang="zh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503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/>
                        <a:t>思维目标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96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/>
                        <a:t>成果输出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zh-CN" altLang="en-US" dirty="0"/>
                        <a:t>可以在自己电脑运行</a:t>
                      </a:r>
                      <a:r>
                        <a:rPr lang="en-US" altLang="zh-CN" dirty="0"/>
                        <a:t>TensorFlow Micro</a:t>
                      </a:r>
                      <a:r>
                        <a:rPr lang="zh-CN" altLang="en-US" dirty="0"/>
                        <a:t>工程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666801"/>
                  </a:ext>
                </a:extLst>
              </a:tr>
            </a:tbl>
          </a:graphicData>
        </a:graphic>
      </p:graphicFrame>
      <p:sp>
        <p:nvSpPr>
          <p:cNvPr id="3" name="标题 15">
            <a:extLst>
              <a:ext uri="{FF2B5EF4-FFF2-40B4-BE49-F238E27FC236}">
                <a16:creationId xmlns:a16="http://schemas.microsoft.com/office/drawing/2014/main" id="{52995763-129E-2FD7-E1CD-96BBD44B0C11}"/>
              </a:ext>
            </a:extLst>
          </p:cNvPr>
          <p:cNvSpPr txBox="1">
            <a:spLocks/>
          </p:cNvSpPr>
          <p:nvPr/>
        </p:nvSpPr>
        <p:spPr>
          <a:xfrm>
            <a:off x="501556" y="296531"/>
            <a:ext cx="9363800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/>
              <a:t>🎯 </a:t>
            </a:r>
            <a:r>
              <a:rPr lang="en-US" altLang="zh-CN" sz="2800" b="1" dirty="0"/>
              <a:t>Day5</a:t>
            </a:r>
            <a:r>
              <a:rPr lang="zh-CN" altLang="en-US" sz="2800" b="1" dirty="0"/>
              <a:t>：学习目标</a:t>
            </a:r>
          </a:p>
        </p:txBody>
      </p:sp>
    </p:spTree>
    <p:extLst>
      <p:ext uri="{BB962C8B-B14F-4D97-AF65-F5344CB8AC3E}">
        <p14:creationId xmlns:p14="http://schemas.microsoft.com/office/powerpoint/2010/main" val="20995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1CBE5-8411-4237-7F18-65F7ED54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22AD39-0B52-8E7A-AEED-15062222A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3" name="标题 15">
            <a:extLst>
              <a:ext uri="{FF2B5EF4-FFF2-40B4-BE49-F238E27FC236}">
                <a16:creationId xmlns:a16="http://schemas.microsoft.com/office/drawing/2014/main" id="{AA6B9913-D871-3512-2073-8B0B0BFF0CCF}"/>
              </a:ext>
            </a:extLst>
          </p:cNvPr>
          <p:cNvSpPr txBox="1">
            <a:spLocks/>
          </p:cNvSpPr>
          <p:nvPr/>
        </p:nvSpPr>
        <p:spPr>
          <a:xfrm>
            <a:off x="501556" y="296531"/>
            <a:ext cx="9363800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b="1" dirty="0"/>
          </a:p>
        </p:txBody>
      </p:sp>
      <p:sp>
        <p:nvSpPr>
          <p:cNvPr id="8" name="标题 15">
            <a:extLst>
              <a:ext uri="{FF2B5EF4-FFF2-40B4-BE49-F238E27FC236}">
                <a16:creationId xmlns:a16="http://schemas.microsoft.com/office/drawing/2014/main" id="{02D28333-0D34-57B1-56C2-C9D260EB2215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基础概念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214F0-63ED-B76C-F890-9025A7773F36}"/>
              </a:ext>
            </a:extLst>
          </p:cNvPr>
          <p:cNvSpPr txBox="1"/>
          <p:nvPr/>
        </p:nvSpPr>
        <p:spPr>
          <a:xfrm>
            <a:off x="1357312" y="4268534"/>
            <a:ext cx="6970588" cy="22929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可以把模型看成一个“自动生成的 </a:t>
            </a:r>
            <a:r>
              <a:rPr lang="en-US" altLang="zh-CN" sz="1400" b="0" i="0" dirty="0">
                <a:solidFill>
                  <a:srgbClr val="111827"/>
                </a:solidFill>
                <a:effectLst/>
                <a:latin typeface="system-ui"/>
              </a:rPr>
              <a:t>C </a:t>
            </a: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函数”：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输入：一组数字（传感器数据）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输出：一组数字（概率、类别、数值预测等）</a:t>
            </a:r>
            <a:endParaRPr lang="en-US" altLang="zh-CN" sz="1400" b="0" i="0" dirty="0">
              <a:solidFill>
                <a:srgbClr val="111827"/>
              </a:solidFill>
              <a:effectLst/>
              <a:latin typeface="system-ui"/>
            </a:endParaRP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zh-CN" altLang="en-US" sz="1400" b="0" i="0" dirty="0">
              <a:solidFill>
                <a:srgbClr val="111827"/>
              </a:solidFill>
              <a:effectLst/>
              <a:latin typeface="system-ui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区别在于：</a:t>
            </a:r>
            <a:r>
              <a:rPr lang="zh-CN" altLang="en-US" sz="1400" b="1" i="0" dirty="0">
                <a:solidFill>
                  <a:srgbClr val="111827"/>
                </a:solidFill>
                <a:effectLst/>
                <a:latin typeface="system-ui"/>
              </a:rPr>
              <a:t>函数内部的系数（权重）不是你手写，而是训练出来的</a:t>
            </a:r>
            <a:endParaRPr lang="en-US" altLang="zh-CN" sz="1400" b="1" i="0" dirty="0">
              <a:solidFill>
                <a:srgbClr val="111827"/>
              </a:solidFill>
              <a:effectLst/>
              <a:latin typeface="system-ui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zh-CN" altLang="en-US" sz="1400" b="1" i="0" dirty="0">
              <a:solidFill>
                <a:srgbClr val="111827"/>
              </a:solidFill>
              <a:effectLst/>
              <a:latin typeface="system-ui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训练结束后，模型就变成“常量参数 </a:t>
            </a:r>
            <a:r>
              <a:rPr lang="en-US" altLang="zh-CN" sz="1400" b="0" i="0" dirty="0">
                <a:solidFill>
                  <a:srgbClr val="111827"/>
                </a:solidFill>
                <a:effectLst/>
                <a:latin typeface="system-ui"/>
              </a:rPr>
              <a:t>+ </a:t>
            </a: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固定的计算顺序”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B5240C-189E-48DF-666E-32083F29B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2" y="889515"/>
            <a:ext cx="947737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84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AFF3A-E686-225E-2B8B-64B5C1F1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385762-0B79-F1AC-6F88-0E51964EE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3" name="标题 15">
            <a:extLst>
              <a:ext uri="{FF2B5EF4-FFF2-40B4-BE49-F238E27FC236}">
                <a16:creationId xmlns:a16="http://schemas.microsoft.com/office/drawing/2014/main" id="{C100CEBD-F516-2FD8-00A7-82DB723AFD5B}"/>
              </a:ext>
            </a:extLst>
          </p:cNvPr>
          <p:cNvSpPr txBox="1">
            <a:spLocks/>
          </p:cNvSpPr>
          <p:nvPr/>
        </p:nvSpPr>
        <p:spPr>
          <a:xfrm>
            <a:off x="501556" y="296531"/>
            <a:ext cx="9363800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b="1" dirty="0"/>
          </a:p>
        </p:txBody>
      </p:sp>
      <p:sp>
        <p:nvSpPr>
          <p:cNvPr id="8" name="标题 15">
            <a:extLst>
              <a:ext uri="{FF2B5EF4-FFF2-40B4-BE49-F238E27FC236}">
                <a16:creationId xmlns:a16="http://schemas.microsoft.com/office/drawing/2014/main" id="{B2AC4843-BE56-C1E3-94E6-110B2C237468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基础概念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TinyML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的常见两类任务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29605-D320-2F32-FA77-C96B5F3BF8E9}"/>
              </a:ext>
            </a:extLst>
          </p:cNvPr>
          <p:cNvSpPr txBox="1"/>
          <p:nvPr/>
        </p:nvSpPr>
        <p:spPr>
          <a:xfrm>
            <a:off x="501555" y="1257705"/>
            <a:ext cx="10141772" cy="311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827"/>
                </a:solidFill>
                <a:effectLst/>
                <a:latin typeface="system-ui"/>
              </a:rPr>
              <a:t>分类（</a:t>
            </a:r>
            <a:r>
              <a:rPr lang="en-US" altLang="zh-CN" b="1" i="0" dirty="0">
                <a:solidFill>
                  <a:srgbClr val="111827"/>
                </a:solidFill>
                <a:effectLst/>
                <a:latin typeface="system-ui"/>
              </a:rPr>
              <a:t>Classification</a:t>
            </a:r>
            <a:r>
              <a:rPr lang="zh-CN" altLang="en-US" b="1" i="0" dirty="0">
                <a:solidFill>
                  <a:srgbClr val="111827"/>
                </a:solidFill>
                <a:effectLst/>
                <a:latin typeface="system-ui"/>
              </a:rPr>
              <a:t>）：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输入：一段时间的信号、图片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patch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等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输出：离散类别，如“正常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/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异常”、“手势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A / B / C”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本质：根据输入把样本分到几个预定义的桶里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827"/>
                </a:solidFill>
                <a:effectLst/>
                <a:latin typeface="system-ui"/>
              </a:rPr>
              <a:t>回归（</a:t>
            </a:r>
            <a:r>
              <a:rPr lang="en-US" altLang="zh-CN" b="1" i="0" dirty="0">
                <a:solidFill>
                  <a:srgbClr val="111827"/>
                </a:solidFill>
                <a:effectLst/>
                <a:latin typeface="system-ui"/>
              </a:rPr>
              <a:t>Regression</a:t>
            </a:r>
            <a:r>
              <a:rPr lang="zh-CN" altLang="en-US" b="1" i="0" dirty="0">
                <a:solidFill>
                  <a:srgbClr val="111827"/>
                </a:solidFill>
                <a:effectLst/>
                <a:latin typeface="system-ui"/>
              </a:rPr>
              <a:t>）：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输入：同样可以是各种测量数据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输出：连续数值，如“剩余寿命估计值”、“温度预测”等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大部分 </a:t>
            </a:r>
            <a:r>
              <a:rPr lang="en-US" altLang="zh-CN" b="0" i="0" dirty="0" err="1">
                <a:solidFill>
                  <a:srgbClr val="111827"/>
                </a:solidFill>
                <a:effectLst/>
                <a:latin typeface="system-ui"/>
              </a:rPr>
              <a:t>TinyML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场景更常用“分类”（比如语音唤醒、故障检测）</a:t>
            </a:r>
          </a:p>
        </p:txBody>
      </p:sp>
    </p:spTree>
    <p:extLst>
      <p:ext uri="{BB962C8B-B14F-4D97-AF65-F5344CB8AC3E}">
        <p14:creationId xmlns:p14="http://schemas.microsoft.com/office/powerpoint/2010/main" val="73335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AA7E1-B881-8B06-E2EB-AAC25CC2C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CFBC5B-076E-F851-002A-A2F13E8EE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3" name="标题 15">
            <a:extLst>
              <a:ext uri="{FF2B5EF4-FFF2-40B4-BE49-F238E27FC236}">
                <a16:creationId xmlns:a16="http://schemas.microsoft.com/office/drawing/2014/main" id="{1E0E7BD7-7F6C-DC24-34E0-2B2300EDAB56}"/>
              </a:ext>
            </a:extLst>
          </p:cNvPr>
          <p:cNvSpPr txBox="1">
            <a:spLocks/>
          </p:cNvSpPr>
          <p:nvPr/>
        </p:nvSpPr>
        <p:spPr>
          <a:xfrm>
            <a:off x="501556" y="296531"/>
            <a:ext cx="9363800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b="1" dirty="0"/>
          </a:p>
        </p:txBody>
      </p:sp>
      <p:sp>
        <p:nvSpPr>
          <p:cNvPr id="8" name="标题 15">
            <a:extLst>
              <a:ext uri="{FF2B5EF4-FFF2-40B4-BE49-F238E27FC236}">
                <a16:creationId xmlns:a16="http://schemas.microsoft.com/office/drawing/2014/main" id="{04077667-0BFA-255C-AF1B-A5EF6621497E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基础概念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张量（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Tensor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362AF-465E-053A-E011-3E9A5C33AC24}"/>
              </a:ext>
            </a:extLst>
          </p:cNvPr>
          <p:cNvSpPr txBox="1"/>
          <p:nvPr/>
        </p:nvSpPr>
        <p:spPr>
          <a:xfrm>
            <a:off x="501555" y="1360013"/>
            <a:ext cx="6094206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从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C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语言视角看：张量就是“多维数组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+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元信息”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举例：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一维张量：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Courier New" panose="02070309020205020404" pitchFamily="49" charset="0"/>
              </a:rPr>
              <a:t>int a[10]</a:t>
            </a:r>
            <a:endParaRPr lang="zh-CN" altLang="en-US" b="0" i="0" dirty="0">
              <a:solidFill>
                <a:srgbClr val="111827"/>
              </a:solidFill>
              <a:effectLst/>
              <a:latin typeface="system-ui"/>
            </a:endParaRP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二维张量：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Courier New" panose="02070309020205020404" pitchFamily="49" charset="0"/>
              </a:rPr>
              <a:t>int a[3][4]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（矩阵）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三维张量：一堆二维矩阵堆叠起来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张量记录：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类型：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int8 / float32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等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形状：维度和每一维的大小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指向实际数据的指针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DD47AD-D9E1-148A-3DEE-46A73B24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286" y="296531"/>
            <a:ext cx="3249325" cy="59622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7E307C-2DF4-0B31-2788-76BEF651035D}"/>
              </a:ext>
            </a:extLst>
          </p:cNvPr>
          <p:cNvSpPr txBox="1"/>
          <p:nvPr/>
        </p:nvSpPr>
        <p:spPr>
          <a:xfrm>
            <a:off x="501555" y="5128655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初级理解：把张量当成“数据”是 </a:t>
            </a:r>
            <a:r>
              <a:rPr lang="en-US" altLang="zh-CN" b="1" dirty="0"/>
              <a:t>OK </a:t>
            </a:r>
            <a:r>
              <a:rPr lang="zh-CN" altLang="en-US" b="1" dirty="0"/>
              <a:t>的</a:t>
            </a:r>
            <a:endParaRPr lang="en-US" altLang="zh-CN" b="1" dirty="0"/>
          </a:p>
          <a:p>
            <a:r>
              <a:rPr lang="zh-CN" altLang="en-US" b="1" dirty="0"/>
              <a:t>稍微专业一点：张量 </a:t>
            </a:r>
            <a:r>
              <a:rPr lang="en-US" altLang="zh-CN" b="1" dirty="0"/>
              <a:t>= </a:t>
            </a:r>
            <a:r>
              <a:rPr lang="zh-CN" altLang="en-US" b="1" dirty="0"/>
              <a:t>数据 </a:t>
            </a:r>
            <a:r>
              <a:rPr lang="en-US" altLang="zh-CN" b="1" dirty="0"/>
              <a:t>+ </a:t>
            </a:r>
            <a:r>
              <a:rPr lang="zh-CN" altLang="en-US" b="1" dirty="0"/>
              <a:t>说明书</a:t>
            </a:r>
          </a:p>
        </p:txBody>
      </p:sp>
    </p:spTree>
    <p:extLst>
      <p:ext uri="{BB962C8B-B14F-4D97-AF65-F5344CB8AC3E}">
        <p14:creationId xmlns:p14="http://schemas.microsoft.com/office/powerpoint/2010/main" val="424547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CA6AC-E07A-5B63-9413-D3FC561DE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D5788F-4B22-EE6B-8117-9E340A850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59" y="833281"/>
            <a:ext cx="10306050" cy="280035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83093A-E78A-03B2-2D99-2B1D6943B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3" name="标题 15">
            <a:extLst>
              <a:ext uri="{FF2B5EF4-FFF2-40B4-BE49-F238E27FC236}">
                <a16:creationId xmlns:a16="http://schemas.microsoft.com/office/drawing/2014/main" id="{1048404A-F4C7-07F3-4462-ABE61526E3A7}"/>
              </a:ext>
            </a:extLst>
          </p:cNvPr>
          <p:cNvSpPr txBox="1">
            <a:spLocks/>
          </p:cNvSpPr>
          <p:nvPr/>
        </p:nvSpPr>
        <p:spPr>
          <a:xfrm>
            <a:off x="501556" y="296531"/>
            <a:ext cx="9363800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b="1" dirty="0"/>
          </a:p>
        </p:txBody>
      </p:sp>
      <p:sp>
        <p:nvSpPr>
          <p:cNvPr id="8" name="标题 15">
            <a:extLst>
              <a:ext uri="{FF2B5EF4-FFF2-40B4-BE49-F238E27FC236}">
                <a16:creationId xmlns:a16="http://schemas.microsoft.com/office/drawing/2014/main" id="{1760350B-A33A-BDA7-37CD-051AA4948941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基础概念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算子（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Operator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37736-3FCE-DE05-8566-F17BE59558E2}"/>
              </a:ext>
            </a:extLst>
          </p:cNvPr>
          <p:cNvSpPr txBox="1"/>
          <p:nvPr/>
        </p:nvSpPr>
        <p:spPr>
          <a:xfrm>
            <a:off x="576859" y="3633631"/>
            <a:ext cx="6094206" cy="262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一个算子就是一个固定功能的数学运算块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输入：一个或多个张量；输出：一个或多个张量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典型算子：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卷积（</a:t>
            </a:r>
            <a:r>
              <a:rPr lang="en-US" altLang="zh-CN" sz="1400" b="0" i="0" dirty="0">
                <a:solidFill>
                  <a:srgbClr val="111827"/>
                </a:solidFill>
                <a:effectLst/>
                <a:latin typeface="system-ui"/>
              </a:rPr>
              <a:t>Conv2D</a:t>
            </a: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）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全连接层（</a:t>
            </a:r>
            <a:r>
              <a:rPr lang="en-US" altLang="zh-CN" sz="1400" b="0" i="0" dirty="0">
                <a:solidFill>
                  <a:srgbClr val="111827"/>
                </a:solidFill>
                <a:effectLst/>
                <a:latin typeface="system-ui"/>
              </a:rPr>
              <a:t>FullyConnected</a:t>
            </a: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）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加法（</a:t>
            </a:r>
            <a:r>
              <a:rPr lang="en-US" altLang="zh-CN" sz="1400" b="0" i="0" dirty="0">
                <a:solidFill>
                  <a:srgbClr val="111827"/>
                </a:solidFill>
                <a:effectLst/>
                <a:latin typeface="system-ui"/>
              </a:rPr>
              <a:t>Add</a:t>
            </a: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）、乘法（</a:t>
            </a:r>
            <a:r>
              <a:rPr lang="en-US" altLang="zh-CN" sz="1400" b="0" i="0" dirty="0">
                <a:solidFill>
                  <a:srgbClr val="111827"/>
                </a:solidFill>
                <a:effectLst/>
                <a:latin typeface="system-ui"/>
              </a:rPr>
              <a:t>Mul</a:t>
            </a: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）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激活函数（</a:t>
            </a:r>
            <a:r>
              <a:rPr lang="en-US" altLang="zh-CN" sz="1400" b="0" i="0" dirty="0" err="1">
                <a:solidFill>
                  <a:srgbClr val="111827"/>
                </a:solidFill>
                <a:effectLst/>
                <a:latin typeface="system-ui"/>
              </a:rPr>
              <a:t>ReLU</a:t>
            </a: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、</a:t>
            </a:r>
            <a:r>
              <a:rPr lang="en-US" altLang="zh-CN" sz="1400" b="0" i="0" dirty="0">
                <a:solidFill>
                  <a:srgbClr val="111827"/>
                </a:solidFill>
                <a:effectLst/>
                <a:latin typeface="system-ui"/>
              </a:rPr>
              <a:t>Sigmoid </a:t>
            </a: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等）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11827"/>
                </a:solidFill>
                <a:effectLst/>
                <a:latin typeface="system-ui"/>
              </a:rPr>
              <a:t>神经网络 ≈ 很多算子按一定顺序串联起来</a:t>
            </a:r>
          </a:p>
        </p:txBody>
      </p:sp>
    </p:spTree>
    <p:extLst>
      <p:ext uri="{BB962C8B-B14F-4D97-AF65-F5344CB8AC3E}">
        <p14:creationId xmlns:p14="http://schemas.microsoft.com/office/powerpoint/2010/main" val="292479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4B9C0-D9DB-AF3C-6CBB-89996DE2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625FEA-B002-E175-79BC-2452E02D8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3" name="标题 15">
            <a:extLst>
              <a:ext uri="{FF2B5EF4-FFF2-40B4-BE49-F238E27FC236}">
                <a16:creationId xmlns:a16="http://schemas.microsoft.com/office/drawing/2014/main" id="{A31ABE06-25FB-3837-7659-9582CED4779B}"/>
              </a:ext>
            </a:extLst>
          </p:cNvPr>
          <p:cNvSpPr txBox="1">
            <a:spLocks/>
          </p:cNvSpPr>
          <p:nvPr/>
        </p:nvSpPr>
        <p:spPr>
          <a:xfrm>
            <a:off x="501556" y="296531"/>
            <a:ext cx="9363800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b="1" dirty="0"/>
          </a:p>
        </p:txBody>
      </p:sp>
      <p:sp>
        <p:nvSpPr>
          <p:cNvPr id="8" name="标题 15">
            <a:extLst>
              <a:ext uri="{FF2B5EF4-FFF2-40B4-BE49-F238E27FC236}">
                <a16:creationId xmlns:a16="http://schemas.microsoft.com/office/drawing/2014/main" id="{4BF3F3BE-6197-BABD-3D5F-BB48C41FBDE0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基础概念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计算图（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Graph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F07BE-6966-34CF-8C7F-6E0E19910AA7}"/>
              </a:ext>
            </a:extLst>
          </p:cNvPr>
          <p:cNvSpPr txBox="1"/>
          <p:nvPr/>
        </p:nvSpPr>
        <p:spPr>
          <a:xfrm>
            <a:off x="501555" y="1408182"/>
            <a:ext cx="6094206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整个模型可以看作一张有向无环图（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DAG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）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节点（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Node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）：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对应某个算子的一次调用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记录输入张量索引、输出张量索引、参数等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边（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Edge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）：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表示张量在不同节点之间的流动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TFLM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在运行时：沿着这张图按顺序执行每个节点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C2E8FF-5AB3-15ED-B316-FA46CE8AF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3172"/>
            <a:ext cx="5755036" cy="58255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B4E84F-D58D-42A8-9AEE-66DCF6248432}"/>
              </a:ext>
            </a:extLst>
          </p:cNvPr>
          <p:cNvSpPr txBox="1"/>
          <p:nvPr/>
        </p:nvSpPr>
        <p:spPr>
          <a:xfrm>
            <a:off x="501555" y="4394193"/>
            <a:ext cx="60942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/>
              <a:t>粗略理解：就是“程序的工作流程 </a:t>
            </a:r>
            <a:r>
              <a:rPr lang="en-US" altLang="zh-CN" b="1" dirty="0"/>
              <a:t>/ </a:t>
            </a:r>
            <a:r>
              <a:rPr lang="zh-CN" altLang="en-US" b="1" dirty="0"/>
              <a:t>流程图”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b="1" dirty="0"/>
              <a:t>专业一点的说法：数据流式的“执行计划”</a:t>
            </a:r>
            <a:endParaRPr lang="en-US" altLang="zh-CN" b="1" dirty="0"/>
          </a:p>
          <a:p>
            <a:pPr marL="342900" indent="-342900">
              <a:buAutoNum type="arabicPeriod"/>
            </a:pP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160899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D9289-B080-9349-8A88-194D74DB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5">
            <a:extLst>
              <a:ext uri="{FF2B5EF4-FFF2-40B4-BE49-F238E27FC236}">
                <a16:creationId xmlns:a16="http://schemas.microsoft.com/office/drawing/2014/main" id="{8ACDC701-B125-3774-E4DE-2C13CF3F1667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TFLM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是什么？（再强调一次）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64481D-5EB9-5B67-F3A5-44E10B176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8973F-F71A-FDC4-4FB7-4D89C12E0DC4}"/>
              </a:ext>
            </a:extLst>
          </p:cNvPr>
          <p:cNvSpPr txBox="1"/>
          <p:nvPr/>
        </p:nvSpPr>
        <p:spPr>
          <a:xfrm>
            <a:off x="501554" y="1279091"/>
            <a:ext cx="8653203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TensorFlow Lite for Microcontrollers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TensorFlow Lite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的一个专门面向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MCU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的子项目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只保留部分常用算子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+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特别设计的静态内存管理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兼容 </a:t>
            </a:r>
            <a:r>
              <a:rPr lang="en-US" altLang="zh-CN" b="0" i="0" dirty="0" err="1">
                <a:solidFill>
                  <a:srgbClr val="111827"/>
                </a:solidFill>
                <a:effectLst/>
                <a:latin typeface="system-ui"/>
              </a:rPr>
              <a:t>TFLite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模型格式（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.</a:t>
            </a:r>
            <a:r>
              <a:rPr lang="en-US" altLang="zh-CN" b="0" i="0" dirty="0" err="1">
                <a:solidFill>
                  <a:srgbClr val="111827"/>
                </a:solidFill>
                <a:effectLst/>
                <a:latin typeface="system-ui"/>
              </a:rPr>
              <a:t>tflite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文件）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主要目标：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在没有操作系统、没有动态内存分配的环境中运行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让同一个训练流程可以部署到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MCU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上</a:t>
            </a:r>
          </a:p>
        </p:txBody>
      </p:sp>
    </p:spTree>
    <p:extLst>
      <p:ext uri="{BB962C8B-B14F-4D97-AF65-F5344CB8AC3E}">
        <p14:creationId xmlns:p14="http://schemas.microsoft.com/office/powerpoint/2010/main" val="1929965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E22C-67EB-8916-BECD-9B15910F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5">
            <a:extLst>
              <a:ext uri="{FF2B5EF4-FFF2-40B4-BE49-F238E27FC236}">
                <a16:creationId xmlns:a16="http://schemas.microsoft.com/office/drawing/2014/main" id="{9BAB9196-1EB5-2742-897F-BABCE5C7ABD8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TinyML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的工作流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9DC450-8A88-86CA-4726-18E80F69C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6450A268-32D2-82AA-A214-BAFF8DE7F6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8097161"/>
              </p:ext>
            </p:extLst>
          </p:nvPr>
        </p:nvGraphicFramePr>
        <p:xfrm>
          <a:off x="501555" y="1996369"/>
          <a:ext cx="11404600" cy="1536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CEFACC46-B023-8165-42C7-BCF1F2FD19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555" y="1091340"/>
            <a:ext cx="1378045" cy="672617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35EA2B97-A06F-32C8-CB88-71361F7DBF31}"/>
              </a:ext>
            </a:extLst>
          </p:cNvPr>
          <p:cNvSpPr/>
          <p:nvPr/>
        </p:nvSpPr>
        <p:spPr>
          <a:xfrm rot="5400000">
            <a:off x="882229" y="2022055"/>
            <a:ext cx="516731" cy="166736"/>
          </a:xfrm>
          <a:prstGeom prst="right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051F6E8-8C94-EA5D-52BB-049D10EC03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5230" y="989785"/>
            <a:ext cx="1266825" cy="774171"/>
          </a:xfrm>
          <a:prstGeom prst="rect">
            <a:avLst/>
          </a:prstGeom>
        </p:spPr>
      </p:pic>
      <p:sp>
        <p:nvSpPr>
          <p:cNvPr id="23" name="右大括号 22">
            <a:extLst>
              <a:ext uri="{FF2B5EF4-FFF2-40B4-BE49-F238E27FC236}">
                <a16:creationId xmlns:a16="http://schemas.microsoft.com/office/drawing/2014/main" id="{5F767775-C056-D294-1E94-0A01B15D7CB8}"/>
              </a:ext>
            </a:extLst>
          </p:cNvPr>
          <p:cNvSpPr/>
          <p:nvPr/>
        </p:nvSpPr>
        <p:spPr>
          <a:xfrm rot="16200000">
            <a:off x="5668871" y="-1907932"/>
            <a:ext cx="679544" cy="8023321"/>
          </a:xfrm>
          <a:prstGeom prst="rightBrace">
            <a:avLst/>
          </a:prstGeom>
          <a:noFill/>
          <a:ln w="28575">
            <a:solidFill>
              <a:srgbClr val="4472C4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3C5B7235-E59E-F97B-1496-015012A85711}"/>
              </a:ext>
            </a:extLst>
          </p:cNvPr>
          <p:cNvSpPr/>
          <p:nvPr/>
        </p:nvSpPr>
        <p:spPr>
          <a:xfrm rot="5400000">
            <a:off x="10793041" y="2022055"/>
            <a:ext cx="516731" cy="166736"/>
          </a:xfrm>
          <a:prstGeom prst="right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5BB5B122-06DE-C5AC-7E2E-C52FEE9759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6118" y="1041885"/>
            <a:ext cx="790575" cy="771525"/>
          </a:xfrm>
          <a:prstGeom prst="rect">
            <a:avLst/>
          </a:prstGeom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EB6B96A-64A1-7B90-5678-0AC77EECB775}"/>
              </a:ext>
            </a:extLst>
          </p:cNvPr>
          <p:cNvSpPr/>
          <p:nvPr/>
        </p:nvSpPr>
        <p:spPr>
          <a:xfrm>
            <a:off x="1879600" y="3276600"/>
            <a:ext cx="4216400" cy="7930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TensorFlow</a:t>
            </a:r>
            <a:endParaRPr lang="zh-CN" altLang="en-US" sz="2400" dirty="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4B07343-3002-FB94-4F14-8C448ABB53E4}"/>
              </a:ext>
            </a:extLst>
          </p:cNvPr>
          <p:cNvSpPr/>
          <p:nvPr/>
        </p:nvSpPr>
        <p:spPr>
          <a:xfrm>
            <a:off x="6203855" y="3285877"/>
            <a:ext cx="3181445" cy="7930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TensorFlow Lite</a:t>
            </a:r>
            <a:endParaRPr lang="zh-CN" altLang="en-US" sz="2400" dirty="0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2C29CBF-1E5D-655E-09F8-DDD3EB45E810}"/>
              </a:ext>
            </a:extLst>
          </p:cNvPr>
          <p:cNvSpPr/>
          <p:nvPr/>
        </p:nvSpPr>
        <p:spPr>
          <a:xfrm>
            <a:off x="9493155" y="3319524"/>
            <a:ext cx="1771745" cy="7930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TensorFlow Lite Micro</a:t>
            </a:r>
            <a:endParaRPr lang="zh-CN" altLang="en-US" sz="2400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657FB74C-35A9-70D7-5D91-F6FA33405A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0304" y="4235888"/>
            <a:ext cx="1007291" cy="894405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65A35B72-FBA6-97B0-42FA-B38D36226E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40012" y="4235888"/>
            <a:ext cx="2695575" cy="85725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94045142-2E94-AFD2-85F5-355E6758119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789" y="4273043"/>
            <a:ext cx="2695575" cy="857250"/>
          </a:xfrm>
          <a:prstGeom prst="rect">
            <a:avLst/>
          </a:prstGeom>
        </p:spPr>
      </p:pic>
      <p:pic>
        <p:nvPicPr>
          <p:cNvPr id="4" name="图片 14">
            <a:extLst>
              <a:ext uri="{FF2B5EF4-FFF2-40B4-BE49-F238E27FC236}">
                <a16:creationId xmlns:a16="http://schemas.microsoft.com/office/drawing/2014/main" id="{1049BAA5-6BB0-937F-0996-03FA6C94A4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950" y="5705264"/>
            <a:ext cx="10198100" cy="56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5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2C9E7-A887-EC48-672E-1B710F470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5">
            <a:extLst>
              <a:ext uri="{FF2B5EF4-FFF2-40B4-BE49-F238E27FC236}">
                <a16:creationId xmlns:a16="http://schemas.microsoft.com/office/drawing/2014/main" id="{FC17F5F5-61CB-E1B2-3538-45DC4D33FA1D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TFLite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TFLM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的关键差异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5DEF9F-22E4-9918-3AE1-19653CA56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764AE3-BB83-A5C8-AF06-97610119BE62}"/>
              </a:ext>
            </a:extLst>
          </p:cNvPr>
          <p:cNvSpPr txBox="1"/>
          <p:nvPr/>
        </p:nvSpPr>
        <p:spPr>
          <a:xfrm>
            <a:off x="809513" y="1081663"/>
            <a:ext cx="9388736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运行环境：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111827"/>
                </a:solidFill>
                <a:effectLst/>
                <a:latin typeface="system-ui"/>
              </a:rPr>
              <a:t>TFLite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：通常运行在有操作系统的环境（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Android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、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Linux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）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TFLM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：运行在裸机或简单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RTOS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上的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MCU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内存管理：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111827"/>
                </a:solidFill>
                <a:effectLst/>
                <a:latin typeface="system-ui"/>
              </a:rPr>
              <a:t>TFLite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：可以使用堆、动态分配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TFLM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：仅使用静态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Tensor Arena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算子支持：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111827"/>
                </a:solidFill>
                <a:effectLst/>
                <a:latin typeface="system-ui"/>
              </a:rPr>
              <a:t>TFLite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：支持算子较多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TFLM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：只支持子集，重点支持整型量化算子</a:t>
            </a:r>
          </a:p>
        </p:txBody>
      </p:sp>
    </p:spTree>
    <p:extLst>
      <p:ext uri="{BB962C8B-B14F-4D97-AF65-F5344CB8AC3E}">
        <p14:creationId xmlns:p14="http://schemas.microsoft.com/office/powerpoint/2010/main" val="3867489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E165-A451-DD86-953A-28949A50A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5">
            <a:extLst>
              <a:ext uri="{FF2B5EF4-FFF2-40B4-BE49-F238E27FC236}">
                <a16:creationId xmlns:a16="http://schemas.microsoft.com/office/drawing/2014/main" id="{74F14362-7A8E-DE2E-6CE8-0CB13E196606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STM32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上集成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TFLM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的两条路径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1CD1C7-1803-CD79-317D-870047F71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67651-6672-F638-76C6-22C6022D2F20}"/>
              </a:ext>
            </a:extLst>
          </p:cNvPr>
          <p:cNvSpPr txBox="1"/>
          <p:nvPr/>
        </p:nvSpPr>
        <p:spPr>
          <a:xfrm>
            <a:off x="501555" y="1235098"/>
            <a:ext cx="6094206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路径一：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X-CUBE-AI + </a:t>
            </a:r>
            <a:r>
              <a:rPr lang="en-US" altLang="zh-CN" b="0" i="0" dirty="0" err="1">
                <a:solidFill>
                  <a:srgbClr val="111827"/>
                </a:solidFill>
                <a:effectLst/>
                <a:latin typeface="system-ui"/>
              </a:rPr>
              <a:t>CubeMX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自动生成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图形化导入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.</a:t>
            </a:r>
            <a:r>
              <a:rPr lang="en-US" altLang="zh-CN" b="0" i="0" dirty="0" err="1">
                <a:solidFill>
                  <a:srgbClr val="111827"/>
                </a:solidFill>
                <a:effectLst/>
                <a:latin typeface="system-ui"/>
              </a:rPr>
              <a:t>tflite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模型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自动生成工程、包含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TFLM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和模型数据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路径二：手工集成 </a:t>
            </a:r>
            <a:r>
              <a:rPr lang="en-US" altLang="zh-CN" b="0" i="0" dirty="0" err="1">
                <a:solidFill>
                  <a:srgbClr val="111827"/>
                </a:solidFill>
                <a:effectLst/>
                <a:latin typeface="system-ui"/>
              </a:rPr>
              <a:t>tflite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-micro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源码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更接近官方原始结构，便于理解源码</a:t>
            </a:r>
          </a:p>
          <a:p>
            <a:pPr marL="742950" lvl="1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可精细控制引入哪些算子和功能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F1CF15-8AB5-BC4D-4519-7392DFCA0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944" y="1235098"/>
            <a:ext cx="49434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36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CA42-D91A-9861-F4B4-B0D4AC06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5">
            <a:extLst>
              <a:ext uri="{FF2B5EF4-FFF2-40B4-BE49-F238E27FC236}">
                <a16:creationId xmlns:a16="http://schemas.microsoft.com/office/drawing/2014/main" id="{BFEF2371-8955-3FBA-46F9-7F7065AF376D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TFLM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演示与工程讲解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A4C983-25A1-DB1F-9A69-676C9FFC2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AF7FD9-39DF-4DB9-6E3C-8D539B127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55" y="947737"/>
            <a:ext cx="649605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02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B5F8-9C24-5B92-E551-F8B4629E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5">
            <a:extLst>
              <a:ext uri="{FF2B5EF4-FFF2-40B4-BE49-F238E27FC236}">
                <a16:creationId xmlns:a16="http://schemas.microsoft.com/office/drawing/2014/main" id="{1F3AA81E-721B-21CC-4216-D1EA0A414EF2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TFLM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演示与工程讲解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8A44FE-FDA4-3E55-4208-B18D8F8EB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CF5BC6-5E15-4664-B993-1B821DA0A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55" y="947737"/>
            <a:ext cx="67341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73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49E9D-4647-E83E-69A6-18957FE2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5">
            <a:extLst>
              <a:ext uri="{FF2B5EF4-FFF2-40B4-BE49-F238E27FC236}">
                <a16:creationId xmlns:a16="http://schemas.microsoft.com/office/drawing/2014/main" id="{8FDD0C7F-6580-0873-1FD5-52DD51416AD7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TFLM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演示与工程讲解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C35BF5-69E6-3872-DCC5-58A631F6D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2FC9A-A482-9002-2970-BA41793D0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55" y="947737"/>
            <a:ext cx="66294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75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BE9C-80ED-7947-FDB2-8701B36C0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03AEFA-2255-3DBA-2AB1-03AF64C8D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92" y="945048"/>
            <a:ext cx="6638925" cy="3638550"/>
          </a:xfrm>
          <a:prstGeom prst="rect">
            <a:avLst/>
          </a:prstGeom>
        </p:spPr>
      </p:pic>
      <p:sp>
        <p:nvSpPr>
          <p:cNvPr id="6" name="标题 15">
            <a:extLst>
              <a:ext uri="{FF2B5EF4-FFF2-40B4-BE49-F238E27FC236}">
                <a16:creationId xmlns:a16="http://schemas.microsoft.com/office/drawing/2014/main" id="{155D7F38-EC4E-6B24-4B0C-AD77A192CF9F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TFLM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演示与工程讲解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56325FD-E656-5314-4E6C-F5F29FB3C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90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8CDBA-0A68-89EE-EE27-A8CC2933F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5">
            <a:extLst>
              <a:ext uri="{FF2B5EF4-FFF2-40B4-BE49-F238E27FC236}">
                <a16:creationId xmlns:a16="http://schemas.microsoft.com/office/drawing/2014/main" id="{94A1FB92-830C-1E94-64BF-6B38015A9F70}"/>
              </a:ext>
            </a:extLst>
          </p:cNvPr>
          <p:cNvSpPr txBox="1">
            <a:spLocks/>
          </p:cNvSpPr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TFLM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演示与工程讲解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243BC7-F451-B7EC-F9AE-C3BFCD01D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C3009-FDA6-272A-B759-C8303DF3F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92" y="945048"/>
            <a:ext cx="68580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49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4E4431ED-F1D5-8350-E4BE-2AC0DBE651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7741C-8A8D-4630-901D-22A281666097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409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5579</TotalTime>
  <Words>1503</Words>
  <Application>Microsoft Office PowerPoint</Application>
  <PresentationFormat>Widescreen</PresentationFormat>
  <Paragraphs>160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Montserrat Bold</vt:lpstr>
      <vt:lpstr>OPPOSans L</vt:lpstr>
      <vt:lpstr>system-ui</vt:lpstr>
      <vt:lpstr>等线</vt:lpstr>
      <vt:lpstr>思源黑体 CN Medium</vt:lpstr>
      <vt:lpstr>微软雅黑</vt:lpstr>
      <vt:lpstr>微软雅黑 Light</vt:lpstr>
      <vt:lpstr>字魂58号-创中黑</vt:lpstr>
      <vt:lpstr>Arial</vt:lpstr>
      <vt:lpstr>Calibri</vt:lpstr>
      <vt:lpstr>Courier New</vt:lpstr>
      <vt:lpstr>Montserrat</vt:lpstr>
      <vt:lpstr>Open Sans</vt:lpstr>
      <vt:lpstr>Poppins Light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个人年度任务项规划</dc:title>
  <dc:creator>马超/Chao Ma</dc:creator>
  <cp:lastModifiedBy>Chris Green</cp:lastModifiedBy>
  <cp:revision>472</cp:revision>
  <dcterms:created xsi:type="dcterms:W3CDTF">2024-02-28T02:14:15Z</dcterms:created>
  <dcterms:modified xsi:type="dcterms:W3CDTF">2025-11-23T12:29:08Z</dcterms:modified>
</cp:coreProperties>
</file>