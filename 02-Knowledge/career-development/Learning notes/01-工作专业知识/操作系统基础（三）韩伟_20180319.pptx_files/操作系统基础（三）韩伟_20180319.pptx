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29.xml" ContentType="application/vnd.openxmlformats-officedocument.presentationml.slide+xml"/>
  <Override PartName="/ppt/theme/theme5.xml" ContentType="application/vnd.openxmlformats-officedocument.them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docProps/custom.xml" ContentType="application/vnd.openxmlformats-officedocument.custom-properties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colors6.xml" ContentType="application/vnd.openxmlformats-officedocument.drawingml.diagramColors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diagrams/colors4.xml" ContentType="application/vnd.openxmlformats-officedocument.drawingml.diagramColors+xml"/>
  <Override PartName="/ppt/diagrams/drawing5.xml" ContentType="application/vnd.ms-office.drawingml.diagramDrawing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heme/theme4.xml" ContentType="application/vnd.openxmlformats-officedocument.them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diagrams/quickStyle5.xml" ContentType="application/vnd.openxmlformats-officedocument.drawingml.diagram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diagrams/layout6.xml" ContentType="application/vnd.openxmlformats-officedocument.drawingml.diagram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diagrams/layout4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data5.xml" ContentType="application/vnd.openxmlformats-officedocument.drawingml.diagramData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drawing6.xml" ContentType="application/vnd.ms-office.drawingml.diagramDrawing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ppt/diagrams/quickStyle6.xml" ContentType="application/vnd.openxmlformats-officedocument.drawingml.diagramStyl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75" r:id="rId3"/>
    <p:sldMasterId id="2147483679" r:id="rId4"/>
  </p:sldMasterIdLst>
  <p:notesMasterIdLst>
    <p:notesMasterId r:id="rId34"/>
  </p:notesMasterIdLst>
  <p:handoutMasterIdLst>
    <p:handoutMasterId r:id="rId35"/>
  </p:handoutMasterIdLst>
  <p:sldIdLst>
    <p:sldId id="256" r:id="rId5"/>
    <p:sldId id="267" r:id="rId6"/>
    <p:sldId id="271" r:id="rId7"/>
    <p:sldId id="274" r:id="rId8"/>
    <p:sldId id="277" r:id="rId9"/>
    <p:sldId id="275" r:id="rId10"/>
    <p:sldId id="276" r:id="rId11"/>
    <p:sldId id="278" r:id="rId12"/>
    <p:sldId id="279" r:id="rId13"/>
    <p:sldId id="280" r:id="rId14"/>
    <p:sldId id="281" r:id="rId15"/>
    <p:sldId id="282" r:id="rId16"/>
    <p:sldId id="273" r:id="rId17"/>
    <p:sldId id="283" r:id="rId18"/>
    <p:sldId id="284" r:id="rId19"/>
    <p:sldId id="272" r:id="rId20"/>
    <p:sldId id="285" r:id="rId21"/>
    <p:sldId id="286" r:id="rId22"/>
    <p:sldId id="287" r:id="rId23"/>
    <p:sldId id="288" r:id="rId24"/>
    <p:sldId id="289" r:id="rId25"/>
    <p:sldId id="269" r:id="rId26"/>
    <p:sldId id="290" r:id="rId27"/>
    <p:sldId id="291" r:id="rId28"/>
    <p:sldId id="270" r:id="rId29"/>
    <p:sldId id="268" r:id="rId30"/>
    <p:sldId id="292" r:id="rId31"/>
    <p:sldId id="293" r:id="rId32"/>
    <p:sldId id="260" r:id="rId3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CFCFC"/>
    <a:srgbClr val="00B4BE"/>
    <a:srgbClr val="00B2BE"/>
    <a:srgbClr val="00BDC1"/>
    <a:srgbClr val="00A5B2"/>
    <a:srgbClr val="00ACB2"/>
    <a:srgbClr val="0B8FA9"/>
    <a:srgbClr val="00525A"/>
    <a:srgbClr val="FFA500"/>
    <a:srgbClr val="6A8384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 varScale="1">
        <p:scale>
          <a:sx n="65" d="100"/>
          <a:sy n="65" d="100"/>
        </p:scale>
        <p:origin x="-978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Objects="1" showGuides="1">
      <p:cViewPr varScale="1">
        <p:scale>
          <a:sx n="65" d="100"/>
          <a:sy n="65" d="100"/>
        </p:scale>
        <p:origin x="-2796" y="-10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C350DF-DC01-4D05-A070-BBA0B6A8199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B882E0D3-8147-462E-BB5A-96E7FC4E8E05}">
      <dgm:prSet phldrT="[文本]"/>
      <dgm:spPr>
        <a:solidFill>
          <a:srgbClr val="00B4BE"/>
        </a:solidFill>
      </dgm:spPr>
      <dgm:t>
        <a:bodyPr/>
        <a:lstStyle/>
        <a:p>
          <a:pPr rtl="0"/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1. </a:t>
          </a:r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设备管理概述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F8A4528-FFAF-4875-9682-9D7F5F922447}" type="parTrans" cxnId="{8138E24E-A608-4FEE-A49E-3736D32BD04E}">
      <dgm:prSet/>
      <dgm:spPr/>
      <dgm:t>
        <a:bodyPr/>
        <a:lstStyle/>
        <a:p>
          <a:endParaRPr lang="zh-CN" altLang="en-US"/>
        </a:p>
      </dgm:t>
    </dgm:pt>
    <dgm:pt modelId="{5E48D7DF-6190-4B07-ACE4-559B1D387FFD}" type="sibTrans" cxnId="{8138E24E-A608-4FEE-A49E-3736D32BD04E}">
      <dgm:prSet/>
      <dgm:spPr/>
      <dgm:t>
        <a:bodyPr/>
        <a:lstStyle/>
        <a:p>
          <a:endParaRPr lang="zh-CN" altLang="en-US"/>
        </a:p>
      </dgm:t>
    </dgm:pt>
    <dgm:pt modelId="{834F313E-1AE8-46D5-8688-0358A918E656}">
      <dgm:prSet/>
      <dgm:spPr>
        <a:solidFill>
          <a:srgbClr val="00B4BE"/>
        </a:solidFill>
      </dgm:spPr>
      <dgm:t>
        <a:bodyPr/>
        <a:lstStyle/>
        <a:p>
          <a:pPr rtl="0"/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2. </a:t>
          </a:r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I/O</a:t>
          </a:r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硬件组成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68E938-271A-468F-92A9-CFBEABB7C2A8}" type="parTrans" cxnId="{EF9AF05B-324C-4F97-8E18-8442E8245D9B}">
      <dgm:prSet/>
      <dgm:spPr/>
      <dgm:t>
        <a:bodyPr/>
        <a:lstStyle/>
        <a:p>
          <a:endParaRPr lang="zh-CN" altLang="en-US"/>
        </a:p>
      </dgm:t>
    </dgm:pt>
    <dgm:pt modelId="{DEACB147-BE70-4DAD-9596-E2278BAC825D}" type="sibTrans" cxnId="{EF9AF05B-324C-4F97-8E18-8442E8245D9B}">
      <dgm:prSet/>
      <dgm:spPr/>
      <dgm:t>
        <a:bodyPr/>
        <a:lstStyle/>
        <a:p>
          <a:endParaRPr lang="zh-CN" altLang="en-US"/>
        </a:p>
      </dgm:t>
    </dgm:pt>
    <dgm:pt modelId="{D8058A8F-E97E-449D-92A8-89A42315FC67}">
      <dgm:prSet/>
      <dgm:spPr>
        <a:solidFill>
          <a:srgbClr val="00B4BE"/>
        </a:solidFill>
      </dgm:spPr>
      <dgm:t>
        <a:bodyPr/>
        <a:lstStyle/>
        <a:p>
          <a:pPr rtl="0"/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3. </a:t>
          </a:r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I/O</a:t>
          </a:r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控制方式</a:t>
          </a:r>
          <a:endParaRPr lang="en-US" altLang="zh-CN" dirty="0" smtClean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3D171A-5987-40AC-92F2-1FAFD66BD390}" type="parTrans" cxnId="{C6F0079A-B4FE-4752-8123-AC476573BE75}">
      <dgm:prSet/>
      <dgm:spPr/>
      <dgm:t>
        <a:bodyPr/>
        <a:lstStyle/>
        <a:p>
          <a:endParaRPr lang="zh-CN" altLang="en-US"/>
        </a:p>
      </dgm:t>
    </dgm:pt>
    <dgm:pt modelId="{27A423F9-51C9-4ED2-AF57-FB4C93ED5003}" type="sibTrans" cxnId="{C6F0079A-B4FE-4752-8123-AC476573BE75}">
      <dgm:prSet/>
      <dgm:spPr/>
      <dgm:t>
        <a:bodyPr/>
        <a:lstStyle/>
        <a:p>
          <a:endParaRPr lang="zh-CN" altLang="en-US"/>
        </a:p>
      </dgm:t>
    </dgm:pt>
    <dgm:pt modelId="{3D61016D-DED7-4FCB-BFB4-71AFF11D94F9}">
      <dgm:prSet/>
      <dgm:spPr>
        <a:solidFill>
          <a:srgbClr val="00B4BE"/>
        </a:solidFill>
      </dgm:spPr>
      <dgm:t>
        <a:bodyPr/>
        <a:lstStyle/>
        <a:p>
          <a:pPr rtl="0"/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4. </a:t>
          </a:r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I/0</a:t>
          </a:r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软件组成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587A987-8C5A-42EB-9E86-00E769234479}" type="parTrans" cxnId="{28CF55DC-DA10-4618-8E15-899DB64B6B06}">
      <dgm:prSet/>
      <dgm:spPr/>
      <dgm:t>
        <a:bodyPr/>
        <a:lstStyle/>
        <a:p>
          <a:endParaRPr lang="zh-CN" altLang="en-US"/>
        </a:p>
      </dgm:t>
    </dgm:pt>
    <dgm:pt modelId="{A5AD3AD1-36B7-4ED2-B4DE-29ACE691A969}" type="sibTrans" cxnId="{28CF55DC-DA10-4618-8E15-899DB64B6B06}">
      <dgm:prSet/>
      <dgm:spPr/>
      <dgm:t>
        <a:bodyPr/>
        <a:lstStyle/>
        <a:p>
          <a:endParaRPr lang="zh-CN" altLang="en-US"/>
        </a:p>
      </dgm:t>
    </dgm:pt>
    <dgm:pt modelId="{2FF9DE89-F4E6-41BF-AE6C-81179125FF55}">
      <dgm:prSet/>
      <dgm:spPr>
        <a:solidFill>
          <a:srgbClr val="00B4BE"/>
        </a:solidFill>
      </dgm:spPr>
      <dgm:t>
        <a:bodyPr/>
        <a:lstStyle/>
        <a:p>
          <a:pPr rtl="0"/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5</a:t>
          </a:r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.</a:t>
          </a:r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缓存技术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942D72B-63D9-40F7-924E-91110D8AB343}" type="parTrans" cxnId="{527EB041-D42F-45A3-A018-EF7522BD4D4A}">
      <dgm:prSet/>
      <dgm:spPr/>
      <dgm:t>
        <a:bodyPr/>
        <a:lstStyle/>
        <a:p>
          <a:endParaRPr lang="zh-CN" altLang="en-US"/>
        </a:p>
      </dgm:t>
    </dgm:pt>
    <dgm:pt modelId="{94E91B09-3254-4DF7-85BF-CA7EF173880A}" type="sibTrans" cxnId="{527EB041-D42F-45A3-A018-EF7522BD4D4A}">
      <dgm:prSet/>
      <dgm:spPr/>
      <dgm:t>
        <a:bodyPr/>
        <a:lstStyle/>
        <a:p>
          <a:endParaRPr lang="zh-CN" altLang="en-US"/>
        </a:p>
      </dgm:t>
    </dgm:pt>
    <dgm:pt modelId="{372CEE3C-EE3A-4484-9F0C-CB322E018F1C}" type="pres">
      <dgm:prSet presAssocID="{F8C350DF-DC01-4D05-A070-BBA0B6A8199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00A0BE33-CC96-445D-A8A2-C482D3BBE1AF}" type="pres">
      <dgm:prSet presAssocID="{B882E0D3-8147-462E-BB5A-96E7FC4E8E05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D1A06A6-596F-40A9-8FAB-EF8220A27975}" type="pres">
      <dgm:prSet presAssocID="{5E48D7DF-6190-4B07-ACE4-559B1D387FFD}" presName="spacer" presStyleCnt="0"/>
      <dgm:spPr/>
    </dgm:pt>
    <dgm:pt modelId="{BC3BAD33-EAC1-43E2-822A-47EFCF1A499C}" type="pres">
      <dgm:prSet presAssocID="{834F313E-1AE8-46D5-8688-0358A918E656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B0290D3-3D68-4637-AE66-1D96EF2F082B}" type="pres">
      <dgm:prSet presAssocID="{DEACB147-BE70-4DAD-9596-E2278BAC825D}" presName="spacer" presStyleCnt="0"/>
      <dgm:spPr/>
    </dgm:pt>
    <dgm:pt modelId="{76151F90-2DFF-49D3-BA2D-4BA52665D072}" type="pres">
      <dgm:prSet presAssocID="{D8058A8F-E97E-449D-92A8-89A42315FC67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CCE356A-5ED2-471A-A2BF-479708E723A7}" type="pres">
      <dgm:prSet presAssocID="{27A423F9-51C9-4ED2-AF57-FB4C93ED5003}" presName="spacer" presStyleCnt="0"/>
      <dgm:spPr/>
    </dgm:pt>
    <dgm:pt modelId="{30ABF569-4949-4EA8-BD4A-D3E04C3A70C8}" type="pres">
      <dgm:prSet presAssocID="{3D61016D-DED7-4FCB-BFB4-71AFF11D94F9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C0A15CF-C2DF-48B1-937C-14E7736CABED}" type="pres">
      <dgm:prSet presAssocID="{A5AD3AD1-36B7-4ED2-B4DE-29ACE691A969}" presName="spacer" presStyleCnt="0"/>
      <dgm:spPr/>
    </dgm:pt>
    <dgm:pt modelId="{A8E6541B-904B-4FF8-8F4E-C522773587E9}" type="pres">
      <dgm:prSet presAssocID="{2FF9DE89-F4E6-41BF-AE6C-81179125FF55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F9AF05B-324C-4F97-8E18-8442E8245D9B}" srcId="{F8C350DF-DC01-4D05-A070-BBA0B6A8199F}" destId="{834F313E-1AE8-46D5-8688-0358A918E656}" srcOrd="1" destOrd="0" parTransId="{5C68E938-271A-468F-92A9-CFBEABB7C2A8}" sibTransId="{DEACB147-BE70-4DAD-9596-E2278BAC825D}"/>
    <dgm:cxn modelId="{4F527B1F-E5D5-4522-BBF7-BD84EF9FE191}" type="presOf" srcId="{3D61016D-DED7-4FCB-BFB4-71AFF11D94F9}" destId="{30ABF569-4949-4EA8-BD4A-D3E04C3A70C8}" srcOrd="0" destOrd="0" presId="urn:microsoft.com/office/officeart/2005/8/layout/vList2"/>
    <dgm:cxn modelId="{8138E24E-A608-4FEE-A49E-3736D32BD04E}" srcId="{F8C350DF-DC01-4D05-A070-BBA0B6A8199F}" destId="{B882E0D3-8147-462E-BB5A-96E7FC4E8E05}" srcOrd="0" destOrd="0" parTransId="{0F8A4528-FFAF-4875-9682-9D7F5F922447}" sibTransId="{5E48D7DF-6190-4B07-ACE4-559B1D387FFD}"/>
    <dgm:cxn modelId="{40645445-6FC3-4C3B-A5E2-451C758600C4}" type="presOf" srcId="{B882E0D3-8147-462E-BB5A-96E7FC4E8E05}" destId="{00A0BE33-CC96-445D-A8A2-C482D3BBE1AF}" srcOrd="0" destOrd="0" presId="urn:microsoft.com/office/officeart/2005/8/layout/vList2"/>
    <dgm:cxn modelId="{527EB041-D42F-45A3-A018-EF7522BD4D4A}" srcId="{F8C350DF-DC01-4D05-A070-BBA0B6A8199F}" destId="{2FF9DE89-F4E6-41BF-AE6C-81179125FF55}" srcOrd="4" destOrd="0" parTransId="{9942D72B-63D9-40F7-924E-91110D8AB343}" sibTransId="{94E91B09-3254-4DF7-85BF-CA7EF173880A}"/>
    <dgm:cxn modelId="{28CF55DC-DA10-4618-8E15-899DB64B6B06}" srcId="{F8C350DF-DC01-4D05-A070-BBA0B6A8199F}" destId="{3D61016D-DED7-4FCB-BFB4-71AFF11D94F9}" srcOrd="3" destOrd="0" parTransId="{D587A987-8C5A-42EB-9E86-00E769234479}" sibTransId="{A5AD3AD1-36B7-4ED2-B4DE-29ACE691A969}"/>
    <dgm:cxn modelId="{F621AF1B-E538-4C8C-8D9E-7C881CED593B}" type="presOf" srcId="{834F313E-1AE8-46D5-8688-0358A918E656}" destId="{BC3BAD33-EAC1-43E2-822A-47EFCF1A499C}" srcOrd="0" destOrd="0" presId="urn:microsoft.com/office/officeart/2005/8/layout/vList2"/>
    <dgm:cxn modelId="{A762A4CD-ABE9-4DDC-BE30-8907727A7C7E}" type="presOf" srcId="{F8C350DF-DC01-4D05-A070-BBA0B6A8199F}" destId="{372CEE3C-EE3A-4484-9F0C-CB322E018F1C}" srcOrd="0" destOrd="0" presId="urn:microsoft.com/office/officeart/2005/8/layout/vList2"/>
    <dgm:cxn modelId="{191BC5EA-D73E-4BED-B027-79BDAA375D80}" type="presOf" srcId="{D8058A8F-E97E-449D-92A8-89A42315FC67}" destId="{76151F90-2DFF-49D3-BA2D-4BA52665D072}" srcOrd="0" destOrd="0" presId="urn:microsoft.com/office/officeart/2005/8/layout/vList2"/>
    <dgm:cxn modelId="{8C763496-E49A-46AE-BF3A-ECE4DD107A09}" type="presOf" srcId="{2FF9DE89-F4E6-41BF-AE6C-81179125FF55}" destId="{A8E6541B-904B-4FF8-8F4E-C522773587E9}" srcOrd="0" destOrd="0" presId="urn:microsoft.com/office/officeart/2005/8/layout/vList2"/>
    <dgm:cxn modelId="{C6F0079A-B4FE-4752-8123-AC476573BE75}" srcId="{F8C350DF-DC01-4D05-A070-BBA0B6A8199F}" destId="{D8058A8F-E97E-449D-92A8-89A42315FC67}" srcOrd="2" destOrd="0" parTransId="{C23D171A-5987-40AC-92F2-1FAFD66BD390}" sibTransId="{27A423F9-51C9-4ED2-AF57-FB4C93ED5003}"/>
    <dgm:cxn modelId="{D060B8B1-BB6A-4D86-BBDC-B76BF61421B9}" type="presParOf" srcId="{372CEE3C-EE3A-4484-9F0C-CB322E018F1C}" destId="{00A0BE33-CC96-445D-A8A2-C482D3BBE1AF}" srcOrd="0" destOrd="0" presId="urn:microsoft.com/office/officeart/2005/8/layout/vList2"/>
    <dgm:cxn modelId="{977CA519-461A-4E6D-A253-228CA645FAB4}" type="presParOf" srcId="{372CEE3C-EE3A-4484-9F0C-CB322E018F1C}" destId="{FD1A06A6-596F-40A9-8FAB-EF8220A27975}" srcOrd="1" destOrd="0" presId="urn:microsoft.com/office/officeart/2005/8/layout/vList2"/>
    <dgm:cxn modelId="{28BA7EE7-69ED-4000-89C9-8AC6866B74FD}" type="presParOf" srcId="{372CEE3C-EE3A-4484-9F0C-CB322E018F1C}" destId="{BC3BAD33-EAC1-43E2-822A-47EFCF1A499C}" srcOrd="2" destOrd="0" presId="urn:microsoft.com/office/officeart/2005/8/layout/vList2"/>
    <dgm:cxn modelId="{FD0C237E-1D06-4321-865D-DA1B28404274}" type="presParOf" srcId="{372CEE3C-EE3A-4484-9F0C-CB322E018F1C}" destId="{CB0290D3-3D68-4637-AE66-1D96EF2F082B}" srcOrd="3" destOrd="0" presId="urn:microsoft.com/office/officeart/2005/8/layout/vList2"/>
    <dgm:cxn modelId="{DFF2C351-ED19-4501-9FFD-CF499AB42DCA}" type="presParOf" srcId="{372CEE3C-EE3A-4484-9F0C-CB322E018F1C}" destId="{76151F90-2DFF-49D3-BA2D-4BA52665D072}" srcOrd="4" destOrd="0" presId="urn:microsoft.com/office/officeart/2005/8/layout/vList2"/>
    <dgm:cxn modelId="{C7DF93F8-28A7-40F8-A548-701A2953B222}" type="presParOf" srcId="{372CEE3C-EE3A-4484-9F0C-CB322E018F1C}" destId="{CCCE356A-5ED2-471A-A2BF-479708E723A7}" srcOrd="5" destOrd="0" presId="urn:microsoft.com/office/officeart/2005/8/layout/vList2"/>
    <dgm:cxn modelId="{42F0088C-3044-476C-A866-610B574D5573}" type="presParOf" srcId="{372CEE3C-EE3A-4484-9F0C-CB322E018F1C}" destId="{30ABF569-4949-4EA8-BD4A-D3E04C3A70C8}" srcOrd="6" destOrd="0" presId="urn:microsoft.com/office/officeart/2005/8/layout/vList2"/>
    <dgm:cxn modelId="{76B59622-20AF-47D0-B2E7-BBB0A27D20D2}" type="presParOf" srcId="{372CEE3C-EE3A-4484-9F0C-CB322E018F1C}" destId="{6C0A15CF-C2DF-48B1-937C-14E7736CABED}" srcOrd="7" destOrd="0" presId="urn:microsoft.com/office/officeart/2005/8/layout/vList2"/>
    <dgm:cxn modelId="{60990EC9-6327-4590-A272-D6C9948C8D50}" type="presParOf" srcId="{372CEE3C-EE3A-4484-9F0C-CB322E018F1C}" destId="{A8E6541B-904B-4FF8-8F4E-C522773587E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8C350DF-DC01-4D05-A070-BBA0B6A8199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B882E0D3-8147-462E-BB5A-96E7FC4E8E05}">
      <dgm:prSet phldrT="[文本]"/>
      <dgm:spPr>
        <a:solidFill>
          <a:srgbClr val="00B4BE"/>
        </a:solidFill>
      </dgm:spPr>
      <dgm:t>
        <a:bodyPr/>
        <a:lstStyle/>
        <a:p>
          <a:pPr rtl="0"/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1. </a:t>
          </a:r>
          <a:r>
            <a:rPr lang="zh-CN" altLang="en-US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设备管理概述</a:t>
          </a:r>
          <a:endParaRPr lang="zh-CN" altLang="en-US" dirty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F8A4528-FFAF-4875-9682-9D7F5F922447}" type="parTrans" cxnId="{8138E24E-A608-4FEE-A49E-3736D32BD04E}">
      <dgm:prSet/>
      <dgm:spPr/>
      <dgm:t>
        <a:bodyPr/>
        <a:lstStyle/>
        <a:p>
          <a:endParaRPr lang="zh-CN" altLang="en-US"/>
        </a:p>
      </dgm:t>
    </dgm:pt>
    <dgm:pt modelId="{5E48D7DF-6190-4B07-ACE4-559B1D387FFD}" type="sibTrans" cxnId="{8138E24E-A608-4FEE-A49E-3736D32BD04E}">
      <dgm:prSet/>
      <dgm:spPr/>
      <dgm:t>
        <a:bodyPr/>
        <a:lstStyle/>
        <a:p>
          <a:endParaRPr lang="zh-CN" altLang="en-US"/>
        </a:p>
      </dgm:t>
    </dgm:pt>
    <dgm:pt modelId="{834F313E-1AE8-46D5-8688-0358A918E656}">
      <dgm:prSet/>
      <dgm:spPr>
        <a:solidFill>
          <a:srgbClr val="00B4BE"/>
        </a:solidFill>
      </dgm:spPr>
      <dgm:t>
        <a:bodyPr/>
        <a:lstStyle/>
        <a:p>
          <a:pPr rtl="0"/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2. </a:t>
          </a:r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I/O</a:t>
          </a:r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硬件组成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68E938-271A-468F-92A9-CFBEABB7C2A8}" type="parTrans" cxnId="{EF9AF05B-324C-4F97-8E18-8442E8245D9B}">
      <dgm:prSet/>
      <dgm:spPr/>
      <dgm:t>
        <a:bodyPr/>
        <a:lstStyle/>
        <a:p>
          <a:endParaRPr lang="zh-CN" altLang="en-US"/>
        </a:p>
      </dgm:t>
    </dgm:pt>
    <dgm:pt modelId="{DEACB147-BE70-4DAD-9596-E2278BAC825D}" type="sibTrans" cxnId="{EF9AF05B-324C-4F97-8E18-8442E8245D9B}">
      <dgm:prSet/>
      <dgm:spPr/>
      <dgm:t>
        <a:bodyPr/>
        <a:lstStyle/>
        <a:p>
          <a:endParaRPr lang="zh-CN" altLang="en-US"/>
        </a:p>
      </dgm:t>
    </dgm:pt>
    <dgm:pt modelId="{D8058A8F-E97E-449D-92A8-89A42315FC67}">
      <dgm:prSet/>
      <dgm:spPr>
        <a:solidFill>
          <a:srgbClr val="00B4BE"/>
        </a:solidFill>
      </dgm:spPr>
      <dgm:t>
        <a:bodyPr/>
        <a:lstStyle/>
        <a:p>
          <a:pPr rtl="0"/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3. </a:t>
          </a:r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I/O</a:t>
          </a:r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控制方式</a:t>
          </a:r>
          <a:endParaRPr lang="en-US" altLang="zh-CN" dirty="0" smtClean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3D171A-5987-40AC-92F2-1FAFD66BD390}" type="parTrans" cxnId="{C6F0079A-B4FE-4752-8123-AC476573BE75}">
      <dgm:prSet/>
      <dgm:spPr/>
      <dgm:t>
        <a:bodyPr/>
        <a:lstStyle/>
        <a:p>
          <a:endParaRPr lang="zh-CN" altLang="en-US"/>
        </a:p>
      </dgm:t>
    </dgm:pt>
    <dgm:pt modelId="{27A423F9-51C9-4ED2-AF57-FB4C93ED5003}" type="sibTrans" cxnId="{C6F0079A-B4FE-4752-8123-AC476573BE75}">
      <dgm:prSet/>
      <dgm:spPr/>
      <dgm:t>
        <a:bodyPr/>
        <a:lstStyle/>
        <a:p>
          <a:endParaRPr lang="zh-CN" altLang="en-US"/>
        </a:p>
      </dgm:t>
    </dgm:pt>
    <dgm:pt modelId="{3D61016D-DED7-4FCB-BFB4-71AFF11D94F9}">
      <dgm:prSet/>
      <dgm:spPr>
        <a:solidFill>
          <a:srgbClr val="00B4BE"/>
        </a:solidFill>
      </dgm:spPr>
      <dgm:t>
        <a:bodyPr/>
        <a:lstStyle/>
        <a:p>
          <a:pPr rtl="0"/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4. </a:t>
          </a:r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I/0</a:t>
          </a:r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软件组成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587A987-8C5A-42EB-9E86-00E769234479}" type="parTrans" cxnId="{28CF55DC-DA10-4618-8E15-899DB64B6B06}">
      <dgm:prSet/>
      <dgm:spPr/>
      <dgm:t>
        <a:bodyPr/>
        <a:lstStyle/>
        <a:p>
          <a:endParaRPr lang="zh-CN" altLang="en-US"/>
        </a:p>
      </dgm:t>
    </dgm:pt>
    <dgm:pt modelId="{A5AD3AD1-36B7-4ED2-B4DE-29ACE691A969}" type="sibTrans" cxnId="{28CF55DC-DA10-4618-8E15-899DB64B6B06}">
      <dgm:prSet/>
      <dgm:spPr/>
      <dgm:t>
        <a:bodyPr/>
        <a:lstStyle/>
        <a:p>
          <a:endParaRPr lang="zh-CN" altLang="en-US"/>
        </a:p>
      </dgm:t>
    </dgm:pt>
    <dgm:pt modelId="{2FF9DE89-F4E6-41BF-AE6C-81179125FF55}">
      <dgm:prSet/>
      <dgm:spPr>
        <a:solidFill>
          <a:srgbClr val="00B4BE"/>
        </a:solidFill>
      </dgm:spPr>
      <dgm:t>
        <a:bodyPr/>
        <a:lstStyle/>
        <a:p>
          <a:pPr rtl="0"/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5</a:t>
          </a:r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.</a:t>
          </a:r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缓存技术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942D72B-63D9-40F7-924E-91110D8AB343}" type="parTrans" cxnId="{527EB041-D42F-45A3-A018-EF7522BD4D4A}">
      <dgm:prSet/>
      <dgm:spPr/>
      <dgm:t>
        <a:bodyPr/>
        <a:lstStyle/>
        <a:p>
          <a:endParaRPr lang="zh-CN" altLang="en-US"/>
        </a:p>
      </dgm:t>
    </dgm:pt>
    <dgm:pt modelId="{94E91B09-3254-4DF7-85BF-CA7EF173880A}" type="sibTrans" cxnId="{527EB041-D42F-45A3-A018-EF7522BD4D4A}">
      <dgm:prSet/>
      <dgm:spPr/>
      <dgm:t>
        <a:bodyPr/>
        <a:lstStyle/>
        <a:p>
          <a:endParaRPr lang="zh-CN" altLang="en-US"/>
        </a:p>
      </dgm:t>
    </dgm:pt>
    <dgm:pt modelId="{372CEE3C-EE3A-4484-9F0C-CB322E018F1C}" type="pres">
      <dgm:prSet presAssocID="{F8C350DF-DC01-4D05-A070-BBA0B6A8199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00A0BE33-CC96-445D-A8A2-C482D3BBE1AF}" type="pres">
      <dgm:prSet presAssocID="{B882E0D3-8147-462E-BB5A-96E7FC4E8E05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D1A06A6-596F-40A9-8FAB-EF8220A27975}" type="pres">
      <dgm:prSet presAssocID="{5E48D7DF-6190-4B07-ACE4-559B1D387FFD}" presName="spacer" presStyleCnt="0"/>
      <dgm:spPr/>
    </dgm:pt>
    <dgm:pt modelId="{BC3BAD33-EAC1-43E2-822A-47EFCF1A499C}" type="pres">
      <dgm:prSet presAssocID="{834F313E-1AE8-46D5-8688-0358A918E656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B0290D3-3D68-4637-AE66-1D96EF2F082B}" type="pres">
      <dgm:prSet presAssocID="{DEACB147-BE70-4DAD-9596-E2278BAC825D}" presName="spacer" presStyleCnt="0"/>
      <dgm:spPr/>
    </dgm:pt>
    <dgm:pt modelId="{76151F90-2DFF-49D3-BA2D-4BA52665D072}" type="pres">
      <dgm:prSet presAssocID="{D8058A8F-E97E-449D-92A8-89A42315FC67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CCE356A-5ED2-471A-A2BF-479708E723A7}" type="pres">
      <dgm:prSet presAssocID="{27A423F9-51C9-4ED2-AF57-FB4C93ED5003}" presName="spacer" presStyleCnt="0"/>
      <dgm:spPr/>
    </dgm:pt>
    <dgm:pt modelId="{30ABF569-4949-4EA8-BD4A-D3E04C3A70C8}" type="pres">
      <dgm:prSet presAssocID="{3D61016D-DED7-4FCB-BFB4-71AFF11D94F9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C0A15CF-C2DF-48B1-937C-14E7736CABED}" type="pres">
      <dgm:prSet presAssocID="{A5AD3AD1-36B7-4ED2-B4DE-29ACE691A969}" presName="spacer" presStyleCnt="0"/>
      <dgm:spPr/>
    </dgm:pt>
    <dgm:pt modelId="{A8E6541B-904B-4FF8-8F4E-C522773587E9}" type="pres">
      <dgm:prSet presAssocID="{2FF9DE89-F4E6-41BF-AE6C-81179125FF55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F9AF05B-324C-4F97-8E18-8442E8245D9B}" srcId="{F8C350DF-DC01-4D05-A070-BBA0B6A8199F}" destId="{834F313E-1AE8-46D5-8688-0358A918E656}" srcOrd="1" destOrd="0" parTransId="{5C68E938-271A-468F-92A9-CFBEABB7C2A8}" sibTransId="{DEACB147-BE70-4DAD-9596-E2278BAC825D}"/>
    <dgm:cxn modelId="{2EA18864-8906-4B15-98AD-A54077B63F63}" type="presOf" srcId="{F8C350DF-DC01-4D05-A070-BBA0B6A8199F}" destId="{372CEE3C-EE3A-4484-9F0C-CB322E018F1C}" srcOrd="0" destOrd="0" presId="urn:microsoft.com/office/officeart/2005/8/layout/vList2"/>
    <dgm:cxn modelId="{91F32923-6695-446E-8101-E24B4F19F5AB}" type="presOf" srcId="{B882E0D3-8147-462E-BB5A-96E7FC4E8E05}" destId="{00A0BE33-CC96-445D-A8A2-C482D3BBE1AF}" srcOrd="0" destOrd="0" presId="urn:microsoft.com/office/officeart/2005/8/layout/vList2"/>
    <dgm:cxn modelId="{AE04A261-80FA-4BBA-91D2-70B1C84D2C86}" type="presOf" srcId="{834F313E-1AE8-46D5-8688-0358A918E656}" destId="{BC3BAD33-EAC1-43E2-822A-47EFCF1A499C}" srcOrd="0" destOrd="0" presId="urn:microsoft.com/office/officeart/2005/8/layout/vList2"/>
    <dgm:cxn modelId="{8138E24E-A608-4FEE-A49E-3736D32BD04E}" srcId="{F8C350DF-DC01-4D05-A070-BBA0B6A8199F}" destId="{B882E0D3-8147-462E-BB5A-96E7FC4E8E05}" srcOrd="0" destOrd="0" parTransId="{0F8A4528-FFAF-4875-9682-9D7F5F922447}" sibTransId="{5E48D7DF-6190-4B07-ACE4-559B1D387FFD}"/>
    <dgm:cxn modelId="{527EB041-D42F-45A3-A018-EF7522BD4D4A}" srcId="{F8C350DF-DC01-4D05-A070-BBA0B6A8199F}" destId="{2FF9DE89-F4E6-41BF-AE6C-81179125FF55}" srcOrd="4" destOrd="0" parTransId="{9942D72B-63D9-40F7-924E-91110D8AB343}" sibTransId="{94E91B09-3254-4DF7-85BF-CA7EF173880A}"/>
    <dgm:cxn modelId="{B54879FB-4644-41CA-9392-B50767213106}" type="presOf" srcId="{3D61016D-DED7-4FCB-BFB4-71AFF11D94F9}" destId="{30ABF569-4949-4EA8-BD4A-D3E04C3A70C8}" srcOrd="0" destOrd="0" presId="urn:microsoft.com/office/officeart/2005/8/layout/vList2"/>
    <dgm:cxn modelId="{55871530-9D27-4EDD-B472-80FE5AC54356}" type="presOf" srcId="{2FF9DE89-F4E6-41BF-AE6C-81179125FF55}" destId="{A8E6541B-904B-4FF8-8F4E-C522773587E9}" srcOrd="0" destOrd="0" presId="urn:microsoft.com/office/officeart/2005/8/layout/vList2"/>
    <dgm:cxn modelId="{28CF55DC-DA10-4618-8E15-899DB64B6B06}" srcId="{F8C350DF-DC01-4D05-A070-BBA0B6A8199F}" destId="{3D61016D-DED7-4FCB-BFB4-71AFF11D94F9}" srcOrd="3" destOrd="0" parTransId="{D587A987-8C5A-42EB-9E86-00E769234479}" sibTransId="{A5AD3AD1-36B7-4ED2-B4DE-29ACE691A969}"/>
    <dgm:cxn modelId="{C6F0079A-B4FE-4752-8123-AC476573BE75}" srcId="{F8C350DF-DC01-4D05-A070-BBA0B6A8199F}" destId="{D8058A8F-E97E-449D-92A8-89A42315FC67}" srcOrd="2" destOrd="0" parTransId="{C23D171A-5987-40AC-92F2-1FAFD66BD390}" sibTransId="{27A423F9-51C9-4ED2-AF57-FB4C93ED5003}"/>
    <dgm:cxn modelId="{89EDBFC3-DF02-4992-87B9-2DF8C20996B2}" type="presOf" srcId="{D8058A8F-E97E-449D-92A8-89A42315FC67}" destId="{76151F90-2DFF-49D3-BA2D-4BA52665D072}" srcOrd="0" destOrd="0" presId="urn:microsoft.com/office/officeart/2005/8/layout/vList2"/>
    <dgm:cxn modelId="{21D36F82-12F2-4785-AD1A-D9FB3FCDE0B1}" type="presParOf" srcId="{372CEE3C-EE3A-4484-9F0C-CB322E018F1C}" destId="{00A0BE33-CC96-445D-A8A2-C482D3BBE1AF}" srcOrd="0" destOrd="0" presId="urn:microsoft.com/office/officeart/2005/8/layout/vList2"/>
    <dgm:cxn modelId="{EE242323-BCD4-4DA7-A5A5-92B8F3E5DD10}" type="presParOf" srcId="{372CEE3C-EE3A-4484-9F0C-CB322E018F1C}" destId="{FD1A06A6-596F-40A9-8FAB-EF8220A27975}" srcOrd="1" destOrd="0" presId="urn:microsoft.com/office/officeart/2005/8/layout/vList2"/>
    <dgm:cxn modelId="{340AB3EE-54CE-4ACD-9487-06BCD1A15A8C}" type="presParOf" srcId="{372CEE3C-EE3A-4484-9F0C-CB322E018F1C}" destId="{BC3BAD33-EAC1-43E2-822A-47EFCF1A499C}" srcOrd="2" destOrd="0" presId="urn:microsoft.com/office/officeart/2005/8/layout/vList2"/>
    <dgm:cxn modelId="{71DCFD9D-DDCB-46F5-A72D-8AF324B4BD87}" type="presParOf" srcId="{372CEE3C-EE3A-4484-9F0C-CB322E018F1C}" destId="{CB0290D3-3D68-4637-AE66-1D96EF2F082B}" srcOrd="3" destOrd="0" presId="urn:microsoft.com/office/officeart/2005/8/layout/vList2"/>
    <dgm:cxn modelId="{07D9FC09-8297-4904-8EB2-B166CD41428E}" type="presParOf" srcId="{372CEE3C-EE3A-4484-9F0C-CB322E018F1C}" destId="{76151F90-2DFF-49D3-BA2D-4BA52665D072}" srcOrd="4" destOrd="0" presId="urn:microsoft.com/office/officeart/2005/8/layout/vList2"/>
    <dgm:cxn modelId="{291D715E-ED28-4E1D-9E97-1CF88008DF00}" type="presParOf" srcId="{372CEE3C-EE3A-4484-9F0C-CB322E018F1C}" destId="{CCCE356A-5ED2-471A-A2BF-479708E723A7}" srcOrd="5" destOrd="0" presId="urn:microsoft.com/office/officeart/2005/8/layout/vList2"/>
    <dgm:cxn modelId="{64713BC5-A5BC-418F-B691-3EDBF1B4F22C}" type="presParOf" srcId="{372CEE3C-EE3A-4484-9F0C-CB322E018F1C}" destId="{30ABF569-4949-4EA8-BD4A-D3E04C3A70C8}" srcOrd="6" destOrd="0" presId="urn:microsoft.com/office/officeart/2005/8/layout/vList2"/>
    <dgm:cxn modelId="{6CF95879-94C0-4C2C-8A3E-71D37F7CF9C5}" type="presParOf" srcId="{372CEE3C-EE3A-4484-9F0C-CB322E018F1C}" destId="{6C0A15CF-C2DF-48B1-937C-14E7736CABED}" srcOrd="7" destOrd="0" presId="urn:microsoft.com/office/officeart/2005/8/layout/vList2"/>
    <dgm:cxn modelId="{9921ECC6-E144-4B34-8182-92FDA5556B1B}" type="presParOf" srcId="{372CEE3C-EE3A-4484-9F0C-CB322E018F1C}" destId="{A8E6541B-904B-4FF8-8F4E-C522773587E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8C350DF-DC01-4D05-A070-BBA0B6A8199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B882E0D3-8147-462E-BB5A-96E7FC4E8E05}">
      <dgm:prSet phldrT="[文本]"/>
      <dgm:spPr>
        <a:solidFill>
          <a:srgbClr val="00B4BE"/>
        </a:solidFill>
      </dgm:spPr>
      <dgm:t>
        <a:bodyPr/>
        <a:lstStyle/>
        <a:p>
          <a:pPr rtl="0"/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1. </a:t>
          </a:r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设备管理概述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F8A4528-FFAF-4875-9682-9D7F5F922447}" type="parTrans" cxnId="{8138E24E-A608-4FEE-A49E-3736D32BD04E}">
      <dgm:prSet/>
      <dgm:spPr/>
      <dgm:t>
        <a:bodyPr/>
        <a:lstStyle/>
        <a:p>
          <a:endParaRPr lang="zh-CN" altLang="en-US"/>
        </a:p>
      </dgm:t>
    </dgm:pt>
    <dgm:pt modelId="{5E48D7DF-6190-4B07-ACE4-559B1D387FFD}" type="sibTrans" cxnId="{8138E24E-A608-4FEE-A49E-3736D32BD04E}">
      <dgm:prSet/>
      <dgm:spPr/>
      <dgm:t>
        <a:bodyPr/>
        <a:lstStyle/>
        <a:p>
          <a:endParaRPr lang="zh-CN" altLang="en-US"/>
        </a:p>
      </dgm:t>
    </dgm:pt>
    <dgm:pt modelId="{834F313E-1AE8-46D5-8688-0358A918E656}">
      <dgm:prSet/>
      <dgm:spPr>
        <a:solidFill>
          <a:srgbClr val="00B4BE"/>
        </a:solidFill>
      </dgm:spPr>
      <dgm:t>
        <a:bodyPr/>
        <a:lstStyle/>
        <a:p>
          <a:pPr rtl="0"/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. </a:t>
          </a:r>
          <a:r>
            <a: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I/O</a:t>
          </a:r>
          <a:r>
            <a:rPr lang="zh-CN" altLang="en-US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硬件组成</a:t>
          </a:r>
          <a:endParaRPr lang="zh-CN" altLang="en-US" dirty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68E938-271A-468F-92A9-CFBEABB7C2A8}" type="parTrans" cxnId="{EF9AF05B-324C-4F97-8E18-8442E8245D9B}">
      <dgm:prSet/>
      <dgm:spPr/>
      <dgm:t>
        <a:bodyPr/>
        <a:lstStyle/>
        <a:p>
          <a:endParaRPr lang="zh-CN" altLang="en-US"/>
        </a:p>
      </dgm:t>
    </dgm:pt>
    <dgm:pt modelId="{DEACB147-BE70-4DAD-9596-E2278BAC825D}" type="sibTrans" cxnId="{EF9AF05B-324C-4F97-8E18-8442E8245D9B}">
      <dgm:prSet/>
      <dgm:spPr/>
      <dgm:t>
        <a:bodyPr/>
        <a:lstStyle/>
        <a:p>
          <a:endParaRPr lang="zh-CN" altLang="en-US"/>
        </a:p>
      </dgm:t>
    </dgm:pt>
    <dgm:pt modelId="{D8058A8F-E97E-449D-92A8-89A42315FC67}">
      <dgm:prSet/>
      <dgm:spPr>
        <a:solidFill>
          <a:srgbClr val="00B4BE"/>
        </a:solidFill>
      </dgm:spPr>
      <dgm:t>
        <a:bodyPr/>
        <a:lstStyle/>
        <a:p>
          <a:pPr rtl="0"/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3. </a:t>
          </a:r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I/O</a:t>
          </a:r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控制方式</a:t>
          </a:r>
          <a:endParaRPr lang="en-US" altLang="zh-CN" dirty="0" smtClean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3D171A-5987-40AC-92F2-1FAFD66BD390}" type="parTrans" cxnId="{C6F0079A-B4FE-4752-8123-AC476573BE75}">
      <dgm:prSet/>
      <dgm:spPr/>
      <dgm:t>
        <a:bodyPr/>
        <a:lstStyle/>
        <a:p>
          <a:endParaRPr lang="zh-CN" altLang="en-US"/>
        </a:p>
      </dgm:t>
    </dgm:pt>
    <dgm:pt modelId="{27A423F9-51C9-4ED2-AF57-FB4C93ED5003}" type="sibTrans" cxnId="{C6F0079A-B4FE-4752-8123-AC476573BE75}">
      <dgm:prSet/>
      <dgm:spPr/>
      <dgm:t>
        <a:bodyPr/>
        <a:lstStyle/>
        <a:p>
          <a:endParaRPr lang="zh-CN" altLang="en-US"/>
        </a:p>
      </dgm:t>
    </dgm:pt>
    <dgm:pt modelId="{3D61016D-DED7-4FCB-BFB4-71AFF11D94F9}">
      <dgm:prSet/>
      <dgm:spPr>
        <a:solidFill>
          <a:srgbClr val="00B4BE"/>
        </a:solidFill>
      </dgm:spPr>
      <dgm:t>
        <a:bodyPr/>
        <a:lstStyle/>
        <a:p>
          <a:pPr rtl="0"/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4. </a:t>
          </a:r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I/0</a:t>
          </a:r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软件组成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587A987-8C5A-42EB-9E86-00E769234479}" type="parTrans" cxnId="{28CF55DC-DA10-4618-8E15-899DB64B6B06}">
      <dgm:prSet/>
      <dgm:spPr/>
      <dgm:t>
        <a:bodyPr/>
        <a:lstStyle/>
        <a:p>
          <a:endParaRPr lang="zh-CN" altLang="en-US"/>
        </a:p>
      </dgm:t>
    </dgm:pt>
    <dgm:pt modelId="{A5AD3AD1-36B7-4ED2-B4DE-29ACE691A969}" type="sibTrans" cxnId="{28CF55DC-DA10-4618-8E15-899DB64B6B06}">
      <dgm:prSet/>
      <dgm:spPr/>
      <dgm:t>
        <a:bodyPr/>
        <a:lstStyle/>
        <a:p>
          <a:endParaRPr lang="zh-CN" altLang="en-US"/>
        </a:p>
      </dgm:t>
    </dgm:pt>
    <dgm:pt modelId="{2FF9DE89-F4E6-41BF-AE6C-81179125FF55}">
      <dgm:prSet/>
      <dgm:spPr>
        <a:solidFill>
          <a:srgbClr val="00B4BE"/>
        </a:solidFill>
      </dgm:spPr>
      <dgm:t>
        <a:bodyPr/>
        <a:lstStyle/>
        <a:p>
          <a:pPr rtl="0"/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5</a:t>
          </a:r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.</a:t>
          </a:r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缓存技术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942D72B-63D9-40F7-924E-91110D8AB343}" type="parTrans" cxnId="{527EB041-D42F-45A3-A018-EF7522BD4D4A}">
      <dgm:prSet/>
      <dgm:spPr/>
      <dgm:t>
        <a:bodyPr/>
        <a:lstStyle/>
        <a:p>
          <a:endParaRPr lang="zh-CN" altLang="en-US"/>
        </a:p>
      </dgm:t>
    </dgm:pt>
    <dgm:pt modelId="{94E91B09-3254-4DF7-85BF-CA7EF173880A}" type="sibTrans" cxnId="{527EB041-D42F-45A3-A018-EF7522BD4D4A}">
      <dgm:prSet/>
      <dgm:spPr/>
      <dgm:t>
        <a:bodyPr/>
        <a:lstStyle/>
        <a:p>
          <a:endParaRPr lang="zh-CN" altLang="en-US"/>
        </a:p>
      </dgm:t>
    </dgm:pt>
    <dgm:pt modelId="{372CEE3C-EE3A-4484-9F0C-CB322E018F1C}" type="pres">
      <dgm:prSet presAssocID="{F8C350DF-DC01-4D05-A070-BBA0B6A8199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00A0BE33-CC96-445D-A8A2-C482D3BBE1AF}" type="pres">
      <dgm:prSet presAssocID="{B882E0D3-8147-462E-BB5A-96E7FC4E8E05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D1A06A6-596F-40A9-8FAB-EF8220A27975}" type="pres">
      <dgm:prSet presAssocID="{5E48D7DF-6190-4B07-ACE4-559B1D387FFD}" presName="spacer" presStyleCnt="0"/>
      <dgm:spPr/>
    </dgm:pt>
    <dgm:pt modelId="{BC3BAD33-EAC1-43E2-822A-47EFCF1A499C}" type="pres">
      <dgm:prSet presAssocID="{834F313E-1AE8-46D5-8688-0358A918E656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B0290D3-3D68-4637-AE66-1D96EF2F082B}" type="pres">
      <dgm:prSet presAssocID="{DEACB147-BE70-4DAD-9596-E2278BAC825D}" presName="spacer" presStyleCnt="0"/>
      <dgm:spPr/>
    </dgm:pt>
    <dgm:pt modelId="{76151F90-2DFF-49D3-BA2D-4BA52665D072}" type="pres">
      <dgm:prSet presAssocID="{D8058A8F-E97E-449D-92A8-89A42315FC67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CCE356A-5ED2-471A-A2BF-479708E723A7}" type="pres">
      <dgm:prSet presAssocID="{27A423F9-51C9-4ED2-AF57-FB4C93ED5003}" presName="spacer" presStyleCnt="0"/>
      <dgm:spPr/>
    </dgm:pt>
    <dgm:pt modelId="{30ABF569-4949-4EA8-BD4A-D3E04C3A70C8}" type="pres">
      <dgm:prSet presAssocID="{3D61016D-DED7-4FCB-BFB4-71AFF11D94F9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C0A15CF-C2DF-48B1-937C-14E7736CABED}" type="pres">
      <dgm:prSet presAssocID="{A5AD3AD1-36B7-4ED2-B4DE-29ACE691A969}" presName="spacer" presStyleCnt="0"/>
      <dgm:spPr/>
    </dgm:pt>
    <dgm:pt modelId="{A8E6541B-904B-4FF8-8F4E-C522773587E9}" type="pres">
      <dgm:prSet presAssocID="{2FF9DE89-F4E6-41BF-AE6C-81179125FF55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8C1A194A-00D2-4BC1-92A8-AB170C3F79FF}" type="presOf" srcId="{F8C350DF-DC01-4D05-A070-BBA0B6A8199F}" destId="{372CEE3C-EE3A-4484-9F0C-CB322E018F1C}" srcOrd="0" destOrd="0" presId="urn:microsoft.com/office/officeart/2005/8/layout/vList2"/>
    <dgm:cxn modelId="{EF9AF05B-324C-4F97-8E18-8442E8245D9B}" srcId="{F8C350DF-DC01-4D05-A070-BBA0B6A8199F}" destId="{834F313E-1AE8-46D5-8688-0358A918E656}" srcOrd="1" destOrd="0" parTransId="{5C68E938-271A-468F-92A9-CFBEABB7C2A8}" sibTransId="{DEACB147-BE70-4DAD-9596-E2278BAC825D}"/>
    <dgm:cxn modelId="{8138E24E-A608-4FEE-A49E-3736D32BD04E}" srcId="{F8C350DF-DC01-4D05-A070-BBA0B6A8199F}" destId="{B882E0D3-8147-462E-BB5A-96E7FC4E8E05}" srcOrd="0" destOrd="0" parTransId="{0F8A4528-FFAF-4875-9682-9D7F5F922447}" sibTransId="{5E48D7DF-6190-4B07-ACE4-559B1D387FFD}"/>
    <dgm:cxn modelId="{527EB041-D42F-45A3-A018-EF7522BD4D4A}" srcId="{F8C350DF-DC01-4D05-A070-BBA0B6A8199F}" destId="{2FF9DE89-F4E6-41BF-AE6C-81179125FF55}" srcOrd="4" destOrd="0" parTransId="{9942D72B-63D9-40F7-924E-91110D8AB343}" sibTransId="{94E91B09-3254-4DF7-85BF-CA7EF173880A}"/>
    <dgm:cxn modelId="{3323E2EF-C244-4C05-BEB4-BBDCFDBCE4F0}" type="presOf" srcId="{3D61016D-DED7-4FCB-BFB4-71AFF11D94F9}" destId="{30ABF569-4949-4EA8-BD4A-D3E04C3A70C8}" srcOrd="0" destOrd="0" presId="urn:microsoft.com/office/officeart/2005/8/layout/vList2"/>
    <dgm:cxn modelId="{28CF55DC-DA10-4618-8E15-899DB64B6B06}" srcId="{F8C350DF-DC01-4D05-A070-BBA0B6A8199F}" destId="{3D61016D-DED7-4FCB-BFB4-71AFF11D94F9}" srcOrd="3" destOrd="0" parTransId="{D587A987-8C5A-42EB-9E86-00E769234479}" sibTransId="{A5AD3AD1-36B7-4ED2-B4DE-29ACE691A969}"/>
    <dgm:cxn modelId="{591E952E-76A1-462B-BF1B-E62D2DDE12E7}" type="presOf" srcId="{B882E0D3-8147-462E-BB5A-96E7FC4E8E05}" destId="{00A0BE33-CC96-445D-A8A2-C482D3BBE1AF}" srcOrd="0" destOrd="0" presId="urn:microsoft.com/office/officeart/2005/8/layout/vList2"/>
    <dgm:cxn modelId="{457592A0-0A1B-4C97-9029-8FD2D611F1D0}" type="presOf" srcId="{834F313E-1AE8-46D5-8688-0358A918E656}" destId="{BC3BAD33-EAC1-43E2-822A-47EFCF1A499C}" srcOrd="0" destOrd="0" presId="urn:microsoft.com/office/officeart/2005/8/layout/vList2"/>
    <dgm:cxn modelId="{C6598BAA-67EF-4728-85AD-958A2FAAE7D2}" type="presOf" srcId="{2FF9DE89-F4E6-41BF-AE6C-81179125FF55}" destId="{A8E6541B-904B-4FF8-8F4E-C522773587E9}" srcOrd="0" destOrd="0" presId="urn:microsoft.com/office/officeart/2005/8/layout/vList2"/>
    <dgm:cxn modelId="{C6F0079A-B4FE-4752-8123-AC476573BE75}" srcId="{F8C350DF-DC01-4D05-A070-BBA0B6A8199F}" destId="{D8058A8F-E97E-449D-92A8-89A42315FC67}" srcOrd="2" destOrd="0" parTransId="{C23D171A-5987-40AC-92F2-1FAFD66BD390}" sibTransId="{27A423F9-51C9-4ED2-AF57-FB4C93ED5003}"/>
    <dgm:cxn modelId="{BF58A4FB-153B-4568-820D-9D5B4BDD4987}" type="presOf" srcId="{D8058A8F-E97E-449D-92A8-89A42315FC67}" destId="{76151F90-2DFF-49D3-BA2D-4BA52665D072}" srcOrd="0" destOrd="0" presId="urn:microsoft.com/office/officeart/2005/8/layout/vList2"/>
    <dgm:cxn modelId="{5945C1E3-EC97-4847-80EC-F2388A476882}" type="presParOf" srcId="{372CEE3C-EE3A-4484-9F0C-CB322E018F1C}" destId="{00A0BE33-CC96-445D-A8A2-C482D3BBE1AF}" srcOrd="0" destOrd="0" presId="urn:microsoft.com/office/officeart/2005/8/layout/vList2"/>
    <dgm:cxn modelId="{B1062C2E-A73D-4B59-B0A2-0033F986BC1C}" type="presParOf" srcId="{372CEE3C-EE3A-4484-9F0C-CB322E018F1C}" destId="{FD1A06A6-596F-40A9-8FAB-EF8220A27975}" srcOrd="1" destOrd="0" presId="urn:microsoft.com/office/officeart/2005/8/layout/vList2"/>
    <dgm:cxn modelId="{AC0FD3F4-6163-4F90-B9EB-ABA8CA31D386}" type="presParOf" srcId="{372CEE3C-EE3A-4484-9F0C-CB322E018F1C}" destId="{BC3BAD33-EAC1-43E2-822A-47EFCF1A499C}" srcOrd="2" destOrd="0" presId="urn:microsoft.com/office/officeart/2005/8/layout/vList2"/>
    <dgm:cxn modelId="{DAD10E19-2975-4D17-AE66-E34A9762C0EA}" type="presParOf" srcId="{372CEE3C-EE3A-4484-9F0C-CB322E018F1C}" destId="{CB0290D3-3D68-4637-AE66-1D96EF2F082B}" srcOrd="3" destOrd="0" presId="urn:microsoft.com/office/officeart/2005/8/layout/vList2"/>
    <dgm:cxn modelId="{F262831B-FD60-460F-806D-CCD59AC8E729}" type="presParOf" srcId="{372CEE3C-EE3A-4484-9F0C-CB322E018F1C}" destId="{76151F90-2DFF-49D3-BA2D-4BA52665D072}" srcOrd="4" destOrd="0" presId="urn:microsoft.com/office/officeart/2005/8/layout/vList2"/>
    <dgm:cxn modelId="{E85AD1EA-1F82-4495-9ABA-23CFD117849B}" type="presParOf" srcId="{372CEE3C-EE3A-4484-9F0C-CB322E018F1C}" destId="{CCCE356A-5ED2-471A-A2BF-479708E723A7}" srcOrd="5" destOrd="0" presId="urn:microsoft.com/office/officeart/2005/8/layout/vList2"/>
    <dgm:cxn modelId="{40DEBE3A-BC2E-48A9-BFCB-1ECCCAC16952}" type="presParOf" srcId="{372CEE3C-EE3A-4484-9F0C-CB322E018F1C}" destId="{30ABF569-4949-4EA8-BD4A-D3E04C3A70C8}" srcOrd="6" destOrd="0" presId="urn:microsoft.com/office/officeart/2005/8/layout/vList2"/>
    <dgm:cxn modelId="{B1881616-D408-4039-AE51-B5AF31F2914A}" type="presParOf" srcId="{372CEE3C-EE3A-4484-9F0C-CB322E018F1C}" destId="{6C0A15CF-C2DF-48B1-937C-14E7736CABED}" srcOrd="7" destOrd="0" presId="urn:microsoft.com/office/officeart/2005/8/layout/vList2"/>
    <dgm:cxn modelId="{04265E68-8CF8-48A8-84CD-99C037D555DA}" type="presParOf" srcId="{372CEE3C-EE3A-4484-9F0C-CB322E018F1C}" destId="{A8E6541B-904B-4FF8-8F4E-C522773587E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8C350DF-DC01-4D05-A070-BBA0B6A8199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B882E0D3-8147-462E-BB5A-96E7FC4E8E05}">
      <dgm:prSet phldrT="[文本]"/>
      <dgm:spPr>
        <a:solidFill>
          <a:srgbClr val="00B4BE"/>
        </a:solidFill>
      </dgm:spPr>
      <dgm:t>
        <a:bodyPr/>
        <a:lstStyle/>
        <a:p>
          <a:pPr rtl="0"/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1. </a:t>
          </a:r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设备管理概述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F8A4528-FFAF-4875-9682-9D7F5F922447}" type="parTrans" cxnId="{8138E24E-A608-4FEE-A49E-3736D32BD04E}">
      <dgm:prSet/>
      <dgm:spPr/>
      <dgm:t>
        <a:bodyPr/>
        <a:lstStyle/>
        <a:p>
          <a:endParaRPr lang="zh-CN" altLang="en-US"/>
        </a:p>
      </dgm:t>
    </dgm:pt>
    <dgm:pt modelId="{5E48D7DF-6190-4B07-ACE4-559B1D387FFD}" type="sibTrans" cxnId="{8138E24E-A608-4FEE-A49E-3736D32BD04E}">
      <dgm:prSet/>
      <dgm:spPr/>
      <dgm:t>
        <a:bodyPr/>
        <a:lstStyle/>
        <a:p>
          <a:endParaRPr lang="zh-CN" altLang="en-US"/>
        </a:p>
      </dgm:t>
    </dgm:pt>
    <dgm:pt modelId="{834F313E-1AE8-46D5-8688-0358A918E656}">
      <dgm:prSet/>
      <dgm:spPr>
        <a:solidFill>
          <a:srgbClr val="00B4BE"/>
        </a:solidFill>
      </dgm:spPr>
      <dgm:t>
        <a:bodyPr/>
        <a:lstStyle/>
        <a:p>
          <a:pPr rtl="0"/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2. </a:t>
          </a:r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I/O</a:t>
          </a:r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硬件组成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68E938-271A-468F-92A9-CFBEABB7C2A8}" type="parTrans" cxnId="{EF9AF05B-324C-4F97-8E18-8442E8245D9B}">
      <dgm:prSet/>
      <dgm:spPr/>
      <dgm:t>
        <a:bodyPr/>
        <a:lstStyle/>
        <a:p>
          <a:endParaRPr lang="zh-CN" altLang="en-US"/>
        </a:p>
      </dgm:t>
    </dgm:pt>
    <dgm:pt modelId="{DEACB147-BE70-4DAD-9596-E2278BAC825D}" type="sibTrans" cxnId="{EF9AF05B-324C-4F97-8E18-8442E8245D9B}">
      <dgm:prSet/>
      <dgm:spPr/>
      <dgm:t>
        <a:bodyPr/>
        <a:lstStyle/>
        <a:p>
          <a:endParaRPr lang="zh-CN" altLang="en-US"/>
        </a:p>
      </dgm:t>
    </dgm:pt>
    <dgm:pt modelId="{D8058A8F-E97E-449D-92A8-89A42315FC67}">
      <dgm:prSet/>
      <dgm:spPr>
        <a:solidFill>
          <a:srgbClr val="00B4BE"/>
        </a:solidFill>
      </dgm:spPr>
      <dgm:t>
        <a:bodyPr/>
        <a:lstStyle/>
        <a:p>
          <a:pPr rtl="0"/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3. </a:t>
          </a:r>
          <a:r>
            <a: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I/O</a:t>
          </a:r>
          <a:r>
            <a:rPr lang="zh-CN" altLang="en-US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控制方式</a:t>
          </a:r>
          <a:endParaRPr lang="en-US" altLang="zh-CN" dirty="0" smtClean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3D171A-5987-40AC-92F2-1FAFD66BD390}" type="parTrans" cxnId="{C6F0079A-B4FE-4752-8123-AC476573BE75}">
      <dgm:prSet/>
      <dgm:spPr/>
      <dgm:t>
        <a:bodyPr/>
        <a:lstStyle/>
        <a:p>
          <a:endParaRPr lang="zh-CN" altLang="en-US"/>
        </a:p>
      </dgm:t>
    </dgm:pt>
    <dgm:pt modelId="{27A423F9-51C9-4ED2-AF57-FB4C93ED5003}" type="sibTrans" cxnId="{C6F0079A-B4FE-4752-8123-AC476573BE75}">
      <dgm:prSet/>
      <dgm:spPr/>
      <dgm:t>
        <a:bodyPr/>
        <a:lstStyle/>
        <a:p>
          <a:endParaRPr lang="zh-CN" altLang="en-US"/>
        </a:p>
      </dgm:t>
    </dgm:pt>
    <dgm:pt modelId="{3D61016D-DED7-4FCB-BFB4-71AFF11D94F9}">
      <dgm:prSet/>
      <dgm:spPr>
        <a:solidFill>
          <a:srgbClr val="00B4BE"/>
        </a:solidFill>
      </dgm:spPr>
      <dgm:t>
        <a:bodyPr/>
        <a:lstStyle/>
        <a:p>
          <a:pPr rtl="0"/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4. </a:t>
          </a:r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I/0</a:t>
          </a:r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软件组成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587A987-8C5A-42EB-9E86-00E769234479}" type="parTrans" cxnId="{28CF55DC-DA10-4618-8E15-899DB64B6B06}">
      <dgm:prSet/>
      <dgm:spPr/>
      <dgm:t>
        <a:bodyPr/>
        <a:lstStyle/>
        <a:p>
          <a:endParaRPr lang="zh-CN" altLang="en-US"/>
        </a:p>
      </dgm:t>
    </dgm:pt>
    <dgm:pt modelId="{A5AD3AD1-36B7-4ED2-B4DE-29ACE691A969}" type="sibTrans" cxnId="{28CF55DC-DA10-4618-8E15-899DB64B6B06}">
      <dgm:prSet/>
      <dgm:spPr/>
      <dgm:t>
        <a:bodyPr/>
        <a:lstStyle/>
        <a:p>
          <a:endParaRPr lang="zh-CN" altLang="en-US"/>
        </a:p>
      </dgm:t>
    </dgm:pt>
    <dgm:pt modelId="{2FF9DE89-F4E6-41BF-AE6C-81179125FF55}">
      <dgm:prSet/>
      <dgm:spPr>
        <a:solidFill>
          <a:srgbClr val="00B4BE"/>
        </a:solidFill>
      </dgm:spPr>
      <dgm:t>
        <a:bodyPr/>
        <a:lstStyle/>
        <a:p>
          <a:pPr rtl="0"/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5</a:t>
          </a:r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.</a:t>
          </a:r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缓存技术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942D72B-63D9-40F7-924E-91110D8AB343}" type="parTrans" cxnId="{527EB041-D42F-45A3-A018-EF7522BD4D4A}">
      <dgm:prSet/>
      <dgm:spPr/>
      <dgm:t>
        <a:bodyPr/>
        <a:lstStyle/>
        <a:p>
          <a:endParaRPr lang="zh-CN" altLang="en-US"/>
        </a:p>
      </dgm:t>
    </dgm:pt>
    <dgm:pt modelId="{94E91B09-3254-4DF7-85BF-CA7EF173880A}" type="sibTrans" cxnId="{527EB041-D42F-45A3-A018-EF7522BD4D4A}">
      <dgm:prSet/>
      <dgm:spPr/>
      <dgm:t>
        <a:bodyPr/>
        <a:lstStyle/>
        <a:p>
          <a:endParaRPr lang="zh-CN" altLang="en-US"/>
        </a:p>
      </dgm:t>
    </dgm:pt>
    <dgm:pt modelId="{372CEE3C-EE3A-4484-9F0C-CB322E018F1C}" type="pres">
      <dgm:prSet presAssocID="{F8C350DF-DC01-4D05-A070-BBA0B6A8199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00A0BE33-CC96-445D-A8A2-C482D3BBE1AF}" type="pres">
      <dgm:prSet presAssocID="{B882E0D3-8147-462E-BB5A-96E7FC4E8E05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D1A06A6-596F-40A9-8FAB-EF8220A27975}" type="pres">
      <dgm:prSet presAssocID="{5E48D7DF-6190-4B07-ACE4-559B1D387FFD}" presName="spacer" presStyleCnt="0"/>
      <dgm:spPr/>
    </dgm:pt>
    <dgm:pt modelId="{BC3BAD33-EAC1-43E2-822A-47EFCF1A499C}" type="pres">
      <dgm:prSet presAssocID="{834F313E-1AE8-46D5-8688-0358A918E656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B0290D3-3D68-4637-AE66-1D96EF2F082B}" type="pres">
      <dgm:prSet presAssocID="{DEACB147-BE70-4DAD-9596-E2278BAC825D}" presName="spacer" presStyleCnt="0"/>
      <dgm:spPr/>
    </dgm:pt>
    <dgm:pt modelId="{76151F90-2DFF-49D3-BA2D-4BA52665D072}" type="pres">
      <dgm:prSet presAssocID="{D8058A8F-E97E-449D-92A8-89A42315FC67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CCE356A-5ED2-471A-A2BF-479708E723A7}" type="pres">
      <dgm:prSet presAssocID="{27A423F9-51C9-4ED2-AF57-FB4C93ED5003}" presName="spacer" presStyleCnt="0"/>
      <dgm:spPr/>
    </dgm:pt>
    <dgm:pt modelId="{30ABF569-4949-4EA8-BD4A-D3E04C3A70C8}" type="pres">
      <dgm:prSet presAssocID="{3D61016D-DED7-4FCB-BFB4-71AFF11D94F9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C0A15CF-C2DF-48B1-937C-14E7736CABED}" type="pres">
      <dgm:prSet presAssocID="{A5AD3AD1-36B7-4ED2-B4DE-29ACE691A969}" presName="spacer" presStyleCnt="0"/>
      <dgm:spPr/>
    </dgm:pt>
    <dgm:pt modelId="{A8E6541B-904B-4FF8-8F4E-C522773587E9}" type="pres">
      <dgm:prSet presAssocID="{2FF9DE89-F4E6-41BF-AE6C-81179125FF55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F9AF05B-324C-4F97-8E18-8442E8245D9B}" srcId="{F8C350DF-DC01-4D05-A070-BBA0B6A8199F}" destId="{834F313E-1AE8-46D5-8688-0358A918E656}" srcOrd="1" destOrd="0" parTransId="{5C68E938-271A-468F-92A9-CFBEABB7C2A8}" sibTransId="{DEACB147-BE70-4DAD-9596-E2278BAC825D}"/>
    <dgm:cxn modelId="{8138E24E-A608-4FEE-A49E-3736D32BD04E}" srcId="{F8C350DF-DC01-4D05-A070-BBA0B6A8199F}" destId="{B882E0D3-8147-462E-BB5A-96E7FC4E8E05}" srcOrd="0" destOrd="0" parTransId="{0F8A4528-FFAF-4875-9682-9D7F5F922447}" sibTransId="{5E48D7DF-6190-4B07-ACE4-559B1D387FFD}"/>
    <dgm:cxn modelId="{527EB041-D42F-45A3-A018-EF7522BD4D4A}" srcId="{F8C350DF-DC01-4D05-A070-BBA0B6A8199F}" destId="{2FF9DE89-F4E6-41BF-AE6C-81179125FF55}" srcOrd="4" destOrd="0" parTransId="{9942D72B-63D9-40F7-924E-91110D8AB343}" sibTransId="{94E91B09-3254-4DF7-85BF-CA7EF173880A}"/>
    <dgm:cxn modelId="{B5101D6F-1061-48FE-BE4A-FF0B3256FA2A}" type="presOf" srcId="{D8058A8F-E97E-449D-92A8-89A42315FC67}" destId="{76151F90-2DFF-49D3-BA2D-4BA52665D072}" srcOrd="0" destOrd="0" presId="urn:microsoft.com/office/officeart/2005/8/layout/vList2"/>
    <dgm:cxn modelId="{BCC04978-FEAF-425B-AFAB-1F39FFDDD6F8}" type="presOf" srcId="{2FF9DE89-F4E6-41BF-AE6C-81179125FF55}" destId="{A8E6541B-904B-4FF8-8F4E-C522773587E9}" srcOrd="0" destOrd="0" presId="urn:microsoft.com/office/officeart/2005/8/layout/vList2"/>
    <dgm:cxn modelId="{2C7EFA8A-FFE7-4843-AB8E-2F6AE85B9732}" type="presOf" srcId="{834F313E-1AE8-46D5-8688-0358A918E656}" destId="{BC3BAD33-EAC1-43E2-822A-47EFCF1A499C}" srcOrd="0" destOrd="0" presId="urn:microsoft.com/office/officeart/2005/8/layout/vList2"/>
    <dgm:cxn modelId="{28CF55DC-DA10-4618-8E15-899DB64B6B06}" srcId="{F8C350DF-DC01-4D05-A070-BBA0B6A8199F}" destId="{3D61016D-DED7-4FCB-BFB4-71AFF11D94F9}" srcOrd="3" destOrd="0" parTransId="{D587A987-8C5A-42EB-9E86-00E769234479}" sibTransId="{A5AD3AD1-36B7-4ED2-B4DE-29ACE691A969}"/>
    <dgm:cxn modelId="{5651ACF3-2481-41A3-94FE-019D42341670}" type="presOf" srcId="{3D61016D-DED7-4FCB-BFB4-71AFF11D94F9}" destId="{30ABF569-4949-4EA8-BD4A-D3E04C3A70C8}" srcOrd="0" destOrd="0" presId="urn:microsoft.com/office/officeart/2005/8/layout/vList2"/>
    <dgm:cxn modelId="{0162E12C-7474-473D-AFE8-900D4955203C}" type="presOf" srcId="{F8C350DF-DC01-4D05-A070-BBA0B6A8199F}" destId="{372CEE3C-EE3A-4484-9F0C-CB322E018F1C}" srcOrd="0" destOrd="0" presId="urn:microsoft.com/office/officeart/2005/8/layout/vList2"/>
    <dgm:cxn modelId="{8E8FAD55-B074-4D69-B1E1-3716E5172F4D}" type="presOf" srcId="{B882E0D3-8147-462E-BB5A-96E7FC4E8E05}" destId="{00A0BE33-CC96-445D-A8A2-C482D3BBE1AF}" srcOrd="0" destOrd="0" presId="urn:microsoft.com/office/officeart/2005/8/layout/vList2"/>
    <dgm:cxn modelId="{C6F0079A-B4FE-4752-8123-AC476573BE75}" srcId="{F8C350DF-DC01-4D05-A070-BBA0B6A8199F}" destId="{D8058A8F-E97E-449D-92A8-89A42315FC67}" srcOrd="2" destOrd="0" parTransId="{C23D171A-5987-40AC-92F2-1FAFD66BD390}" sibTransId="{27A423F9-51C9-4ED2-AF57-FB4C93ED5003}"/>
    <dgm:cxn modelId="{5CFB52CA-1ED3-47A9-AA3C-2835F926BBC1}" type="presParOf" srcId="{372CEE3C-EE3A-4484-9F0C-CB322E018F1C}" destId="{00A0BE33-CC96-445D-A8A2-C482D3BBE1AF}" srcOrd="0" destOrd="0" presId="urn:microsoft.com/office/officeart/2005/8/layout/vList2"/>
    <dgm:cxn modelId="{C7EB7F4F-7BC7-4731-8945-21B89FD361A9}" type="presParOf" srcId="{372CEE3C-EE3A-4484-9F0C-CB322E018F1C}" destId="{FD1A06A6-596F-40A9-8FAB-EF8220A27975}" srcOrd="1" destOrd="0" presId="urn:microsoft.com/office/officeart/2005/8/layout/vList2"/>
    <dgm:cxn modelId="{51D3A852-264F-4F05-81D5-3F02C39B404D}" type="presParOf" srcId="{372CEE3C-EE3A-4484-9F0C-CB322E018F1C}" destId="{BC3BAD33-EAC1-43E2-822A-47EFCF1A499C}" srcOrd="2" destOrd="0" presId="urn:microsoft.com/office/officeart/2005/8/layout/vList2"/>
    <dgm:cxn modelId="{3203E5C7-2269-47E4-B067-762737E78E25}" type="presParOf" srcId="{372CEE3C-EE3A-4484-9F0C-CB322E018F1C}" destId="{CB0290D3-3D68-4637-AE66-1D96EF2F082B}" srcOrd="3" destOrd="0" presId="urn:microsoft.com/office/officeart/2005/8/layout/vList2"/>
    <dgm:cxn modelId="{68BAE3CC-3FE4-41A8-8FB2-67AF7A87A912}" type="presParOf" srcId="{372CEE3C-EE3A-4484-9F0C-CB322E018F1C}" destId="{76151F90-2DFF-49D3-BA2D-4BA52665D072}" srcOrd="4" destOrd="0" presId="urn:microsoft.com/office/officeart/2005/8/layout/vList2"/>
    <dgm:cxn modelId="{9E24BE93-081E-45BF-9C96-62C7EB69C2AB}" type="presParOf" srcId="{372CEE3C-EE3A-4484-9F0C-CB322E018F1C}" destId="{CCCE356A-5ED2-471A-A2BF-479708E723A7}" srcOrd="5" destOrd="0" presId="urn:microsoft.com/office/officeart/2005/8/layout/vList2"/>
    <dgm:cxn modelId="{75AB36DE-B6C5-4BBE-A174-76DA270EACD2}" type="presParOf" srcId="{372CEE3C-EE3A-4484-9F0C-CB322E018F1C}" destId="{30ABF569-4949-4EA8-BD4A-D3E04C3A70C8}" srcOrd="6" destOrd="0" presId="urn:microsoft.com/office/officeart/2005/8/layout/vList2"/>
    <dgm:cxn modelId="{61758373-7922-40AA-BC52-89172C5A656C}" type="presParOf" srcId="{372CEE3C-EE3A-4484-9F0C-CB322E018F1C}" destId="{6C0A15CF-C2DF-48B1-937C-14E7736CABED}" srcOrd="7" destOrd="0" presId="urn:microsoft.com/office/officeart/2005/8/layout/vList2"/>
    <dgm:cxn modelId="{A354C14E-94A3-47E4-85F8-E6216AF93A13}" type="presParOf" srcId="{372CEE3C-EE3A-4484-9F0C-CB322E018F1C}" destId="{A8E6541B-904B-4FF8-8F4E-C522773587E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8C350DF-DC01-4D05-A070-BBA0B6A8199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B882E0D3-8147-462E-BB5A-96E7FC4E8E05}">
      <dgm:prSet phldrT="[文本]"/>
      <dgm:spPr>
        <a:solidFill>
          <a:srgbClr val="00B4BE"/>
        </a:solidFill>
      </dgm:spPr>
      <dgm:t>
        <a:bodyPr/>
        <a:lstStyle/>
        <a:p>
          <a:pPr rtl="0"/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1. </a:t>
          </a:r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设备管理概述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F8A4528-FFAF-4875-9682-9D7F5F922447}" type="parTrans" cxnId="{8138E24E-A608-4FEE-A49E-3736D32BD04E}">
      <dgm:prSet/>
      <dgm:spPr/>
      <dgm:t>
        <a:bodyPr/>
        <a:lstStyle/>
        <a:p>
          <a:endParaRPr lang="zh-CN" altLang="en-US"/>
        </a:p>
      </dgm:t>
    </dgm:pt>
    <dgm:pt modelId="{5E48D7DF-6190-4B07-ACE4-559B1D387FFD}" type="sibTrans" cxnId="{8138E24E-A608-4FEE-A49E-3736D32BD04E}">
      <dgm:prSet/>
      <dgm:spPr/>
      <dgm:t>
        <a:bodyPr/>
        <a:lstStyle/>
        <a:p>
          <a:endParaRPr lang="zh-CN" altLang="en-US"/>
        </a:p>
      </dgm:t>
    </dgm:pt>
    <dgm:pt modelId="{834F313E-1AE8-46D5-8688-0358A918E656}">
      <dgm:prSet/>
      <dgm:spPr>
        <a:solidFill>
          <a:srgbClr val="00B4BE"/>
        </a:solidFill>
      </dgm:spPr>
      <dgm:t>
        <a:bodyPr/>
        <a:lstStyle/>
        <a:p>
          <a:pPr rtl="0"/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2. </a:t>
          </a:r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I/O</a:t>
          </a:r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硬件组成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68E938-271A-468F-92A9-CFBEABB7C2A8}" type="parTrans" cxnId="{EF9AF05B-324C-4F97-8E18-8442E8245D9B}">
      <dgm:prSet/>
      <dgm:spPr/>
      <dgm:t>
        <a:bodyPr/>
        <a:lstStyle/>
        <a:p>
          <a:endParaRPr lang="zh-CN" altLang="en-US"/>
        </a:p>
      </dgm:t>
    </dgm:pt>
    <dgm:pt modelId="{DEACB147-BE70-4DAD-9596-E2278BAC825D}" type="sibTrans" cxnId="{EF9AF05B-324C-4F97-8E18-8442E8245D9B}">
      <dgm:prSet/>
      <dgm:spPr/>
      <dgm:t>
        <a:bodyPr/>
        <a:lstStyle/>
        <a:p>
          <a:endParaRPr lang="zh-CN" altLang="en-US"/>
        </a:p>
      </dgm:t>
    </dgm:pt>
    <dgm:pt modelId="{D8058A8F-E97E-449D-92A8-89A42315FC67}">
      <dgm:prSet/>
      <dgm:spPr>
        <a:solidFill>
          <a:srgbClr val="00B4BE"/>
        </a:solidFill>
      </dgm:spPr>
      <dgm:t>
        <a:bodyPr/>
        <a:lstStyle/>
        <a:p>
          <a:pPr rtl="0"/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3. </a:t>
          </a:r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I/O</a:t>
          </a:r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控制方式</a:t>
          </a:r>
          <a:endParaRPr lang="en-US" altLang="zh-CN" dirty="0" smtClean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3D171A-5987-40AC-92F2-1FAFD66BD390}" type="parTrans" cxnId="{C6F0079A-B4FE-4752-8123-AC476573BE75}">
      <dgm:prSet/>
      <dgm:spPr/>
      <dgm:t>
        <a:bodyPr/>
        <a:lstStyle/>
        <a:p>
          <a:endParaRPr lang="zh-CN" altLang="en-US"/>
        </a:p>
      </dgm:t>
    </dgm:pt>
    <dgm:pt modelId="{27A423F9-51C9-4ED2-AF57-FB4C93ED5003}" type="sibTrans" cxnId="{C6F0079A-B4FE-4752-8123-AC476573BE75}">
      <dgm:prSet/>
      <dgm:spPr/>
      <dgm:t>
        <a:bodyPr/>
        <a:lstStyle/>
        <a:p>
          <a:endParaRPr lang="zh-CN" altLang="en-US"/>
        </a:p>
      </dgm:t>
    </dgm:pt>
    <dgm:pt modelId="{3D61016D-DED7-4FCB-BFB4-71AFF11D94F9}">
      <dgm:prSet/>
      <dgm:spPr>
        <a:solidFill>
          <a:srgbClr val="00B4BE"/>
        </a:solidFill>
      </dgm:spPr>
      <dgm:t>
        <a:bodyPr/>
        <a:lstStyle/>
        <a:p>
          <a:pPr rtl="0"/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4. </a:t>
          </a:r>
          <a:r>
            <a: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I/0</a:t>
          </a:r>
          <a:r>
            <a:rPr lang="zh-CN" altLang="en-US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软件组成</a:t>
          </a:r>
          <a:endParaRPr lang="zh-CN" altLang="en-US" dirty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587A987-8C5A-42EB-9E86-00E769234479}" type="parTrans" cxnId="{28CF55DC-DA10-4618-8E15-899DB64B6B06}">
      <dgm:prSet/>
      <dgm:spPr/>
      <dgm:t>
        <a:bodyPr/>
        <a:lstStyle/>
        <a:p>
          <a:endParaRPr lang="zh-CN" altLang="en-US"/>
        </a:p>
      </dgm:t>
    </dgm:pt>
    <dgm:pt modelId="{A5AD3AD1-36B7-4ED2-B4DE-29ACE691A969}" type="sibTrans" cxnId="{28CF55DC-DA10-4618-8E15-899DB64B6B06}">
      <dgm:prSet/>
      <dgm:spPr/>
      <dgm:t>
        <a:bodyPr/>
        <a:lstStyle/>
        <a:p>
          <a:endParaRPr lang="zh-CN" altLang="en-US"/>
        </a:p>
      </dgm:t>
    </dgm:pt>
    <dgm:pt modelId="{2FF9DE89-F4E6-41BF-AE6C-81179125FF55}">
      <dgm:prSet/>
      <dgm:spPr>
        <a:solidFill>
          <a:srgbClr val="00B4BE"/>
        </a:solidFill>
      </dgm:spPr>
      <dgm:t>
        <a:bodyPr/>
        <a:lstStyle/>
        <a:p>
          <a:pPr rtl="0"/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5</a:t>
          </a:r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.</a:t>
          </a:r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缓存技术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942D72B-63D9-40F7-924E-91110D8AB343}" type="parTrans" cxnId="{527EB041-D42F-45A3-A018-EF7522BD4D4A}">
      <dgm:prSet/>
      <dgm:spPr/>
      <dgm:t>
        <a:bodyPr/>
        <a:lstStyle/>
        <a:p>
          <a:endParaRPr lang="zh-CN" altLang="en-US"/>
        </a:p>
      </dgm:t>
    </dgm:pt>
    <dgm:pt modelId="{94E91B09-3254-4DF7-85BF-CA7EF173880A}" type="sibTrans" cxnId="{527EB041-D42F-45A3-A018-EF7522BD4D4A}">
      <dgm:prSet/>
      <dgm:spPr/>
      <dgm:t>
        <a:bodyPr/>
        <a:lstStyle/>
        <a:p>
          <a:endParaRPr lang="zh-CN" altLang="en-US"/>
        </a:p>
      </dgm:t>
    </dgm:pt>
    <dgm:pt modelId="{372CEE3C-EE3A-4484-9F0C-CB322E018F1C}" type="pres">
      <dgm:prSet presAssocID="{F8C350DF-DC01-4D05-A070-BBA0B6A8199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00A0BE33-CC96-445D-A8A2-C482D3BBE1AF}" type="pres">
      <dgm:prSet presAssocID="{B882E0D3-8147-462E-BB5A-96E7FC4E8E05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D1A06A6-596F-40A9-8FAB-EF8220A27975}" type="pres">
      <dgm:prSet presAssocID="{5E48D7DF-6190-4B07-ACE4-559B1D387FFD}" presName="spacer" presStyleCnt="0"/>
      <dgm:spPr/>
    </dgm:pt>
    <dgm:pt modelId="{BC3BAD33-EAC1-43E2-822A-47EFCF1A499C}" type="pres">
      <dgm:prSet presAssocID="{834F313E-1AE8-46D5-8688-0358A918E656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B0290D3-3D68-4637-AE66-1D96EF2F082B}" type="pres">
      <dgm:prSet presAssocID="{DEACB147-BE70-4DAD-9596-E2278BAC825D}" presName="spacer" presStyleCnt="0"/>
      <dgm:spPr/>
    </dgm:pt>
    <dgm:pt modelId="{76151F90-2DFF-49D3-BA2D-4BA52665D072}" type="pres">
      <dgm:prSet presAssocID="{D8058A8F-E97E-449D-92A8-89A42315FC67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CCE356A-5ED2-471A-A2BF-479708E723A7}" type="pres">
      <dgm:prSet presAssocID="{27A423F9-51C9-4ED2-AF57-FB4C93ED5003}" presName="spacer" presStyleCnt="0"/>
      <dgm:spPr/>
    </dgm:pt>
    <dgm:pt modelId="{30ABF569-4949-4EA8-BD4A-D3E04C3A70C8}" type="pres">
      <dgm:prSet presAssocID="{3D61016D-DED7-4FCB-BFB4-71AFF11D94F9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C0A15CF-C2DF-48B1-937C-14E7736CABED}" type="pres">
      <dgm:prSet presAssocID="{A5AD3AD1-36B7-4ED2-B4DE-29ACE691A969}" presName="spacer" presStyleCnt="0"/>
      <dgm:spPr/>
    </dgm:pt>
    <dgm:pt modelId="{A8E6541B-904B-4FF8-8F4E-C522773587E9}" type="pres">
      <dgm:prSet presAssocID="{2FF9DE89-F4E6-41BF-AE6C-81179125FF55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DF5A4099-FA75-4591-8F61-BFDE80DD4AA1}" type="presOf" srcId="{834F313E-1AE8-46D5-8688-0358A918E656}" destId="{BC3BAD33-EAC1-43E2-822A-47EFCF1A499C}" srcOrd="0" destOrd="0" presId="urn:microsoft.com/office/officeart/2005/8/layout/vList2"/>
    <dgm:cxn modelId="{EF9AF05B-324C-4F97-8E18-8442E8245D9B}" srcId="{F8C350DF-DC01-4D05-A070-BBA0B6A8199F}" destId="{834F313E-1AE8-46D5-8688-0358A918E656}" srcOrd="1" destOrd="0" parTransId="{5C68E938-271A-468F-92A9-CFBEABB7C2A8}" sibTransId="{DEACB147-BE70-4DAD-9596-E2278BAC825D}"/>
    <dgm:cxn modelId="{8138E24E-A608-4FEE-A49E-3736D32BD04E}" srcId="{F8C350DF-DC01-4D05-A070-BBA0B6A8199F}" destId="{B882E0D3-8147-462E-BB5A-96E7FC4E8E05}" srcOrd="0" destOrd="0" parTransId="{0F8A4528-FFAF-4875-9682-9D7F5F922447}" sibTransId="{5E48D7DF-6190-4B07-ACE4-559B1D387FFD}"/>
    <dgm:cxn modelId="{511CF591-87AD-48DE-8E4F-D5E16F9D9E87}" type="presOf" srcId="{2FF9DE89-F4E6-41BF-AE6C-81179125FF55}" destId="{A8E6541B-904B-4FF8-8F4E-C522773587E9}" srcOrd="0" destOrd="0" presId="urn:microsoft.com/office/officeart/2005/8/layout/vList2"/>
    <dgm:cxn modelId="{527EB041-D42F-45A3-A018-EF7522BD4D4A}" srcId="{F8C350DF-DC01-4D05-A070-BBA0B6A8199F}" destId="{2FF9DE89-F4E6-41BF-AE6C-81179125FF55}" srcOrd="4" destOrd="0" parTransId="{9942D72B-63D9-40F7-924E-91110D8AB343}" sibTransId="{94E91B09-3254-4DF7-85BF-CA7EF173880A}"/>
    <dgm:cxn modelId="{86F34C8D-D6B7-4D8C-8A27-5EF0C0205858}" type="presOf" srcId="{D8058A8F-E97E-449D-92A8-89A42315FC67}" destId="{76151F90-2DFF-49D3-BA2D-4BA52665D072}" srcOrd="0" destOrd="0" presId="urn:microsoft.com/office/officeart/2005/8/layout/vList2"/>
    <dgm:cxn modelId="{193A0B45-5B4D-4066-96D8-D8968583AD2D}" type="presOf" srcId="{F8C350DF-DC01-4D05-A070-BBA0B6A8199F}" destId="{372CEE3C-EE3A-4484-9F0C-CB322E018F1C}" srcOrd="0" destOrd="0" presId="urn:microsoft.com/office/officeart/2005/8/layout/vList2"/>
    <dgm:cxn modelId="{28CF55DC-DA10-4618-8E15-899DB64B6B06}" srcId="{F8C350DF-DC01-4D05-A070-BBA0B6A8199F}" destId="{3D61016D-DED7-4FCB-BFB4-71AFF11D94F9}" srcOrd="3" destOrd="0" parTransId="{D587A987-8C5A-42EB-9E86-00E769234479}" sibTransId="{A5AD3AD1-36B7-4ED2-B4DE-29ACE691A969}"/>
    <dgm:cxn modelId="{C1B435CA-C089-4279-AA29-A8960B259C48}" type="presOf" srcId="{3D61016D-DED7-4FCB-BFB4-71AFF11D94F9}" destId="{30ABF569-4949-4EA8-BD4A-D3E04C3A70C8}" srcOrd="0" destOrd="0" presId="urn:microsoft.com/office/officeart/2005/8/layout/vList2"/>
    <dgm:cxn modelId="{87713A25-8234-457A-B951-D3D905BDA681}" type="presOf" srcId="{B882E0D3-8147-462E-BB5A-96E7FC4E8E05}" destId="{00A0BE33-CC96-445D-A8A2-C482D3BBE1AF}" srcOrd="0" destOrd="0" presId="urn:microsoft.com/office/officeart/2005/8/layout/vList2"/>
    <dgm:cxn modelId="{C6F0079A-B4FE-4752-8123-AC476573BE75}" srcId="{F8C350DF-DC01-4D05-A070-BBA0B6A8199F}" destId="{D8058A8F-E97E-449D-92A8-89A42315FC67}" srcOrd="2" destOrd="0" parTransId="{C23D171A-5987-40AC-92F2-1FAFD66BD390}" sibTransId="{27A423F9-51C9-4ED2-AF57-FB4C93ED5003}"/>
    <dgm:cxn modelId="{45094B9E-F1DE-493E-B49A-40AF09544E91}" type="presParOf" srcId="{372CEE3C-EE3A-4484-9F0C-CB322E018F1C}" destId="{00A0BE33-CC96-445D-A8A2-C482D3BBE1AF}" srcOrd="0" destOrd="0" presId="urn:microsoft.com/office/officeart/2005/8/layout/vList2"/>
    <dgm:cxn modelId="{71C15259-3F90-4100-8EA6-3366C0596242}" type="presParOf" srcId="{372CEE3C-EE3A-4484-9F0C-CB322E018F1C}" destId="{FD1A06A6-596F-40A9-8FAB-EF8220A27975}" srcOrd="1" destOrd="0" presId="urn:microsoft.com/office/officeart/2005/8/layout/vList2"/>
    <dgm:cxn modelId="{D73ACBD2-B175-44FB-B8AB-7BD8016DEAF6}" type="presParOf" srcId="{372CEE3C-EE3A-4484-9F0C-CB322E018F1C}" destId="{BC3BAD33-EAC1-43E2-822A-47EFCF1A499C}" srcOrd="2" destOrd="0" presId="urn:microsoft.com/office/officeart/2005/8/layout/vList2"/>
    <dgm:cxn modelId="{31B23F1E-DD9E-45EE-93B7-878C8ED20100}" type="presParOf" srcId="{372CEE3C-EE3A-4484-9F0C-CB322E018F1C}" destId="{CB0290D3-3D68-4637-AE66-1D96EF2F082B}" srcOrd="3" destOrd="0" presId="urn:microsoft.com/office/officeart/2005/8/layout/vList2"/>
    <dgm:cxn modelId="{C0F517C5-2E95-4666-B849-17795C817543}" type="presParOf" srcId="{372CEE3C-EE3A-4484-9F0C-CB322E018F1C}" destId="{76151F90-2DFF-49D3-BA2D-4BA52665D072}" srcOrd="4" destOrd="0" presId="urn:microsoft.com/office/officeart/2005/8/layout/vList2"/>
    <dgm:cxn modelId="{FC90C48A-5977-4522-AF39-5DE2F3486B35}" type="presParOf" srcId="{372CEE3C-EE3A-4484-9F0C-CB322E018F1C}" destId="{CCCE356A-5ED2-471A-A2BF-479708E723A7}" srcOrd="5" destOrd="0" presId="urn:microsoft.com/office/officeart/2005/8/layout/vList2"/>
    <dgm:cxn modelId="{BE0559CB-63A2-42F3-BDBE-EF0A53E3B41A}" type="presParOf" srcId="{372CEE3C-EE3A-4484-9F0C-CB322E018F1C}" destId="{30ABF569-4949-4EA8-BD4A-D3E04C3A70C8}" srcOrd="6" destOrd="0" presId="urn:microsoft.com/office/officeart/2005/8/layout/vList2"/>
    <dgm:cxn modelId="{FB022E06-838A-4E48-AFD4-CFB62C28C3A5}" type="presParOf" srcId="{372CEE3C-EE3A-4484-9F0C-CB322E018F1C}" destId="{6C0A15CF-C2DF-48B1-937C-14E7736CABED}" srcOrd="7" destOrd="0" presId="urn:microsoft.com/office/officeart/2005/8/layout/vList2"/>
    <dgm:cxn modelId="{53D8105A-30C7-4F0C-9EC1-7361E34C35FF}" type="presParOf" srcId="{372CEE3C-EE3A-4484-9F0C-CB322E018F1C}" destId="{A8E6541B-904B-4FF8-8F4E-C522773587E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8C350DF-DC01-4D05-A070-BBA0B6A8199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B882E0D3-8147-462E-BB5A-96E7FC4E8E05}">
      <dgm:prSet phldrT="[文本]"/>
      <dgm:spPr>
        <a:solidFill>
          <a:srgbClr val="00B4BE"/>
        </a:solidFill>
      </dgm:spPr>
      <dgm:t>
        <a:bodyPr/>
        <a:lstStyle/>
        <a:p>
          <a:pPr rtl="0"/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1. </a:t>
          </a:r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设备管理概述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F8A4528-FFAF-4875-9682-9D7F5F922447}" type="parTrans" cxnId="{8138E24E-A608-4FEE-A49E-3736D32BD04E}">
      <dgm:prSet/>
      <dgm:spPr/>
      <dgm:t>
        <a:bodyPr/>
        <a:lstStyle/>
        <a:p>
          <a:endParaRPr lang="zh-CN" altLang="en-US"/>
        </a:p>
      </dgm:t>
    </dgm:pt>
    <dgm:pt modelId="{5E48D7DF-6190-4B07-ACE4-559B1D387FFD}" type="sibTrans" cxnId="{8138E24E-A608-4FEE-A49E-3736D32BD04E}">
      <dgm:prSet/>
      <dgm:spPr/>
      <dgm:t>
        <a:bodyPr/>
        <a:lstStyle/>
        <a:p>
          <a:endParaRPr lang="zh-CN" altLang="en-US"/>
        </a:p>
      </dgm:t>
    </dgm:pt>
    <dgm:pt modelId="{834F313E-1AE8-46D5-8688-0358A918E656}">
      <dgm:prSet/>
      <dgm:spPr>
        <a:solidFill>
          <a:srgbClr val="00B4BE"/>
        </a:solidFill>
      </dgm:spPr>
      <dgm:t>
        <a:bodyPr/>
        <a:lstStyle/>
        <a:p>
          <a:pPr rtl="0"/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2. </a:t>
          </a:r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I/O</a:t>
          </a:r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硬件组成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68E938-271A-468F-92A9-CFBEABB7C2A8}" type="parTrans" cxnId="{EF9AF05B-324C-4F97-8E18-8442E8245D9B}">
      <dgm:prSet/>
      <dgm:spPr/>
      <dgm:t>
        <a:bodyPr/>
        <a:lstStyle/>
        <a:p>
          <a:endParaRPr lang="zh-CN" altLang="en-US"/>
        </a:p>
      </dgm:t>
    </dgm:pt>
    <dgm:pt modelId="{DEACB147-BE70-4DAD-9596-E2278BAC825D}" type="sibTrans" cxnId="{EF9AF05B-324C-4F97-8E18-8442E8245D9B}">
      <dgm:prSet/>
      <dgm:spPr/>
      <dgm:t>
        <a:bodyPr/>
        <a:lstStyle/>
        <a:p>
          <a:endParaRPr lang="zh-CN" altLang="en-US"/>
        </a:p>
      </dgm:t>
    </dgm:pt>
    <dgm:pt modelId="{D8058A8F-E97E-449D-92A8-89A42315FC67}">
      <dgm:prSet/>
      <dgm:spPr>
        <a:solidFill>
          <a:srgbClr val="00B4BE"/>
        </a:solidFill>
      </dgm:spPr>
      <dgm:t>
        <a:bodyPr/>
        <a:lstStyle/>
        <a:p>
          <a:pPr rtl="0"/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3. </a:t>
          </a:r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I/O</a:t>
          </a:r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控制方式</a:t>
          </a:r>
          <a:endParaRPr lang="en-US" altLang="zh-CN" dirty="0" smtClean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3D171A-5987-40AC-92F2-1FAFD66BD390}" type="parTrans" cxnId="{C6F0079A-B4FE-4752-8123-AC476573BE75}">
      <dgm:prSet/>
      <dgm:spPr/>
      <dgm:t>
        <a:bodyPr/>
        <a:lstStyle/>
        <a:p>
          <a:endParaRPr lang="zh-CN" altLang="en-US"/>
        </a:p>
      </dgm:t>
    </dgm:pt>
    <dgm:pt modelId="{27A423F9-51C9-4ED2-AF57-FB4C93ED5003}" type="sibTrans" cxnId="{C6F0079A-B4FE-4752-8123-AC476573BE75}">
      <dgm:prSet/>
      <dgm:spPr/>
      <dgm:t>
        <a:bodyPr/>
        <a:lstStyle/>
        <a:p>
          <a:endParaRPr lang="zh-CN" altLang="en-US"/>
        </a:p>
      </dgm:t>
    </dgm:pt>
    <dgm:pt modelId="{3D61016D-DED7-4FCB-BFB4-71AFF11D94F9}">
      <dgm:prSet/>
      <dgm:spPr>
        <a:solidFill>
          <a:srgbClr val="00B4BE"/>
        </a:solidFill>
      </dgm:spPr>
      <dgm:t>
        <a:bodyPr/>
        <a:lstStyle/>
        <a:p>
          <a:pPr rtl="0"/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4. </a:t>
          </a:r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I/0</a:t>
          </a:r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软件组成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587A987-8C5A-42EB-9E86-00E769234479}" type="parTrans" cxnId="{28CF55DC-DA10-4618-8E15-899DB64B6B06}">
      <dgm:prSet/>
      <dgm:spPr/>
      <dgm:t>
        <a:bodyPr/>
        <a:lstStyle/>
        <a:p>
          <a:endParaRPr lang="zh-CN" altLang="en-US"/>
        </a:p>
      </dgm:t>
    </dgm:pt>
    <dgm:pt modelId="{A5AD3AD1-36B7-4ED2-B4DE-29ACE691A969}" type="sibTrans" cxnId="{28CF55DC-DA10-4618-8E15-899DB64B6B06}">
      <dgm:prSet/>
      <dgm:spPr/>
      <dgm:t>
        <a:bodyPr/>
        <a:lstStyle/>
        <a:p>
          <a:endParaRPr lang="zh-CN" altLang="en-US"/>
        </a:p>
      </dgm:t>
    </dgm:pt>
    <dgm:pt modelId="{2FF9DE89-F4E6-41BF-AE6C-81179125FF55}">
      <dgm:prSet/>
      <dgm:spPr>
        <a:solidFill>
          <a:srgbClr val="00B4BE"/>
        </a:solidFill>
      </dgm:spPr>
      <dgm:t>
        <a:bodyPr/>
        <a:lstStyle/>
        <a:p>
          <a:pPr rtl="0"/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5</a:t>
          </a:r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.</a:t>
          </a:r>
          <a:r>
            <a:rPr lang="zh-CN" altLang="en-US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缓存技术</a:t>
          </a:r>
          <a:endParaRPr lang="zh-CN" altLang="en-US" dirty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942D72B-63D9-40F7-924E-91110D8AB343}" type="parTrans" cxnId="{527EB041-D42F-45A3-A018-EF7522BD4D4A}">
      <dgm:prSet/>
      <dgm:spPr/>
      <dgm:t>
        <a:bodyPr/>
        <a:lstStyle/>
        <a:p>
          <a:endParaRPr lang="zh-CN" altLang="en-US"/>
        </a:p>
      </dgm:t>
    </dgm:pt>
    <dgm:pt modelId="{94E91B09-3254-4DF7-85BF-CA7EF173880A}" type="sibTrans" cxnId="{527EB041-D42F-45A3-A018-EF7522BD4D4A}">
      <dgm:prSet/>
      <dgm:spPr/>
      <dgm:t>
        <a:bodyPr/>
        <a:lstStyle/>
        <a:p>
          <a:endParaRPr lang="zh-CN" altLang="en-US"/>
        </a:p>
      </dgm:t>
    </dgm:pt>
    <dgm:pt modelId="{372CEE3C-EE3A-4484-9F0C-CB322E018F1C}" type="pres">
      <dgm:prSet presAssocID="{F8C350DF-DC01-4D05-A070-BBA0B6A8199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00A0BE33-CC96-445D-A8A2-C482D3BBE1AF}" type="pres">
      <dgm:prSet presAssocID="{B882E0D3-8147-462E-BB5A-96E7FC4E8E05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D1A06A6-596F-40A9-8FAB-EF8220A27975}" type="pres">
      <dgm:prSet presAssocID="{5E48D7DF-6190-4B07-ACE4-559B1D387FFD}" presName="spacer" presStyleCnt="0"/>
      <dgm:spPr/>
    </dgm:pt>
    <dgm:pt modelId="{BC3BAD33-EAC1-43E2-822A-47EFCF1A499C}" type="pres">
      <dgm:prSet presAssocID="{834F313E-1AE8-46D5-8688-0358A918E656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B0290D3-3D68-4637-AE66-1D96EF2F082B}" type="pres">
      <dgm:prSet presAssocID="{DEACB147-BE70-4DAD-9596-E2278BAC825D}" presName="spacer" presStyleCnt="0"/>
      <dgm:spPr/>
    </dgm:pt>
    <dgm:pt modelId="{76151F90-2DFF-49D3-BA2D-4BA52665D072}" type="pres">
      <dgm:prSet presAssocID="{D8058A8F-E97E-449D-92A8-89A42315FC67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CCE356A-5ED2-471A-A2BF-479708E723A7}" type="pres">
      <dgm:prSet presAssocID="{27A423F9-51C9-4ED2-AF57-FB4C93ED5003}" presName="spacer" presStyleCnt="0"/>
      <dgm:spPr/>
    </dgm:pt>
    <dgm:pt modelId="{30ABF569-4949-4EA8-BD4A-D3E04C3A70C8}" type="pres">
      <dgm:prSet presAssocID="{3D61016D-DED7-4FCB-BFB4-71AFF11D94F9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C0A15CF-C2DF-48B1-937C-14E7736CABED}" type="pres">
      <dgm:prSet presAssocID="{A5AD3AD1-36B7-4ED2-B4DE-29ACE691A969}" presName="spacer" presStyleCnt="0"/>
      <dgm:spPr/>
    </dgm:pt>
    <dgm:pt modelId="{A8E6541B-904B-4FF8-8F4E-C522773587E9}" type="pres">
      <dgm:prSet presAssocID="{2FF9DE89-F4E6-41BF-AE6C-81179125FF55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F9AF05B-324C-4F97-8E18-8442E8245D9B}" srcId="{F8C350DF-DC01-4D05-A070-BBA0B6A8199F}" destId="{834F313E-1AE8-46D5-8688-0358A918E656}" srcOrd="1" destOrd="0" parTransId="{5C68E938-271A-468F-92A9-CFBEABB7C2A8}" sibTransId="{DEACB147-BE70-4DAD-9596-E2278BAC825D}"/>
    <dgm:cxn modelId="{2B74E08A-CC98-4CF6-94F4-71F184B6DBAA}" type="presOf" srcId="{834F313E-1AE8-46D5-8688-0358A918E656}" destId="{BC3BAD33-EAC1-43E2-822A-47EFCF1A499C}" srcOrd="0" destOrd="0" presId="urn:microsoft.com/office/officeart/2005/8/layout/vList2"/>
    <dgm:cxn modelId="{A9C9A7D6-3EE2-4669-993A-B412A7B7128F}" type="presOf" srcId="{3D61016D-DED7-4FCB-BFB4-71AFF11D94F9}" destId="{30ABF569-4949-4EA8-BD4A-D3E04C3A70C8}" srcOrd="0" destOrd="0" presId="urn:microsoft.com/office/officeart/2005/8/layout/vList2"/>
    <dgm:cxn modelId="{8138E24E-A608-4FEE-A49E-3736D32BD04E}" srcId="{F8C350DF-DC01-4D05-A070-BBA0B6A8199F}" destId="{B882E0D3-8147-462E-BB5A-96E7FC4E8E05}" srcOrd="0" destOrd="0" parTransId="{0F8A4528-FFAF-4875-9682-9D7F5F922447}" sibTransId="{5E48D7DF-6190-4B07-ACE4-559B1D387FFD}"/>
    <dgm:cxn modelId="{527EB041-D42F-45A3-A018-EF7522BD4D4A}" srcId="{F8C350DF-DC01-4D05-A070-BBA0B6A8199F}" destId="{2FF9DE89-F4E6-41BF-AE6C-81179125FF55}" srcOrd="4" destOrd="0" parTransId="{9942D72B-63D9-40F7-924E-91110D8AB343}" sibTransId="{94E91B09-3254-4DF7-85BF-CA7EF173880A}"/>
    <dgm:cxn modelId="{5D9B0A05-13F6-44CD-B7FD-CD223D401857}" type="presOf" srcId="{F8C350DF-DC01-4D05-A070-BBA0B6A8199F}" destId="{372CEE3C-EE3A-4484-9F0C-CB322E018F1C}" srcOrd="0" destOrd="0" presId="urn:microsoft.com/office/officeart/2005/8/layout/vList2"/>
    <dgm:cxn modelId="{DD7BCFFA-E485-4884-9309-CA567A197BBF}" type="presOf" srcId="{2FF9DE89-F4E6-41BF-AE6C-81179125FF55}" destId="{A8E6541B-904B-4FF8-8F4E-C522773587E9}" srcOrd="0" destOrd="0" presId="urn:microsoft.com/office/officeart/2005/8/layout/vList2"/>
    <dgm:cxn modelId="{35A48CB6-9B22-4AA1-A9C7-E5287B4DC922}" type="presOf" srcId="{D8058A8F-E97E-449D-92A8-89A42315FC67}" destId="{76151F90-2DFF-49D3-BA2D-4BA52665D072}" srcOrd="0" destOrd="0" presId="urn:microsoft.com/office/officeart/2005/8/layout/vList2"/>
    <dgm:cxn modelId="{28CF55DC-DA10-4618-8E15-899DB64B6B06}" srcId="{F8C350DF-DC01-4D05-A070-BBA0B6A8199F}" destId="{3D61016D-DED7-4FCB-BFB4-71AFF11D94F9}" srcOrd="3" destOrd="0" parTransId="{D587A987-8C5A-42EB-9E86-00E769234479}" sibTransId="{A5AD3AD1-36B7-4ED2-B4DE-29ACE691A969}"/>
    <dgm:cxn modelId="{0465BF3D-7494-410A-B80D-1F659B6BDE51}" type="presOf" srcId="{B882E0D3-8147-462E-BB5A-96E7FC4E8E05}" destId="{00A0BE33-CC96-445D-A8A2-C482D3BBE1AF}" srcOrd="0" destOrd="0" presId="urn:microsoft.com/office/officeart/2005/8/layout/vList2"/>
    <dgm:cxn modelId="{C6F0079A-B4FE-4752-8123-AC476573BE75}" srcId="{F8C350DF-DC01-4D05-A070-BBA0B6A8199F}" destId="{D8058A8F-E97E-449D-92A8-89A42315FC67}" srcOrd="2" destOrd="0" parTransId="{C23D171A-5987-40AC-92F2-1FAFD66BD390}" sibTransId="{27A423F9-51C9-4ED2-AF57-FB4C93ED5003}"/>
    <dgm:cxn modelId="{EC900C1B-352F-42DB-B64C-F4C195436CAA}" type="presParOf" srcId="{372CEE3C-EE3A-4484-9F0C-CB322E018F1C}" destId="{00A0BE33-CC96-445D-A8A2-C482D3BBE1AF}" srcOrd="0" destOrd="0" presId="urn:microsoft.com/office/officeart/2005/8/layout/vList2"/>
    <dgm:cxn modelId="{5FD2680A-DA06-4979-AE67-F0E2F39D4B73}" type="presParOf" srcId="{372CEE3C-EE3A-4484-9F0C-CB322E018F1C}" destId="{FD1A06A6-596F-40A9-8FAB-EF8220A27975}" srcOrd="1" destOrd="0" presId="urn:microsoft.com/office/officeart/2005/8/layout/vList2"/>
    <dgm:cxn modelId="{9C16B7CC-7377-4368-B0FA-72278D755367}" type="presParOf" srcId="{372CEE3C-EE3A-4484-9F0C-CB322E018F1C}" destId="{BC3BAD33-EAC1-43E2-822A-47EFCF1A499C}" srcOrd="2" destOrd="0" presId="urn:microsoft.com/office/officeart/2005/8/layout/vList2"/>
    <dgm:cxn modelId="{EAFAAEB7-DB6B-41AB-9285-57F4F09CC3AE}" type="presParOf" srcId="{372CEE3C-EE3A-4484-9F0C-CB322E018F1C}" destId="{CB0290D3-3D68-4637-AE66-1D96EF2F082B}" srcOrd="3" destOrd="0" presId="urn:microsoft.com/office/officeart/2005/8/layout/vList2"/>
    <dgm:cxn modelId="{BD344BBD-295A-4C65-91E6-F37F663F5226}" type="presParOf" srcId="{372CEE3C-EE3A-4484-9F0C-CB322E018F1C}" destId="{76151F90-2DFF-49D3-BA2D-4BA52665D072}" srcOrd="4" destOrd="0" presId="urn:microsoft.com/office/officeart/2005/8/layout/vList2"/>
    <dgm:cxn modelId="{55DE6786-2219-4278-8147-D15CF836DE34}" type="presParOf" srcId="{372CEE3C-EE3A-4484-9F0C-CB322E018F1C}" destId="{CCCE356A-5ED2-471A-A2BF-479708E723A7}" srcOrd="5" destOrd="0" presId="urn:microsoft.com/office/officeart/2005/8/layout/vList2"/>
    <dgm:cxn modelId="{A938E7AB-E2CA-479F-BE39-B37C5A65914E}" type="presParOf" srcId="{372CEE3C-EE3A-4484-9F0C-CB322E018F1C}" destId="{30ABF569-4949-4EA8-BD4A-D3E04C3A70C8}" srcOrd="6" destOrd="0" presId="urn:microsoft.com/office/officeart/2005/8/layout/vList2"/>
    <dgm:cxn modelId="{FFDDC154-D5B9-41BE-B460-58E00F49F6AA}" type="presParOf" srcId="{372CEE3C-EE3A-4484-9F0C-CB322E018F1C}" destId="{6C0A15CF-C2DF-48B1-937C-14E7736CABED}" srcOrd="7" destOrd="0" presId="urn:microsoft.com/office/officeart/2005/8/layout/vList2"/>
    <dgm:cxn modelId="{96EDA16C-804A-4E0E-9F12-3B69E84C4DED}" type="presParOf" srcId="{372CEE3C-EE3A-4484-9F0C-CB322E018F1C}" destId="{A8E6541B-904B-4FF8-8F4E-C522773587E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0A0BE33-CC96-445D-A8A2-C482D3BBE1AF}">
      <dsp:nvSpPr>
        <dsp:cNvPr id="0" name=""/>
        <dsp:cNvSpPr/>
      </dsp:nvSpPr>
      <dsp:spPr>
        <a:xfrm>
          <a:off x="0" y="45033"/>
          <a:ext cx="6264870" cy="533300"/>
        </a:xfrm>
        <a:prstGeom prst="roundRect">
          <a:avLst/>
        </a:prstGeom>
        <a:solidFill>
          <a:srgbClr val="00B4B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1. </a:t>
          </a:r>
          <a:r>
            <a:rPr lang="zh-CN" altLang="en-US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设备管理概述</a:t>
          </a:r>
          <a:endParaRPr lang="zh-CN" altLang="en-US" sz="17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45033"/>
        <a:ext cx="6264870" cy="533300"/>
      </dsp:txXfrm>
    </dsp:sp>
    <dsp:sp modelId="{BC3BAD33-EAC1-43E2-822A-47EFCF1A499C}">
      <dsp:nvSpPr>
        <dsp:cNvPr id="0" name=""/>
        <dsp:cNvSpPr/>
      </dsp:nvSpPr>
      <dsp:spPr>
        <a:xfrm>
          <a:off x="0" y="627294"/>
          <a:ext cx="6264870" cy="533300"/>
        </a:xfrm>
        <a:prstGeom prst="roundRect">
          <a:avLst/>
        </a:prstGeom>
        <a:solidFill>
          <a:srgbClr val="00B4B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2. </a:t>
          </a: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I/O</a:t>
          </a:r>
          <a:r>
            <a:rPr lang="zh-CN" altLang="en-US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硬件组成</a:t>
          </a:r>
          <a:endParaRPr lang="zh-CN" altLang="en-US" sz="17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627294"/>
        <a:ext cx="6264870" cy="533300"/>
      </dsp:txXfrm>
    </dsp:sp>
    <dsp:sp modelId="{76151F90-2DFF-49D3-BA2D-4BA52665D072}">
      <dsp:nvSpPr>
        <dsp:cNvPr id="0" name=""/>
        <dsp:cNvSpPr/>
      </dsp:nvSpPr>
      <dsp:spPr>
        <a:xfrm>
          <a:off x="0" y="1209554"/>
          <a:ext cx="6264870" cy="533300"/>
        </a:xfrm>
        <a:prstGeom prst="roundRect">
          <a:avLst/>
        </a:prstGeom>
        <a:solidFill>
          <a:srgbClr val="00B4B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3. </a:t>
          </a: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I/O</a:t>
          </a:r>
          <a:r>
            <a:rPr lang="zh-CN" altLang="en-US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控制方式</a:t>
          </a:r>
          <a:endParaRPr lang="en-US" altLang="zh-CN" sz="1700" kern="1200" dirty="0" smtClean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1209554"/>
        <a:ext cx="6264870" cy="533300"/>
      </dsp:txXfrm>
    </dsp:sp>
    <dsp:sp modelId="{30ABF569-4949-4EA8-BD4A-D3E04C3A70C8}">
      <dsp:nvSpPr>
        <dsp:cNvPr id="0" name=""/>
        <dsp:cNvSpPr/>
      </dsp:nvSpPr>
      <dsp:spPr>
        <a:xfrm>
          <a:off x="0" y="1791815"/>
          <a:ext cx="6264870" cy="533300"/>
        </a:xfrm>
        <a:prstGeom prst="roundRect">
          <a:avLst/>
        </a:prstGeom>
        <a:solidFill>
          <a:srgbClr val="00B4B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4. </a:t>
          </a: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I/0</a:t>
          </a:r>
          <a:r>
            <a:rPr lang="zh-CN" altLang="en-US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软件组成</a:t>
          </a:r>
          <a:endParaRPr lang="zh-CN" altLang="en-US" sz="17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1791815"/>
        <a:ext cx="6264870" cy="533300"/>
      </dsp:txXfrm>
    </dsp:sp>
    <dsp:sp modelId="{A8E6541B-904B-4FF8-8F4E-C522773587E9}">
      <dsp:nvSpPr>
        <dsp:cNvPr id="0" name=""/>
        <dsp:cNvSpPr/>
      </dsp:nvSpPr>
      <dsp:spPr>
        <a:xfrm>
          <a:off x="0" y="2374075"/>
          <a:ext cx="6264870" cy="533300"/>
        </a:xfrm>
        <a:prstGeom prst="roundRect">
          <a:avLst/>
        </a:prstGeom>
        <a:solidFill>
          <a:srgbClr val="00B4B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5</a:t>
          </a: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.</a:t>
          </a:r>
          <a:r>
            <a:rPr lang="zh-CN" altLang="en-US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缓存技术</a:t>
          </a:r>
          <a:endParaRPr lang="zh-CN" altLang="en-US" sz="17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2374075"/>
        <a:ext cx="6264870" cy="53330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0A0BE33-CC96-445D-A8A2-C482D3BBE1AF}">
      <dsp:nvSpPr>
        <dsp:cNvPr id="0" name=""/>
        <dsp:cNvSpPr/>
      </dsp:nvSpPr>
      <dsp:spPr>
        <a:xfrm>
          <a:off x="0" y="45033"/>
          <a:ext cx="6264870" cy="533300"/>
        </a:xfrm>
        <a:prstGeom prst="roundRect">
          <a:avLst/>
        </a:prstGeom>
        <a:solidFill>
          <a:srgbClr val="00B4B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1. </a:t>
          </a:r>
          <a:r>
            <a:rPr lang="zh-CN" altLang="en-US" sz="1700" kern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设备管理概述</a:t>
          </a:r>
          <a:endParaRPr lang="zh-CN" altLang="en-US" sz="1700" kern="1200" dirty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45033"/>
        <a:ext cx="6264870" cy="533300"/>
      </dsp:txXfrm>
    </dsp:sp>
    <dsp:sp modelId="{BC3BAD33-EAC1-43E2-822A-47EFCF1A499C}">
      <dsp:nvSpPr>
        <dsp:cNvPr id="0" name=""/>
        <dsp:cNvSpPr/>
      </dsp:nvSpPr>
      <dsp:spPr>
        <a:xfrm>
          <a:off x="0" y="627294"/>
          <a:ext cx="6264870" cy="533300"/>
        </a:xfrm>
        <a:prstGeom prst="roundRect">
          <a:avLst/>
        </a:prstGeom>
        <a:solidFill>
          <a:srgbClr val="00B4B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2. </a:t>
          </a: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I/O</a:t>
          </a:r>
          <a:r>
            <a:rPr lang="zh-CN" altLang="en-US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硬件组成</a:t>
          </a:r>
          <a:endParaRPr lang="zh-CN" altLang="en-US" sz="17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627294"/>
        <a:ext cx="6264870" cy="533300"/>
      </dsp:txXfrm>
    </dsp:sp>
    <dsp:sp modelId="{76151F90-2DFF-49D3-BA2D-4BA52665D072}">
      <dsp:nvSpPr>
        <dsp:cNvPr id="0" name=""/>
        <dsp:cNvSpPr/>
      </dsp:nvSpPr>
      <dsp:spPr>
        <a:xfrm>
          <a:off x="0" y="1209554"/>
          <a:ext cx="6264870" cy="533300"/>
        </a:xfrm>
        <a:prstGeom prst="roundRect">
          <a:avLst/>
        </a:prstGeom>
        <a:solidFill>
          <a:srgbClr val="00B4B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3. </a:t>
          </a: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I/O</a:t>
          </a:r>
          <a:r>
            <a:rPr lang="zh-CN" altLang="en-US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控制方式</a:t>
          </a:r>
          <a:endParaRPr lang="en-US" altLang="zh-CN" sz="1700" kern="1200" dirty="0" smtClean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1209554"/>
        <a:ext cx="6264870" cy="533300"/>
      </dsp:txXfrm>
    </dsp:sp>
    <dsp:sp modelId="{30ABF569-4949-4EA8-BD4A-D3E04C3A70C8}">
      <dsp:nvSpPr>
        <dsp:cNvPr id="0" name=""/>
        <dsp:cNvSpPr/>
      </dsp:nvSpPr>
      <dsp:spPr>
        <a:xfrm>
          <a:off x="0" y="1791815"/>
          <a:ext cx="6264870" cy="533300"/>
        </a:xfrm>
        <a:prstGeom prst="roundRect">
          <a:avLst/>
        </a:prstGeom>
        <a:solidFill>
          <a:srgbClr val="00B4B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4. </a:t>
          </a: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I/0</a:t>
          </a:r>
          <a:r>
            <a:rPr lang="zh-CN" altLang="en-US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软件组成</a:t>
          </a:r>
          <a:endParaRPr lang="zh-CN" altLang="en-US" sz="17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1791815"/>
        <a:ext cx="6264870" cy="533300"/>
      </dsp:txXfrm>
    </dsp:sp>
    <dsp:sp modelId="{A8E6541B-904B-4FF8-8F4E-C522773587E9}">
      <dsp:nvSpPr>
        <dsp:cNvPr id="0" name=""/>
        <dsp:cNvSpPr/>
      </dsp:nvSpPr>
      <dsp:spPr>
        <a:xfrm>
          <a:off x="0" y="2374075"/>
          <a:ext cx="6264870" cy="533300"/>
        </a:xfrm>
        <a:prstGeom prst="roundRect">
          <a:avLst/>
        </a:prstGeom>
        <a:solidFill>
          <a:srgbClr val="00B4B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5</a:t>
          </a: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.</a:t>
          </a:r>
          <a:r>
            <a:rPr lang="zh-CN" altLang="en-US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缓存技术</a:t>
          </a:r>
          <a:endParaRPr lang="zh-CN" altLang="en-US" sz="17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2374075"/>
        <a:ext cx="6264870" cy="533300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0A0BE33-CC96-445D-A8A2-C482D3BBE1AF}">
      <dsp:nvSpPr>
        <dsp:cNvPr id="0" name=""/>
        <dsp:cNvSpPr/>
      </dsp:nvSpPr>
      <dsp:spPr>
        <a:xfrm>
          <a:off x="0" y="45033"/>
          <a:ext cx="6264870" cy="533300"/>
        </a:xfrm>
        <a:prstGeom prst="roundRect">
          <a:avLst/>
        </a:prstGeom>
        <a:solidFill>
          <a:srgbClr val="00B4B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1. </a:t>
          </a:r>
          <a:r>
            <a:rPr lang="zh-CN" altLang="en-US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设备管理概述</a:t>
          </a:r>
          <a:endParaRPr lang="zh-CN" altLang="en-US" sz="17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45033"/>
        <a:ext cx="6264870" cy="533300"/>
      </dsp:txXfrm>
    </dsp:sp>
    <dsp:sp modelId="{BC3BAD33-EAC1-43E2-822A-47EFCF1A499C}">
      <dsp:nvSpPr>
        <dsp:cNvPr id="0" name=""/>
        <dsp:cNvSpPr/>
      </dsp:nvSpPr>
      <dsp:spPr>
        <a:xfrm>
          <a:off x="0" y="627294"/>
          <a:ext cx="6264870" cy="533300"/>
        </a:xfrm>
        <a:prstGeom prst="roundRect">
          <a:avLst/>
        </a:prstGeom>
        <a:solidFill>
          <a:srgbClr val="00B4B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en-US" altLang="zh-CN" sz="1700" kern="12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. </a:t>
          </a:r>
          <a:r>
            <a:rPr lang="en-US" altLang="zh-CN" sz="1700" kern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I/O</a:t>
          </a:r>
          <a:r>
            <a:rPr lang="zh-CN" altLang="en-US" sz="1700" kern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硬件组成</a:t>
          </a:r>
          <a:endParaRPr lang="zh-CN" altLang="en-US" sz="1700" kern="1200" dirty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627294"/>
        <a:ext cx="6264870" cy="533300"/>
      </dsp:txXfrm>
    </dsp:sp>
    <dsp:sp modelId="{76151F90-2DFF-49D3-BA2D-4BA52665D072}">
      <dsp:nvSpPr>
        <dsp:cNvPr id="0" name=""/>
        <dsp:cNvSpPr/>
      </dsp:nvSpPr>
      <dsp:spPr>
        <a:xfrm>
          <a:off x="0" y="1209554"/>
          <a:ext cx="6264870" cy="533300"/>
        </a:xfrm>
        <a:prstGeom prst="roundRect">
          <a:avLst/>
        </a:prstGeom>
        <a:solidFill>
          <a:srgbClr val="00B4B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3. </a:t>
          </a: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I/O</a:t>
          </a:r>
          <a:r>
            <a:rPr lang="zh-CN" altLang="en-US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控制方式</a:t>
          </a:r>
          <a:endParaRPr lang="en-US" altLang="zh-CN" sz="1700" kern="1200" dirty="0" smtClean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1209554"/>
        <a:ext cx="6264870" cy="533300"/>
      </dsp:txXfrm>
    </dsp:sp>
    <dsp:sp modelId="{30ABF569-4949-4EA8-BD4A-D3E04C3A70C8}">
      <dsp:nvSpPr>
        <dsp:cNvPr id="0" name=""/>
        <dsp:cNvSpPr/>
      </dsp:nvSpPr>
      <dsp:spPr>
        <a:xfrm>
          <a:off x="0" y="1791815"/>
          <a:ext cx="6264870" cy="533300"/>
        </a:xfrm>
        <a:prstGeom prst="roundRect">
          <a:avLst/>
        </a:prstGeom>
        <a:solidFill>
          <a:srgbClr val="00B4B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4. </a:t>
          </a: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I/0</a:t>
          </a:r>
          <a:r>
            <a:rPr lang="zh-CN" altLang="en-US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软件组成</a:t>
          </a:r>
          <a:endParaRPr lang="zh-CN" altLang="en-US" sz="17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1791815"/>
        <a:ext cx="6264870" cy="533300"/>
      </dsp:txXfrm>
    </dsp:sp>
    <dsp:sp modelId="{A8E6541B-904B-4FF8-8F4E-C522773587E9}">
      <dsp:nvSpPr>
        <dsp:cNvPr id="0" name=""/>
        <dsp:cNvSpPr/>
      </dsp:nvSpPr>
      <dsp:spPr>
        <a:xfrm>
          <a:off x="0" y="2374075"/>
          <a:ext cx="6264870" cy="533300"/>
        </a:xfrm>
        <a:prstGeom prst="roundRect">
          <a:avLst/>
        </a:prstGeom>
        <a:solidFill>
          <a:srgbClr val="00B4B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5</a:t>
          </a: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.</a:t>
          </a:r>
          <a:r>
            <a:rPr lang="zh-CN" altLang="en-US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缓存技术</a:t>
          </a:r>
          <a:endParaRPr lang="zh-CN" altLang="en-US" sz="17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2374075"/>
        <a:ext cx="6264870" cy="533300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0A0BE33-CC96-445D-A8A2-C482D3BBE1AF}">
      <dsp:nvSpPr>
        <dsp:cNvPr id="0" name=""/>
        <dsp:cNvSpPr/>
      </dsp:nvSpPr>
      <dsp:spPr>
        <a:xfrm>
          <a:off x="0" y="45033"/>
          <a:ext cx="6264870" cy="533300"/>
        </a:xfrm>
        <a:prstGeom prst="roundRect">
          <a:avLst/>
        </a:prstGeom>
        <a:solidFill>
          <a:srgbClr val="00B4B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1. </a:t>
          </a:r>
          <a:r>
            <a:rPr lang="zh-CN" altLang="en-US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设备管理概述</a:t>
          </a:r>
          <a:endParaRPr lang="zh-CN" altLang="en-US" sz="17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45033"/>
        <a:ext cx="6264870" cy="533300"/>
      </dsp:txXfrm>
    </dsp:sp>
    <dsp:sp modelId="{BC3BAD33-EAC1-43E2-822A-47EFCF1A499C}">
      <dsp:nvSpPr>
        <dsp:cNvPr id="0" name=""/>
        <dsp:cNvSpPr/>
      </dsp:nvSpPr>
      <dsp:spPr>
        <a:xfrm>
          <a:off x="0" y="627294"/>
          <a:ext cx="6264870" cy="533300"/>
        </a:xfrm>
        <a:prstGeom prst="roundRect">
          <a:avLst/>
        </a:prstGeom>
        <a:solidFill>
          <a:srgbClr val="00B4B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2. </a:t>
          </a: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I/O</a:t>
          </a:r>
          <a:r>
            <a:rPr lang="zh-CN" altLang="en-US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硬件组成</a:t>
          </a:r>
          <a:endParaRPr lang="zh-CN" altLang="en-US" sz="17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627294"/>
        <a:ext cx="6264870" cy="533300"/>
      </dsp:txXfrm>
    </dsp:sp>
    <dsp:sp modelId="{76151F90-2DFF-49D3-BA2D-4BA52665D072}">
      <dsp:nvSpPr>
        <dsp:cNvPr id="0" name=""/>
        <dsp:cNvSpPr/>
      </dsp:nvSpPr>
      <dsp:spPr>
        <a:xfrm>
          <a:off x="0" y="1209554"/>
          <a:ext cx="6264870" cy="533300"/>
        </a:xfrm>
        <a:prstGeom prst="roundRect">
          <a:avLst/>
        </a:prstGeom>
        <a:solidFill>
          <a:srgbClr val="00B4B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3. </a:t>
          </a:r>
          <a:r>
            <a:rPr lang="en-US" altLang="zh-CN" sz="1700" kern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I/O</a:t>
          </a:r>
          <a:r>
            <a:rPr lang="zh-CN" altLang="en-US" sz="1700" kern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控制方式</a:t>
          </a:r>
          <a:endParaRPr lang="en-US" altLang="zh-CN" sz="1700" kern="1200" dirty="0" smtClean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1209554"/>
        <a:ext cx="6264870" cy="533300"/>
      </dsp:txXfrm>
    </dsp:sp>
    <dsp:sp modelId="{30ABF569-4949-4EA8-BD4A-D3E04C3A70C8}">
      <dsp:nvSpPr>
        <dsp:cNvPr id="0" name=""/>
        <dsp:cNvSpPr/>
      </dsp:nvSpPr>
      <dsp:spPr>
        <a:xfrm>
          <a:off x="0" y="1791815"/>
          <a:ext cx="6264870" cy="533300"/>
        </a:xfrm>
        <a:prstGeom prst="roundRect">
          <a:avLst/>
        </a:prstGeom>
        <a:solidFill>
          <a:srgbClr val="00B4B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4. </a:t>
          </a: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I/0</a:t>
          </a:r>
          <a:r>
            <a:rPr lang="zh-CN" altLang="en-US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软件组成</a:t>
          </a:r>
          <a:endParaRPr lang="zh-CN" altLang="en-US" sz="17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1791815"/>
        <a:ext cx="6264870" cy="533300"/>
      </dsp:txXfrm>
    </dsp:sp>
    <dsp:sp modelId="{A8E6541B-904B-4FF8-8F4E-C522773587E9}">
      <dsp:nvSpPr>
        <dsp:cNvPr id="0" name=""/>
        <dsp:cNvSpPr/>
      </dsp:nvSpPr>
      <dsp:spPr>
        <a:xfrm>
          <a:off x="0" y="2374075"/>
          <a:ext cx="6264870" cy="533300"/>
        </a:xfrm>
        <a:prstGeom prst="roundRect">
          <a:avLst/>
        </a:prstGeom>
        <a:solidFill>
          <a:srgbClr val="00B4B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5</a:t>
          </a: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.</a:t>
          </a:r>
          <a:r>
            <a:rPr lang="zh-CN" altLang="en-US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缓存技术</a:t>
          </a:r>
          <a:endParaRPr lang="zh-CN" altLang="en-US" sz="17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2374075"/>
        <a:ext cx="6264870" cy="533300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0A0BE33-CC96-445D-A8A2-C482D3BBE1AF}">
      <dsp:nvSpPr>
        <dsp:cNvPr id="0" name=""/>
        <dsp:cNvSpPr/>
      </dsp:nvSpPr>
      <dsp:spPr>
        <a:xfrm>
          <a:off x="0" y="45033"/>
          <a:ext cx="6264870" cy="533300"/>
        </a:xfrm>
        <a:prstGeom prst="roundRect">
          <a:avLst/>
        </a:prstGeom>
        <a:solidFill>
          <a:srgbClr val="00B4B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1. </a:t>
          </a:r>
          <a:r>
            <a:rPr lang="zh-CN" altLang="en-US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设备管理概述</a:t>
          </a:r>
          <a:endParaRPr lang="zh-CN" altLang="en-US" sz="17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45033"/>
        <a:ext cx="6264870" cy="533300"/>
      </dsp:txXfrm>
    </dsp:sp>
    <dsp:sp modelId="{BC3BAD33-EAC1-43E2-822A-47EFCF1A499C}">
      <dsp:nvSpPr>
        <dsp:cNvPr id="0" name=""/>
        <dsp:cNvSpPr/>
      </dsp:nvSpPr>
      <dsp:spPr>
        <a:xfrm>
          <a:off x="0" y="627294"/>
          <a:ext cx="6264870" cy="533300"/>
        </a:xfrm>
        <a:prstGeom prst="roundRect">
          <a:avLst/>
        </a:prstGeom>
        <a:solidFill>
          <a:srgbClr val="00B4B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2. </a:t>
          </a: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I/O</a:t>
          </a:r>
          <a:r>
            <a:rPr lang="zh-CN" altLang="en-US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硬件组成</a:t>
          </a:r>
          <a:endParaRPr lang="zh-CN" altLang="en-US" sz="17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627294"/>
        <a:ext cx="6264870" cy="533300"/>
      </dsp:txXfrm>
    </dsp:sp>
    <dsp:sp modelId="{76151F90-2DFF-49D3-BA2D-4BA52665D072}">
      <dsp:nvSpPr>
        <dsp:cNvPr id="0" name=""/>
        <dsp:cNvSpPr/>
      </dsp:nvSpPr>
      <dsp:spPr>
        <a:xfrm>
          <a:off x="0" y="1209554"/>
          <a:ext cx="6264870" cy="533300"/>
        </a:xfrm>
        <a:prstGeom prst="roundRect">
          <a:avLst/>
        </a:prstGeom>
        <a:solidFill>
          <a:srgbClr val="00B4B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3. </a:t>
          </a: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I/O</a:t>
          </a:r>
          <a:r>
            <a:rPr lang="zh-CN" altLang="en-US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控制方式</a:t>
          </a:r>
          <a:endParaRPr lang="en-US" altLang="zh-CN" sz="1700" kern="1200" dirty="0" smtClean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1209554"/>
        <a:ext cx="6264870" cy="533300"/>
      </dsp:txXfrm>
    </dsp:sp>
    <dsp:sp modelId="{30ABF569-4949-4EA8-BD4A-D3E04C3A70C8}">
      <dsp:nvSpPr>
        <dsp:cNvPr id="0" name=""/>
        <dsp:cNvSpPr/>
      </dsp:nvSpPr>
      <dsp:spPr>
        <a:xfrm>
          <a:off x="0" y="1791815"/>
          <a:ext cx="6264870" cy="533300"/>
        </a:xfrm>
        <a:prstGeom prst="roundRect">
          <a:avLst/>
        </a:prstGeom>
        <a:solidFill>
          <a:srgbClr val="00B4B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4. </a:t>
          </a:r>
          <a:r>
            <a:rPr lang="en-US" altLang="zh-CN" sz="1700" kern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I/0</a:t>
          </a:r>
          <a:r>
            <a:rPr lang="zh-CN" altLang="en-US" sz="1700" kern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软件组成</a:t>
          </a:r>
          <a:endParaRPr lang="zh-CN" altLang="en-US" sz="1700" kern="1200" dirty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1791815"/>
        <a:ext cx="6264870" cy="533300"/>
      </dsp:txXfrm>
    </dsp:sp>
    <dsp:sp modelId="{A8E6541B-904B-4FF8-8F4E-C522773587E9}">
      <dsp:nvSpPr>
        <dsp:cNvPr id="0" name=""/>
        <dsp:cNvSpPr/>
      </dsp:nvSpPr>
      <dsp:spPr>
        <a:xfrm>
          <a:off x="0" y="2374075"/>
          <a:ext cx="6264870" cy="533300"/>
        </a:xfrm>
        <a:prstGeom prst="roundRect">
          <a:avLst/>
        </a:prstGeom>
        <a:solidFill>
          <a:srgbClr val="00B4B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5</a:t>
          </a: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.</a:t>
          </a:r>
          <a:r>
            <a:rPr lang="zh-CN" altLang="en-US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缓存技术</a:t>
          </a:r>
          <a:endParaRPr lang="zh-CN" altLang="en-US" sz="17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2374075"/>
        <a:ext cx="6264870" cy="533300"/>
      </dsp:txXfrm>
    </dsp:sp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0A0BE33-CC96-445D-A8A2-C482D3BBE1AF}">
      <dsp:nvSpPr>
        <dsp:cNvPr id="0" name=""/>
        <dsp:cNvSpPr/>
      </dsp:nvSpPr>
      <dsp:spPr>
        <a:xfrm>
          <a:off x="0" y="45033"/>
          <a:ext cx="6264870" cy="533300"/>
        </a:xfrm>
        <a:prstGeom prst="roundRect">
          <a:avLst/>
        </a:prstGeom>
        <a:solidFill>
          <a:srgbClr val="00B4B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1. </a:t>
          </a:r>
          <a:r>
            <a:rPr lang="zh-CN" altLang="en-US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设备管理概述</a:t>
          </a:r>
          <a:endParaRPr lang="zh-CN" altLang="en-US" sz="17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45033"/>
        <a:ext cx="6264870" cy="533300"/>
      </dsp:txXfrm>
    </dsp:sp>
    <dsp:sp modelId="{BC3BAD33-EAC1-43E2-822A-47EFCF1A499C}">
      <dsp:nvSpPr>
        <dsp:cNvPr id="0" name=""/>
        <dsp:cNvSpPr/>
      </dsp:nvSpPr>
      <dsp:spPr>
        <a:xfrm>
          <a:off x="0" y="627294"/>
          <a:ext cx="6264870" cy="533300"/>
        </a:xfrm>
        <a:prstGeom prst="roundRect">
          <a:avLst/>
        </a:prstGeom>
        <a:solidFill>
          <a:srgbClr val="00B4B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2. </a:t>
          </a: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I/O</a:t>
          </a:r>
          <a:r>
            <a:rPr lang="zh-CN" altLang="en-US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硬件组成</a:t>
          </a:r>
          <a:endParaRPr lang="zh-CN" altLang="en-US" sz="17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627294"/>
        <a:ext cx="6264870" cy="533300"/>
      </dsp:txXfrm>
    </dsp:sp>
    <dsp:sp modelId="{76151F90-2DFF-49D3-BA2D-4BA52665D072}">
      <dsp:nvSpPr>
        <dsp:cNvPr id="0" name=""/>
        <dsp:cNvSpPr/>
      </dsp:nvSpPr>
      <dsp:spPr>
        <a:xfrm>
          <a:off x="0" y="1209554"/>
          <a:ext cx="6264870" cy="533300"/>
        </a:xfrm>
        <a:prstGeom prst="roundRect">
          <a:avLst/>
        </a:prstGeom>
        <a:solidFill>
          <a:srgbClr val="00B4B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3. </a:t>
          </a: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I/O</a:t>
          </a:r>
          <a:r>
            <a:rPr lang="zh-CN" altLang="en-US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控制方式</a:t>
          </a:r>
          <a:endParaRPr lang="en-US" altLang="zh-CN" sz="1700" kern="1200" dirty="0" smtClean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1209554"/>
        <a:ext cx="6264870" cy="533300"/>
      </dsp:txXfrm>
    </dsp:sp>
    <dsp:sp modelId="{30ABF569-4949-4EA8-BD4A-D3E04C3A70C8}">
      <dsp:nvSpPr>
        <dsp:cNvPr id="0" name=""/>
        <dsp:cNvSpPr/>
      </dsp:nvSpPr>
      <dsp:spPr>
        <a:xfrm>
          <a:off x="0" y="1791815"/>
          <a:ext cx="6264870" cy="533300"/>
        </a:xfrm>
        <a:prstGeom prst="roundRect">
          <a:avLst/>
        </a:prstGeom>
        <a:solidFill>
          <a:srgbClr val="00B4B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4. </a:t>
          </a: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I/0</a:t>
          </a:r>
          <a:r>
            <a:rPr lang="zh-CN" altLang="en-US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软件组成</a:t>
          </a:r>
          <a:endParaRPr lang="zh-CN" altLang="en-US" sz="17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1791815"/>
        <a:ext cx="6264870" cy="533300"/>
      </dsp:txXfrm>
    </dsp:sp>
    <dsp:sp modelId="{A8E6541B-904B-4FF8-8F4E-C522773587E9}">
      <dsp:nvSpPr>
        <dsp:cNvPr id="0" name=""/>
        <dsp:cNvSpPr/>
      </dsp:nvSpPr>
      <dsp:spPr>
        <a:xfrm>
          <a:off x="0" y="2374075"/>
          <a:ext cx="6264870" cy="533300"/>
        </a:xfrm>
        <a:prstGeom prst="roundRect">
          <a:avLst/>
        </a:prstGeom>
        <a:solidFill>
          <a:srgbClr val="00B4B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5</a:t>
          </a:r>
          <a:r>
            <a:rPr lang="en-US" altLang="zh-CN" sz="17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.</a:t>
          </a:r>
          <a:r>
            <a:rPr lang="zh-CN" altLang="en-US" sz="1700" kern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缓存技术</a:t>
          </a:r>
          <a:endParaRPr lang="zh-CN" altLang="en-US" sz="1700" kern="1200" dirty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2374075"/>
        <a:ext cx="6264870" cy="5333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65DB8-FA0D-440F-B398-9BC78DBFDA2E}" type="datetimeFigureOut">
              <a:rPr lang="zh-CN" altLang="en-US" smtClean="0"/>
              <a:pPr/>
              <a:t>2018-3-18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892A77-C51A-4386-A561-B02F24A4683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456115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050925" y="754063"/>
            <a:ext cx="4572000" cy="3294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sp>
      <p:sp>
        <p:nvSpPr>
          <p:cNvPr id="4099" name="Rectangle 3"/>
          <p:cNvSpPr>
            <a:spLocks noGrp="1" noChangeArrowheads="1"/>
          </p:cNvSpPr>
          <p:nvPr/>
        </p:nvSpPr>
        <p:spPr bwMode="auto">
          <a:xfrm>
            <a:off x="538163" y="4387850"/>
            <a:ext cx="5780087" cy="395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defTabSz="0">
              <a:spcBef>
                <a:spcPct val="30000"/>
              </a:spcBef>
            </a:pPr>
            <a:r>
              <a:rPr lang="zh-CN" sz="1200"/>
              <a:t>单击此处编辑母版文本样式</a:t>
            </a:r>
          </a:p>
          <a:p>
            <a:pPr defTabSz="0">
              <a:spcBef>
                <a:spcPct val="30000"/>
              </a:spcBef>
            </a:pPr>
            <a:r>
              <a:rPr lang="zh-CN" sz="1200"/>
              <a:t>第二级</a:t>
            </a:r>
          </a:p>
          <a:p>
            <a:pPr defTabSz="0">
              <a:spcBef>
                <a:spcPct val="30000"/>
              </a:spcBef>
            </a:pPr>
            <a:r>
              <a:rPr lang="zh-CN" sz="1200"/>
              <a:t>第三级</a:t>
            </a:r>
          </a:p>
          <a:p>
            <a:pPr defTabSz="0">
              <a:spcBef>
                <a:spcPct val="30000"/>
              </a:spcBef>
            </a:pPr>
            <a:r>
              <a:rPr lang="zh-CN" sz="1200"/>
              <a:t>第四级</a:t>
            </a:r>
          </a:p>
          <a:p>
            <a:pPr defTabSz="0">
              <a:spcBef>
                <a:spcPct val="30000"/>
              </a:spcBef>
            </a:pPr>
            <a:r>
              <a:rPr lang="zh-CN" sz="1200"/>
              <a:t>第五级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33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6800"/>
            <a:ext cx="29733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55187248-0BC4-403D-9C20-7860641B875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8609476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93250A-6B3A-401B-9DDB-41A9EB5B817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93250A-6B3A-401B-9DDB-41A9EB5B817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93250A-6B3A-401B-9DDB-41A9EB5B817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93250A-6B3A-401B-9DDB-41A9EB5B817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93250A-6B3A-401B-9DDB-41A9EB5B817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93250A-6B3A-401B-9DDB-41A9EB5B817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93250A-6B3A-401B-9DDB-41A9EB5B817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93250A-6B3A-401B-9DDB-41A9EB5B817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93250A-6B3A-401B-9DDB-41A9EB5B817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93250A-6B3A-401B-9DDB-41A9EB5B817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93250A-6B3A-401B-9DDB-41A9EB5B817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 bwMode="auto">
          <a:xfrm>
            <a:off x="108000" y="5209988"/>
            <a:ext cx="8928000" cy="153000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7" name="单圆角矩形 6"/>
          <p:cNvSpPr/>
          <p:nvPr/>
        </p:nvSpPr>
        <p:spPr bwMode="auto">
          <a:xfrm flipH="1">
            <a:off x="107380" y="114080"/>
            <a:ext cx="8933688" cy="5043160"/>
          </a:xfrm>
          <a:prstGeom prst="round1Rect">
            <a:avLst>
              <a:gd name="adj" fmla="val 7743"/>
            </a:avLst>
          </a:prstGeom>
          <a:solidFill>
            <a:srgbClr val="00B2BE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 flipH="1">
            <a:off x="107380" y="5157240"/>
            <a:ext cx="8933688" cy="45720"/>
          </a:xfrm>
          <a:prstGeom prst="rect">
            <a:avLst/>
          </a:prstGeom>
          <a:solidFill>
            <a:srgbClr val="FFA50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732300" y="5674269"/>
            <a:ext cx="1800250" cy="716859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236992" y="5715096"/>
            <a:ext cx="2819664" cy="654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让能源的使用更智慧</a:t>
            </a:r>
            <a:endParaRPr lang="en-US" altLang="zh-CN" sz="2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5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Make Energy Usage Smarter</a:t>
            </a:r>
            <a:endParaRPr lang="zh-CN" altLang="zh-CN" sz="1450" kern="12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626546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第二级</a:t>
            </a:r>
          </a:p>
          <a:p>
            <a:pPr lvl="2"/>
            <a:r>
              <a:rPr kumimoji="1" lang="zh-CN" altLang="en-US" smtClean="0"/>
              <a:t>第三级</a:t>
            </a:r>
          </a:p>
          <a:p>
            <a:pPr lvl="3"/>
            <a:r>
              <a:rPr kumimoji="1" lang="zh-CN" altLang="en-US" smtClean="0"/>
              <a:t>第四级</a:t>
            </a:r>
          </a:p>
          <a:p>
            <a:pPr lvl="4"/>
            <a:r>
              <a:rPr kumimoji="1" lang="zh-CN" altLang="en-US" smtClean="0"/>
              <a:t>第五级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A7D386A-E14B-9942-99B3-820B3A8E0984}" type="datetimeFigureOut">
              <a:rPr kumimoji="1" lang="zh-CN" altLang="en-US" smtClean="0"/>
              <a:pPr/>
              <a:t>2018-3-18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9B642DF-0946-6F49-B288-C49AD47366E0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091314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0248933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131080" cy="489992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ea typeface="微软雅黑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8632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ea typeface="微软雅黑"/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ea typeface="微软雅黑"/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ea typeface="微软雅黑"/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ea typeface="微软雅黑"/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65000"/>
                    <a:lumOff val="35000"/>
                  </a:schemeClr>
                </a:solidFill>
                <a:ea typeface="微软雅黑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9290706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1</a:t>
            </a:r>
            <a:endParaRPr lang="zh-CN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0B43A77-5382-4288-B716-9A7AE84CD6B0}" type="slidenum">
              <a:rPr lang="zh-CN" altLang="en-US"/>
              <a:pPr/>
              <a:t>‹#›</a:t>
            </a:fld>
            <a:endParaRPr lang="zh-CN" altLang="en-US" sz="1800" dirty="0">
              <a:latin typeface="+mn-lt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158204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93250A-6B3A-401B-9DDB-41A9EB5B817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225480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93250A-6B3A-401B-9DDB-41A9EB5B817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5051306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93250A-6B3A-401B-9DDB-41A9EB5B817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2059598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93250A-6B3A-401B-9DDB-41A9EB5B817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65260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93250A-6B3A-401B-9DDB-41A9EB5B817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5034918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93250A-6B3A-401B-9DDB-41A9EB5B817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2865361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93250A-6B3A-401B-9DDB-41A9EB5B817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9153225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93250A-6B3A-401B-9DDB-41A9EB5B817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4130112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93250A-6B3A-401B-9DDB-41A9EB5B817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6524534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93250A-6B3A-401B-9DDB-41A9EB5B817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359470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93250A-6B3A-401B-9DDB-41A9EB5B817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849953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2" descr="007 副本.jpg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 bwMode="auto">
          <a:xfrm>
            <a:off x="108000" y="4214818"/>
            <a:ext cx="8928000" cy="2571182"/>
          </a:xfrm>
          <a:prstGeom prst="rect">
            <a:avLst/>
          </a:prstGeom>
          <a:solidFill>
            <a:srgbClr val="6A838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108000" y="108000"/>
            <a:ext cx="8928000" cy="4106818"/>
          </a:xfrm>
          <a:prstGeom prst="rect">
            <a:avLst/>
          </a:prstGeom>
          <a:gradFill flip="none" rotWithShape="1">
            <a:gsLst>
              <a:gs pos="0">
                <a:srgbClr val="6A8384">
                  <a:tint val="66000"/>
                  <a:satMod val="160000"/>
                </a:srgbClr>
              </a:gs>
              <a:gs pos="50000">
                <a:srgbClr val="6A8384">
                  <a:tint val="44500"/>
                  <a:satMod val="160000"/>
                </a:srgbClr>
              </a:gs>
              <a:gs pos="100000">
                <a:srgbClr val="6A8384">
                  <a:tint val="23500"/>
                  <a:satMod val="160000"/>
                </a:srgbClr>
              </a:gs>
            </a:gsLst>
            <a:lin ang="81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993516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49" r:id="rId3"/>
  </p:sldLayoutIdLst>
  <p:hf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 bwMode="auto">
          <a:xfrm>
            <a:off x="108000" y="1018700"/>
            <a:ext cx="8928000" cy="572276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108000" y="908650"/>
            <a:ext cx="6840330" cy="45719"/>
          </a:xfrm>
          <a:prstGeom prst="rect">
            <a:avLst/>
          </a:prstGeom>
          <a:solidFill>
            <a:srgbClr val="00A5B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20340" y="507082"/>
            <a:ext cx="1872260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50" dirty="0" smtClean="0">
                <a:solidFill>
                  <a:srgbClr val="00A5B2"/>
                </a:solidFill>
                <a:latin typeface="Calibri" pitchFamily="34" charset="0"/>
                <a:cs typeface="Calibri" pitchFamily="34" charset="0"/>
              </a:rPr>
              <a:t>www.accuenergy.com.cn</a:t>
            </a:r>
            <a:endParaRPr lang="zh-CN" altLang="en-US" sz="1250" dirty="0">
              <a:solidFill>
                <a:srgbClr val="00A5B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 flipH="1">
            <a:off x="7092350" y="908650"/>
            <a:ext cx="1944270" cy="45719"/>
          </a:xfrm>
          <a:prstGeom prst="rect">
            <a:avLst/>
          </a:prstGeom>
          <a:solidFill>
            <a:srgbClr val="FFA50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2" name="平行四边形 1"/>
          <p:cNvSpPr/>
          <p:nvPr/>
        </p:nvSpPr>
        <p:spPr bwMode="auto">
          <a:xfrm>
            <a:off x="7013230" y="908650"/>
            <a:ext cx="144020" cy="45719"/>
          </a:xfrm>
          <a:prstGeom prst="parallelogram">
            <a:avLst/>
          </a:prstGeom>
          <a:solidFill>
            <a:srgbClr val="FFA5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9" name="平行四边形 8"/>
          <p:cNvSpPr/>
          <p:nvPr/>
        </p:nvSpPr>
        <p:spPr bwMode="auto">
          <a:xfrm>
            <a:off x="6838344" y="908650"/>
            <a:ext cx="144020" cy="45719"/>
          </a:xfrm>
          <a:prstGeom prst="parallelogram">
            <a:avLst/>
          </a:prstGeom>
          <a:solidFill>
            <a:srgbClr val="00A8B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pic>
        <p:nvPicPr>
          <p:cNvPr id="10" name="Picture 1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7117314" y="260560"/>
            <a:ext cx="1681931" cy="2791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242312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</p:sldLayoutIdLst>
  <p:timing>
    <p:tnLst>
      <p:par>
        <p:cTn id="1" dur="indefinite" restart="never" nodeType="tmRoot"/>
      </p:par>
    </p:tnLst>
  </p:timing>
  <p:hf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  <a:sym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  <a:ea typeface="微软雅黑" pitchFamily="34" charset="-122"/>
          <a:sym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  <a:ea typeface="微软雅黑" pitchFamily="34" charset="-122"/>
          <a:sym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  <a:ea typeface="微软雅黑" pitchFamily="34" charset="-122"/>
          <a:sym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  <a:ea typeface="微软雅黑" pitchFamily="34" charset="-122"/>
          <a:sym typeface="Arial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  <a:ea typeface="微软雅黑" pitchFamily="34" charset="-122"/>
          <a:sym typeface="Arial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  <a:ea typeface="微软雅黑" pitchFamily="34" charset="-122"/>
          <a:sym typeface="Arial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  <a:ea typeface="微软雅黑" pitchFamily="34" charset="-122"/>
          <a:sym typeface="Arial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34" charset="0"/>
          <a:ea typeface="微软雅黑" pitchFamily="34" charset="-122"/>
          <a:sym typeface="Arial" pitchFamily="34" charset="0"/>
        </a:defRPr>
      </a:lvl9pPr>
    </p:titleStyle>
    <p:bodyStyle>
      <a:lvl1pPr marL="342900" indent="-342900" algn="l" defTabSz="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1pPr>
      <a:lvl2pPr marL="742950" indent="-285750" algn="l" defTabSz="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>
          <a:solidFill>
            <a:schemeClr val="tx1"/>
          </a:solidFill>
          <a:latin typeface="+mn-lt"/>
          <a:ea typeface="+mn-ea"/>
          <a:sym typeface="Arial" pitchFamily="34" charset="0"/>
        </a:defRPr>
      </a:lvl2pPr>
      <a:lvl3pPr marL="1143000" indent="-228600" algn="l" defTabSz="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1600">
          <a:solidFill>
            <a:schemeClr val="tx1"/>
          </a:solidFill>
          <a:latin typeface="+mn-lt"/>
          <a:ea typeface="+mn-ea"/>
          <a:sym typeface="Arial" pitchFamily="34" charset="0"/>
        </a:defRPr>
      </a:lvl3pPr>
      <a:lvl4pPr marL="1600200" indent="-228600" algn="l" defTabSz="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1400">
          <a:solidFill>
            <a:schemeClr val="tx1"/>
          </a:solidFill>
          <a:latin typeface="+mn-lt"/>
          <a:ea typeface="+mn-ea"/>
          <a:sym typeface="Arial" pitchFamily="34" charset="0"/>
        </a:defRPr>
      </a:lvl4pPr>
      <a:lvl5pPr marL="2057400" indent="-228600" algn="l" defTabSz="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400">
          <a:solidFill>
            <a:schemeClr val="tx1"/>
          </a:solidFill>
          <a:latin typeface="+mn-lt"/>
          <a:ea typeface="+mn-ea"/>
          <a:sym typeface="Arial" pitchFamily="34" charset="0"/>
        </a:defRPr>
      </a:lvl5pPr>
      <a:lvl6pPr marL="2514600" indent="-228600" algn="l" defTabSz="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400">
          <a:solidFill>
            <a:schemeClr val="tx1"/>
          </a:solidFill>
          <a:latin typeface="+mn-lt"/>
          <a:ea typeface="+mn-ea"/>
          <a:sym typeface="Arial" pitchFamily="34" charset="0"/>
        </a:defRPr>
      </a:lvl6pPr>
      <a:lvl7pPr marL="2971800" indent="-228600" algn="l" defTabSz="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400">
          <a:solidFill>
            <a:schemeClr val="tx1"/>
          </a:solidFill>
          <a:latin typeface="+mn-lt"/>
          <a:ea typeface="+mn-ea"/>
          <a:sym typeface="Arial" pitchFamily="34" charset="0"/>
        </a:defRPr>
      </a:lvl7pPr>
      <a:lvl8pPr marL="3429000" indent="-228600" algn="l" defTabSz="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400">
          <a:solidFill>
            <a:schemeClr val="tx1"/>
          </a:solidFill>
          <a:latin typeface="+mn-lt"/>
          <a:ea typeface="+mn-ea"/>
          <a:sym typeface="Arial" pitchFamily="34" charset="0"/>
        </a:defRPr>
      </a:lvl8pPr>
      <a:lvl9pPr marL="3886200" indent="-228600" algn="l" defTabSz="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400">
          <a:solidFill>
            <a:schemeClr val="tx1"/>
          </a:solidFill>
          <a:latin typeface="+mn-lt"/>
          <a:ea typeface="+mn-ea"/>
          <a:sym typeface="Arial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108000" y="121080"/>
            <a:ext cx="8928000" cy="405431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108000" y="4193632"/>
            <a:ext cx="8928000" cy="2571182"/>
          </a:xfrm>
          <a:prstGeom prst="rect">
            <a:avLst/>
          </a:prstGeom>
          <a:solidFill>
            <a:srgbClr val="00A5B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108000" y="4175390"/>
            <a:ext cx="8928000" cy="45720"/>
          </a:xfrm>
          <a:prstGeom prst="rect">
            <a:avLst/>
          </a:prstGeom>
          <a:solidFill>
            <a:srgbClr val="FFA5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83452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iming>
    <p:tnLst>
      <p:par>
        <p:cTn id="1" dur="indefinite" restart="never" nodeType="tmRoot"/>
      </p:par>
    </p:tnLst>
  </p:timing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file:///E:\Project%20Group\Root%20Mean%20Square%20Algorithm\Project%20Output\&#21457;&#24067;&#31243;&#24207;\2018%2003%2008\AcuvimII_232_377_20180308\AcuvimII_232_377_20180308\Acuvim%20_II_IAR.eww" TargetMode="Externa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file:///E:\Project%20Group\ADC%20DMA%20Drive%20Debug\1.&#26041;&#26696;&#24635;&#32467;\&#31243;&#24207;&#20195;&#30721;\4.PIT&#35302;&#21457;ADC&#65288;&#21333;&#36890;&#36947;&#65289;+DMA&#25209;&#37327;&#25968;&#25454;\PIT&#35302;&#21457;ADC&#65288;&#21333;&#36890;&#36947;&#65289;+DMA&#25968;&#25454;&#25644;&#36816;\Acuvim%20_II_IAR.eww" TargetMode="Externa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file:///E:\Project%20Group\ADC%20DMA%20Drive%20Debug\Project%20Output\Source%20Code\AcuvimII_IAR_DMA\AcuvimII_IAR.eww" TargetMode="Externa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857224" y="692696"/>
            <a:ext cx="7286676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操作系统基础（三）</a:t>
            </a:r>
            <a:endParaRPr lang="en-US" altLang="zh-CN" sz="5400" dirty="0" smtClean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/>
              <a:ea typeface="微软雅黑"/>
              <a:cs typeface="微软雅黑"/>
            </a:endParaRPr>
          </a:p>
          <a:p>
            <a:pPr algn="ctr"/>
            <a:r>
              <a:rPr lang="en-US" altLang="zh-CN" sz="400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				</a:t>
            </a:r>
          </a:p>
          <a:p>
            <a:pPr algn="ctr"/>
            <a:r>
              <a:rPr lang="en-US" altLang="zh-CN" sz="400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			        ——</a:t>
            </a:r>
            <a:r>
              <a:rPr lang="zh-CN" altLang="en-US" sz="400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设备管理</a:t>
            </a:r>
            <a:endParaRPr lang="zh-CN" altLang="en-US" sz="40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3094276" y="4077090"/>
            <a:ext cx="29646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2018</a:t>
            </a:r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年</a:t>
            </a:r>
            <a:r>
              <a:rPr lang="en-US" altLang="zh-CN" sz="200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3</a:t>
            </a:r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月</a:t>
            </a:r>
            <a:r>
              <a:rPr lang="en-US" altLang="zh-CN" sz="200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21</a:t>
            </a:r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日</a:t>
            </a:r>
            <a:endParaRPr lang="en-US" altLang="zh-CN" sz="2000" dirty="0" smtClean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研发中心</a:t>
            </a:r>
            <a:endParaRPr lang="zh-CN" altLang="en-US" sz="20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graphicFrame>
        <p:nvGraphicFramePr>
          <p:cNvPr id="16" name="图示 15"/>
          <p:cNvGraphicFramePr/>
          <p:nvPr>
            <p:extLst>
              <p:ext uri="{D42A27DB-BD31-4B8C-83A1-F6EECF244321}">
                <p14:modId xmlns:p14="http://schemas.microsoft.com/office/powerpoint/2010/main" xmlns="" val="1394495523"/>
              </p:ext>
            </p:extLst>
          </p:nvPr>
        </p:nvGraphicFramePr>
        <p:xfrm>
          <a:off x="611450" y="1412720"/>
          <a:ext cx="6264870" cy="29524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2542360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graphicFrame>
        <p:nvGraphicFramePr>
          <p:cNvPr id="7" name="图示 6"/>
          <p:cNvGraphicFramePr/>
          <p:nvPr>
            <p:extLst>
              <p:ext uri="{D42A27DB-BD31-4B8C-83A1-F6EECF244321}">
                <p14:modId xmlns:p14="http://schemas.microsoft.com/office/powerpoint/2010/main" xmlns="" val="1394495523"/>
              </p:ext>
            </p:extLst>
          </p:nvPr>
        </p:nvGraphicFramePr>
        <p:xfrm>
          <a:off x="611450" y="1412720"/>
          <a:ext cx="6264870" cy="29524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2542360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什么是设备管理</a:t>
            </a:r>
            <a:endParaRPr lang="zh-CN" altLang="en-US" dirty="0"/>
          </a:p>
        </p:txBody>
      </p:sp>
      <p:pic>
        <p:nvPicPr>
          <p:cNvPr id="6" name="内容占位符 5" descr="IO系统结构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51520" y="1052736"/>
            <a:ext cx="8640960" cy="5805264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什么是设备管理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设备管理：是指计算机系统对除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CPU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和内存以外的所有输入、输出设备的管理。</a:t>
            </a: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设备管理不但要管理实际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I/O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操作的设备（如磁盘机、打印机），还要管理诸如设备控制器、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DMA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控制器、中断控制器等支持设备。</a:t>
            </a:r>
            <a:endParaRPr lang="zh-CN" altLang="en-US" sz="2400" dirty="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为什么进行设备管理</a:t>
            </a:r>
            <a:endParaRPr lang="zh-CN" altLang="en-US" dirty="0"/>
          </a:p>
        </p:txBody>
      </p:sp>
      <p:pic>
        <p:nvPicPr>
          <p:cNvPr id="8" name="内容占位符 7" descr="不同设备速度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9512" y="980728"/>
            <a:ext cx="3751296" cy="5877271"/>
          </a:xfrm>
        </p:spPr>
      </p:pic>
      <p:sp>
        <p:nvSpPr>
          <p:cNvPr id="10" name="矩形 9"/>
          <p:cNvSpPr/>
          <p:nvPr/>
        </p:nvSpPr>
        <p:spPr>
          <a:xfrm>
            <a:off x="4284024" y="1673805"/>
            <a:ext cx="4608512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2800" dirty="0" smtClean="0"/>
              <a:t>1.</a:t>
            </a:r>
            <a:r>
              <a:rPr lang="zh-CN" altLang="en-US" sz="2800" dirty="0" smtClean="0"/>
              <a:t>计算机使用着大量的不同设备（资源多）</a:t>
            </a:r>
            <a:endParaRPr lang="zh-CN" altLang="en-US" sz="2800" dirty="0"/>
          </a:p>
        </p:txBody>
      </p:sp>
      <p:sp>
        <p:nvSpPr>
          <p:cNvPr id="11" name="矩形 10"/>
          <p:cNvSpPr/>
          <p:nvPr/>
        </p:nvSpPr>
        <p:spPr>
          <a:xfrm>
            <a:off x="4284024" y="3429000"/>
            <a:ext cx="4608512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2800" dirty="0" smtClean="0"/>
              <a:t>2.</a:t>
            </a:r>
            <a:r>
              <a:rPr lang="zh-CN" altLang="en-US" sz="2800" dirty="0" smtClean="0"/>
              <a:t>设备应用特点也大不相同（资源杂）</a:t>
            </a:r>
            <a:endParaRPr lang="zh-CN" altLang="en-US" sz="2800" dirty="0"/>
          </a:p>
        </p:txBody>
      </p:sp>
      <p:sp>
        <p:nvSpPr>
          <p:cNvPr id="12" name="矩形 11"/>
          <p:cNvSpPr/>
          <p:nvPr/>
        </p:nvSpPr>
        <p:spPr>
          <a:xfrm>
            <a:off x="4292353" y="5229200"/>
            <a:ext cx="460851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2800" dirty="0" smtClean="0"/>
              <a:t>3.</a:t>
            </a:r>
            <a:r>
              <a:rPr lang="zh-CN" altLang="en-US" sz="2800" dirty="0" smtClean="0"/>
              <a:t>设备速度差异大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为什么进行设备管理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017760"/>
          </a:xfrm>
        </p:spPr>
        <p:txBody>
          <a:bodyPr/>
          <a:lstStyle/>
          <a:p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为用户提供方便、统一的界面：用户操作的是简便的逻辑设备，而具体的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I/O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物理设备由操作系统去实现。</a:t>
            </a: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提高设备的利用率：尽量提高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CPU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与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I/O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设备之间的并行操作程度，主要利用的技术有：中断技术、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DMA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技术、缓冲技术。</a:t>
            </a:r>
          </a:p>
          <a:p>
            <a:endParaRPr lang="zh-CN" altLang="en-US" sz="2400" dirty="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设备的分类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089768"/>
          </a:xfrm>
        </p:spPr>
        <p:txBody>
          <a:bodyPr/>
          <a:lstStyle/>
          <a:p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1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）按传输速率分类 </a:t>
            </a:r>
          </a:p>
          <a:p>
            <a:pPr>
              <a:buNone/>
            </a:pP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     低速设备：指传输速率为每秒钟几个字节到数百个字     </a:t>
            </a: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pPr>
              <a:buNone/>
            </a:pP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               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节的设备。典型的设备有键盘、鼠标、语   </a:t>
            </a: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pPr>
              <a:buNone/>
            </a:pP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               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音的输入等； </a:t>
            </a:r>
          </a:p>
          <a:p>
            <a:pPr>
              <a:buNone/>
            </a:pP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		   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中速设备：指传输速率在每秒钟数千个字节至数十千</a:t>
            </a: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pPr>
              <a:buNone/>
            </a:pP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               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个字节的设备。典型的设备有行式打印机、 </a:t>
            </a: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pPr>
              <a:buNone/>
            </a:pP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               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激光打印机等； </a:t>
            </a:r>
          </a:p>
          <a:p>
            <a:pPr>
              <a:buNone/>
            </a:pP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     高速设备：指传输速率在数百千个字节至数兆字节的</a:t>
            </a: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pPr>
              <a:buNone/>
            </a:pP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               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设备。典型的设备有磁带机、磁盘机、光</a:t>
            </a: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pPr>
              <a:buNone/>
            </a:pP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               盘机等。</a:t>
            </a:r>
            <a:endParaRPr lang="zh-CN" altLang="en-US" sz="2400" dirty="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设备的分类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616624"/>
          </a:xfrm>
        </p:spPr>
        <p:txBody>
          <a:bodyPr/>
          <a:lstStyle/>
          <a:p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2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）按信息交换的单位分类 </a:t>
            </a:r>
          </a:p>
          <a:p>
            <a:pPr>
              <a:buNone/>
            </a:pP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     块设备：指以数据块为单位来组织和传送数据信息的设备。这类设备用于存储信息，有磁盘和磁带等。典型的块设备是磁盘，每个盘块的大小为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512B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～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4KB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，磁盘设备的基本特征是：传输速率较高，通常每秒钟为几兆位；</a:t>
            </a:r>
          </a:p>
          <a:p>
            <a:pPr>
              <a:buNone/>
            </a:pP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     </a:t>
            </a: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pPr>
              <a:buNone/>
            </a:pP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     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字符设备：指以单个字符为单位来传送数据信息的设备。这类设备一般用于数据的输入和输出，有交互式终端、打印机等。字符设备的基本特征是：传输速率较低；</a:t>
            </a:r>
          </a:p>
          <a:p>
            <a:endParaRPr lang="zh-CN" altLang="en-US" sz="2400" dirty="0" smtClean="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设备的分类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544616"/>
          </a:xfrm>
        </p:spPr>
        <p:txBody>
          <a:bodyPr/>
          <a:lstStyle/>
          <a:p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3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）按资源分配的角度分类 </a:t>
            </a:r>
          </a:p>
          <a:p>
            <a:pPr>
              <a:buNone/>
            </a:pP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     独占设备：指在一段时间内只允许一个用户（进程）访问的设备。大多数低速的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I/O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设备，打印机等属于这类设备。因为独占设备属于临界资源，所以多个并发进程必须互斥地进行访问。 </a:t>
            </a:r>
          </a:p>
          <a:p>
            <a:pPr>
              <a:buNone/>
            </a:pP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     共享设备：指在一段时间内允许多个进程同时访问的设备。共享设备必须是可寻址的和可随机访问的设备。典型的共享设备是磁盘。</a:t>
            </a:r>
          </a:p>
          <a:p>
            <a:pPr>
              <a:buNone/>
            </a:pP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     虚拟设备：指通过虚拟技术将一台独占设备变换为若干台供多个用户（进程）共享的逻辑设备。引入虚拟设备的动机是变独占设备为共享设备，以提高并发，提升系统效率。</a:t>
            </a:r>
          </a:p>
          <a:p>
            <a:endParaRPr lang="zh-CN" altLang="en-US" sz="2400" dirty="0" smtClean="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“互锁”应用举例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472608"/>
          </a:xfrm>
        </p:spPr>
        <p:txBody>
          <a:bodyPr/>
          <a:lstStyle/>
          <a:p>
            <a:r>
              <a:rPr lang="zh-CN" altLang="en-US" sz="2400" dirty="0" smtClean="0">
                <a:latin typeface="宋体" pitchFamily="2" charset="-122"/>
                <a:ea typeface="宋体" pitchFamily="2" charset="-122"/>
                <a:hlinkClick r:id="rId2" action="ppaction://program"/>
              </a:rPr>
              <a:t>场景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：为了防止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485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通讯过程中由于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T/R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没能正常切换而导致通讯中断的问题，在主循环中加入“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T/R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引脚监控”操作：</a:t>
            </a: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r>
              <a:rPr lang="en-US" altLang="zh-CN" sz="2400" dirty="0" err="1" smtClean="0">
                <a:latin typeface="宋体" pitchFamily="2" charset="-122"/>
                <a:ea typeface="宋体" pitchFamily="2" charset="-122"/>
              </a:rPr>
              <a:t>send_flag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：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UART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发送数据标志（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0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：发送完成 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1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：发送中）</a:t>
            </a: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4" name="图片 3" descr="没有锁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59632" y="2636912"/>
            <a:ext cx="6912768" cy="30243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“互锁”应用举例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945752"/>
          </a:xfrm>
        </p:spPr>
        <p:txBody>
          <a:bodyPr/>
          <a:lstStyle/>
          <a:p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当中断中对</a:t>
            </a:r>
            <a:r>
              <a:rPr lang="en-US" altLang="zh-CN" sz="2400" dirty="0" err="1" smtClean="0">
                <a:latin typeface="宋体" pitchFamily="2" charset="-122"/>
                <a:ea typeface="宋体" pitchFamily="2" charset="-122"/>
              </a:rPr>
              <a:t>send_flag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的值进行修改：</a:t>
            </a: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endParaRPr lang="zh-CN" altLang="en-US" sz="2400" dirty="0" smtClean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4" name="图片 3" descr="加锁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43608" y="1916832"/>
            <a:ext cx="6696744" cy="30963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xmlns="" val="1394495523"/>
              </p:ext>
            </p:extLst>
          </p:nvPr>
        </p:nvGraphicFramePr>
        <p:xfrm>
          <a:off x="611450" y="1412720"/>
          <a:ext cx="6264870" cy="29524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2542360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I/O</a:t>
            </a:r>
            <a:r>
              <a:rPr lang="zh-CN" altLang="en-US" dirty="0" smtClean="0"/>
              <a:t>设备组成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089768"/>
          </a:xfrm>
        </p:spPr>
        <p:txBody>
          <a:bodyPr/>
          <a:lstStyle/>
          <a:p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I/O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设备一般由机械和电子两部分组成</a:t>
            </a:r>
          </a:p>
          <a:p>
            <a:pPr>
              <a:buNone/>
            </a:pP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1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）机械部分是设备本身（物理装置）</a:t>
            </a:r>
          </a:p>
          <a:p>
            <a:pPr>
              <a:buNone/>
            </a:pP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    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2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）电子部分又称设备控制器（或适配器）</a:t>
            </a:r>
          </a:p>
          <a:p>
            <a:endParaRPr lang="zh-CN" altLang="en-US" dirty="0"/>
          </a:p>
        </p:txBody>
      </p:sp>
      <p:pic>
        <p:nvPicPr>
          <p:cNvPr id="4" name="图片 3" descr="IO硬件组成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71600" y="2996952"/>
            <a:ext cx="6666667" cy="35904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设备控制器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017760"/>
          </a:xfrm>
        </p:spPr>
        <p:txBody>
          <a:bodyPr/>
          <a:lstStyle/>
          <a:p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设备控制器：处于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CPU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与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I/O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设备之间，它接收从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CPU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发来的命令，并去控制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I/O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设备工作，使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CPU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从繁杂的设备控制事务中解脱出来。</a:t>
            </a:r>
          </a:p>
          <a:p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设备控制器应具有以下功能：接收和识别来自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CPU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的各种命令，实现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CPU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与设备控制器、设备控制器与设备之间的数据交换，记录设备的状态供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CPU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查询，识别它所控制的每个设备地址。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xmlns="" val="1394495523"/>
              </p:ext>
            </p:extLst>
          </p:nvPr>
        </p:nvGraphicFramePr>
        <p:xfrm>
          <a:off x="611450" y="1412720"/>
          <a:ext cx="6264870" cy="29524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2542360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程序</a:t>
            </a:r>
            <a:r>
              <a:rPr lang="en-US" altLang="zh-CN" dirty="0" smtClean="0"/>
              <a:t>I/O</a:t>
            </a:r>
            <a:r>
              <a:rPr lang="zh-CN" altLang="en-US" dirty="0" smtClean="0"/>
              <a:t>方式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161776"/>
          </a:xfrm>
        </p:spPr>
        <p:txBody>
          <a:bodyPr/>
          <a:lstStyle/>
          <a:p>
            <a:endParaRPr lang="zh-CN" altLang="en-US" sz="2400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4" name="图片 3" descr="IO控制方式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" y="1124744"/>
            <a:ext cx="8229600" cy="55658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中断控制方式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544616"/>
          </a:xfrm>
        </p:spPr>
        <p:txBody>
          <a:bodyPr/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pPr>
              <a:buNone/>
            </a:pPr>
            <a:endParaRPr lang="en-US" altLang="zh-CN" sz="1600" dirty="0" smtClean="0"/>
          </a:p>
        </p:txBody>
      </p:sp>
      <p:pic>
        <p:nvPicPr>
          <p:cNvPr id="6" name="图片 5" descr="中断方式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" y="1124744"/>
            <a:ext cx="8075240" cy="55446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DMA</a:t>
            </a:r>
            <a:r>
              <a:rPr lang="zh-CN" altLang="en-US" dirty="0" smtClean="0"/>
              <a:t>控制方式</a:t>
            </a:r>
            <a:endParaRPr lang="zh-CN" altLang="en-US" dirty="0"/>
          </a:p>
        </p:txBody>
      </p:sp>
      <p:pic>
        <p:nvPicPr>
          <p:cNvPr id="4" name="内容占位符 3" descr="DMA控制方式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51520" y="1196752"/>
            <a:ext cx="8640959" cy="525658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DMA</a:t>
            </a:r>
            <a:r>
              <a:rPr lang="zh-CN" altLang="en-US" dirty="0" smtClean="0"/>
              <a:t>应用举例（微处理器）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472608"/>
          </a:xfrm>
        </p:spPr>
        <p:txBody>
          <a:bodyPr/>
          <a:lstStyle/>
          <a:p>
            <a:r>
              <a:rPr lang="zh-CN" altLang="en-US" sz="2400" dirty="0" smtClean="0">
                <a:latin typeface="宋体" pitchFamily="2" charset="-122"/>
                <a:ea typeface="宋体" pitchFamily="2" charset="-122"/>
                <a:hlinkClick r:id="rId2" action="ppaction://program"/>
              </a:rPr>
              <a:t>场景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  <a:hlinkClick r:id="rId2" action="ppaction://program"/>
              </a:rPr>
              <a:t>1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：将一个固定地址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(A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地址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)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的数据搬运到一个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BUFF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中。</a:t>
            </a: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pPr>
              <a:buNone/>
            </a:pP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         例如：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ADC0_R(0)  -&gt;  BUFF0[256]</a:t>
            </a:r>
          </a:p>
          <a:p>
            <a:pPr>
              <a:buNone/>
            </a:pP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  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特点：源地址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(A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地址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)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固定不变；</a:t>
            </a: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pPr>
              <a:buNone/>
            </a:pP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        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每次搬运的数据大小一致；</a:t>
            </a: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pPr>
              <a:buNone/>
            </a:pP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pPr>
              <a:buNone/>
            </a:pPr>
            <a:endParaRPr lang="zh-CN" altLang="en-US" sz="2400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4" name="图片 3" descr="DMA情景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99592" y="3212976"/>
            <a:ext cx="7787208" cy="33843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DMA</a:t>
            </a:r>
            <a:r>
              <a:rPr lang="zh-CN" altLang="en-US" dirty="0" smtClean="0"/>
              <a:t>应用举例（微处理器）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089768"/>
          </a:xfrm>
        </p:spPr>
        <p:txBody>
          <a:bodyPr/>
          <a:lstStyle/>
          <a:p>
            <a:r>
              <a:rPr lang="zh-CN" altLang="en-US" sz="2400" u="sng" dirty="0" smtClean="0">
                <a:latin typeface="宋体" pitchFamily="2" charset="-122"/>
                <a:ea typeface="宋体" pitchFamily="2" charset="-122"/>
                <a:hlinkClick r:id="rId2" action="ppaction://program"/>
              </a:rPr>
              <a:t>场景</a:t>
            </a:r>
            <a:r>
              <a:rPr lang="en-US" altLang="zh-CN" sz="2400" u="sng" dirty="0" smtClean="0">
                <a:latin typeface="宋体" pitchFamily="2" charset="-122"/>
                <a:ea typeface="宋体" pitchFamily="2" charset="-122"/>
                <a:hlinkClick r:id="rId2" action="ppaction://program"/>
              </a:rPr>
              <a:t>2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：将一个有规律不固定地址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(A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地址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)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的数据搬运到一个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BUFF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中。</a:t>
            </a: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pPr>
              <a:buNone/>
            </a:pP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          例如：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ADC0_R(0) 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、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 ADC0_R(1) -&gt;  BUFF0[512]</a:t>
            </a:r>
          </a:p>
          <a:p>
            <a:pPr>
              <a:buNone/>
            </a:pP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   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特点：源地址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(A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地址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)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固定变化，但是有规律；</a:t>
            </a: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pPr>
              <a:buNone/>
            </a:pP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         每次搬运的数据大小一致；</a:t>
            </a: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endParaRPr lang="zh-CN" altLang="en-US" dirty="0"/>
          </a:p>
        </p:txBody>
      </p:sp>
      <p:pic>
        <p:nvPicPr>
          <p:cNvPr id="6" name="图片 5" descr="情景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3861048"/>
            <a:ext cx="9144000" cy="29969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xmlns="" val="1394495523"/>
              </p:ext>
            </p:extLst>
          </p:nvPr>
        </p:nvGraphicFramePr>
        <p:xfrm>
          <a:off x="611450" y="1412720"/>
          <a:ext cx="6264870" cy="29524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2542360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I/O</a:t>
            </a:r>
            <a:r>
              <a:rPr lang="zh-CN" altLang="en-US" dirty="0" smtClean="0"/>
              <a:t>软件层次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56584"/>
          </a:xfrm>
        </p:spPr>
        <p:txBody>
          <a:bodyPr/>
          <a:lstStyle/>
          <a:p>
            <a:pPr>
              <a:buNone/>
            </a:pP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    前面我们所说的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IO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模块实际是指设备控制器与设备。随着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IO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模块的</a:t>
            </a:r>
            <a:endParaRPr lang="en-US" altLang="zh-CN" sz="2000" dirty="0" smtClean="0">
              <a:latin typeface="宋体" pitchFamily="2" charset="-122"/>
              <a:ea typeface="宋体" pitchFamily="2" charset="-122"/>
            </a:endParaRPr>
          </a:p>
          <a:p>
            <a:pPr>
              <a:buNone/>
            </a:pP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概念进一步发展成为专门的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IO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处理器，它有专门的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IO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指令，以及用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IO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指</a:t>
            </a:r>
            <a:endParaRPr lang="en-US" altLang="zh-CN" sz="2000" dirty="0" smtClean="0">
              <a:latin typeface="宋体" pitchFamily="2" charset="-122"/>
              <a:ea typeface="宋体" pitchFamily="2" charset="-122"/>
            </a:endParaRPr>
          </a:p>
          <a:p>
            <a:pPr>
              <a:buNone/>
            </a:pP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令编制的由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IO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处理器执行的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IO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程序来启动设备控制器和设备执行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IO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操作。</a:t>
            </a:r>
            <a:endParaRPr lang="en-US" altLang="zh-CN" sz="2000" dirty="0" smtClean="0">
              <a:latin typeface="宋体" pitchFamily="2" charset="-122"/>
              <a:ea typeface="宋体" pitchFamily="2" charset="-122"/>
            </a:endParaRPr>
          </a:p>
          <a:p>
            <a:pPr>
              <a:buNone/>
            </a:pPr>
            <a:endParaRPr lang="en-US" altLang="zh-CN" sz="2000" dirty="0" smtClean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8" name="图片 7" descr="软件层次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59632" y="2708920"/>
            <a:ext cx="6408712" cy="38164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I/O</a:t>
            </a:r>
            <a:r>
              <a:rPr lang="zh-CN" altLang="en-US" dirty="0" smtClean="0"/>
              <a:t>软件层次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233784"/>
          </a:xfrm>
        </p:spPr>
        <p:txBody>
          <a:bodyPr/>
          <a:lstStyle/>
          <a:p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1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）用户层软件：实现与用户交互的接口，用户可直接调用在用户层提供的、与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I/O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操作有关的库函数，对设备进行操作。</a:t>
            </a:r>
          </a:p>
          <a:p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2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）设备独立性软件：负责实现与设备驱动器的统一接口、设备命名、设备的保护以及设备的分配与释放等，同时为设备管理和数据传送提供必要的存储空间。</a:t>
            </a:r>
          </a:p>
          <a:p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3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）设备驱动程序：与硬件直接相关，负责具体实现系统对设备发出的操作指令，驱动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I/O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设备工作的驱动程序。</a:t>
            </a: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4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）中断处理程序：用于保存被中断进程的</a:t>
            </a:r>
            <a:r>
              <a:rPr lang="en-US" altLang="zh-CN" sz="2400" dirty="0" err="1" smtClean="0">
                <a:latin typeface="宋体" pitchFamily="2" charset="-122"/>
                <a:ea typeface="宋体" pitchFamily="2" charset="-122"/>
              </a:rPr>
              <a:t>Cpu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环境，转入相应的中断处理程序进行处理，处理完后再恢复被中断进程的现场后返回到被中断进程。</a:t>
            </a:r>
          </a:p>
          <a:p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5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）硬件层实现物理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I/O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的操作。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xmlns="" val="1394495523"/>
              </p:ext>
            </p:extLst>
          </p:nvPr>
        </p:nvGraphicFramePr>
        <p:xfrm>
          <a:off x="611450" y="1412720"/>
          <a:ext cx="6264870" cy="29524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2542360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为什么引入缓存技术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363390" cy="5328592"/>
          </a:xfrm>
          <a:prstGeom prst="rect">
            <a:avLst/>
          </a:prstGeom>
        </p:spPr>
        <p:txBody>
          <a:bodyPr/>
          <a:lstStyle>
            <a:lvl1pPr marL="342900" indent="-342900" algn="l" defTabSz="0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微软雅黑"/>
                <a:cs typeface="+mn-cs"/>
                <a:sym typeface="Arial" pitchFamily="34" charset="0"/>
              </a:defRPr>
            </a:lvl1pPr>
            <a:lvl2pPr marL="742950" indent="-285750" algn="l" defTabSz="0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微软雅黑"/>
                <a:sym typeface="Arial" pitchFamily="34" charset="0"/>
              </a:defRPr>
            </a:lvl2pPr>
            <a:lvl3pPr marL="1143000" indent="-228600" algn="l" defTabSz="0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微软雅黑"/>
                <a:sym typeface="Arial" pitchFamily="34" charset="0"/>
              </a:defRPr>
            </a:lvl3pPr>
            <a:lvl4pPr marL="1600200" indent="-228600" algn="l" defTabSz="0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微软雅黑"/>
                <a:sym typeface="Arial" pitchFamily="34" charset="0"/>
              </a:defRPr>
            </a:lvl4pPr>
            <a:lvl5pPr marL="2057400" indent="-228600" algn="l" defTabSz="0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微软雅黑"/>
                <a:sym typeface="Arial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400">
                <a:solidFill>
                  <a:schemeClr val="tx1"/>
                </a:solidFill>
                <a:latin typeface="+mn-lt"/>
                <a:ea typeface="+mn-ea"/>
                <a:sym typeface="Arial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400">
                <a:solidFill>
                  <a:schemeClr val="tx1"/>
                </a:solidFill>
                <a:latin typeface="+mn-lt"/>
                <a:ea typeface="+mn-ea"/>
                <a:sym typeface="Arial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400">
                <a:solidFill>
                  <a:schemeClr val="tx1"/>
                </a:solidFill>
                <a:latin typeface="+mn-lt"/>
                <a:ea typeface="+mn-ea"/>
                <a:sym typeface="Arial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400">
                <a:solidFill>
                  <a:schemeClr val="tx1"/>
                </a:solidFill>
                <a:latin typeface="+mn-lt"/>
                <a:ea typeface="+mn-ea"/>
                <a:sym typeface="Arial" pitchFamily="34" charset="0"/>
              </a:defRPr>
            </a:lvl9pPr>
          </a:lstStyle>
          <a:p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改善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CPU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与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I/O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设备间速度不匹配的矛盾 </a:t>
            </a:r>
          </a:p>
          <a:p>
            <a:pPr>
              <a:buNone/>
            </a:pPr>
            <a:r>
              <a:rPr lang="zh-CN" altLang="en-US" dirty="0" smtClean="0"/>
              <a:t>          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例如一个程序，它时而进行长时间的计算而没有输出，时而又阵发性把输出送到打印机。</a:t>
            </a: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pPr>
              <a:buNone/>
            </a:pP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  由于打印机的速度跟不上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CPU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，而使得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CPU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长时间的等待。如果设置了缓冲区，程序输出的数据先送到缓冲区暂存，然后由打印机慢慢地输出。这时，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CPU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不必等待，可以继续执行程序。实现了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CPU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与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I/O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设备之间的并行工作。    </a:t>
            </a: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pPr>
              <a:buNone/>
            </a:pPr>
            <a:r>
              <a:rPr lang="en-US" altLang="zh-CN" dirty="0" smtClean="0"/>
              <a:t>         </a:t>
            </a:r>
            <a:endParaRPr lang="zh-CN" altLang="en-US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2442361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缓存的类型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328592"/>
          </a:xfrm>
        </p:spPr>
        <p:txBody>
          <a:bodyPr/>
          <a:lstStyle/>
          <a:p>
            <a:r>
              <a:rPr lang="zh-CN" altLang="en-US" dirty="0" smtClean="0"/>
              <a:t>单缓冲（ </a:t>
            </a:r>
            <a:r>
              <a:rPr lang="en-US" altLang="zh-CN" dirty="0" smtClean="0"/>
              <a:t>Single Buffer </a:t>
            </a:r>
            <a:r>
              <a:rPr lang="zh-CN" altLang="en-US" dirty="0" smtClean="0"/>
              <a:t>） ：为了提高 </a:t>
            </a:r>
            <a:r>
              <a:rPr lang="en-US" altLang="zh-CN" dirty="0" smtClean="0"/>
              <a:t>CPU</a:t>
            </a:r>
            <a:r>
              <a:rPr lang="zh-CN" altLang="en-US" dirty="0" smtClean="0"/>
              <a:t>和设备的并行操作程度，每当一个用户进程发出一个</a:t>
            </a:r>
            <a:r>
              <a:rPr lang="en-US" altLang="zh-CN" dirty="0" smtClean="0"/>
              <a:t>I/O</a:t>
            </a:r>
            <a:r>
              <a:rPr lang="zh-CN" altLang="en-US" dirty="0" smtClean="0"/>
              <a:t>请求时，操作系统便在主存的系统区中为之分配一个缓冲区。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双缓冲工作方式（也称为缓冲对换方式）基本方法是在设备输入时，先将数据输入到缓冲区</a:t>
            </a:r>
            <a:r>
              <a:rPr lang="en-US" altLang="zh-CN" dirty="0" smtClean="0"/>
              <a:t>A</a:t>
            </a:r>
            <a:r>
              <a:rPr lang="zh-CN" altLang="en-US" dirty="0" smtClean="0"/>
              <a:t>，装满后便转向缓冲区</a:t>
            </a:r>
            <a:r>
              <a:rPr lang="en-US" altLang="zh-CN" dirty="0" smtClean="0"/>
              <a:t>B</a:t>
            </a:r>
            <a:r>
              <a:rPr lang="zh-CN" altLang="en-US" dirty="0" smtClean="0"/>
              <a:t>。此时操作系统可以从缓冲区</a:t>
            </a:r>
            <a:r>
              <a:rPr lang="en-US" altLang="zh-CN" dirty="0" smtClean="0"/>
              <a:t>B</a:t>
            </a:r>
            <a:r>
              <a:rPr lang="zh-CN" altLang="en-US" dirty="0" smtClean="0"/>
              <a:t>中提取数据传送到用户区，最后由</a:t>
            </a:r>
            <a:r>
              <a:rPr lang="en-US" altLang="zh-CN" dirty="0" smtClean="0"/>
              <a:t>CPU</a:t>
            </a:r>
            <a:r>
              <a:rPr lang="zh-CN" altLang="en-US" dirty="0" smtClean="0"/>
              <a:t>对数据进行计算。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循环缓冲（ </a:t>
            </a:r>
            <a:r>
              <a:rPr lang="en-US" altLang="zh-CN" dirty="0" smtClean="0"/>
              <a:t>Circular Buffer </a:t>
            </a:r>
            <a:r>
              <a:rPr lang="zh-CN" altLang="en-US" dirty="0" smtClean="0"/>
              <a:t>） </a:t>
            </a:r>
          </a:p>
          <a:p>
            <a:pPr>
              <a:buNone/>
            </a:pPr>
            <a:r>
              <a:rPr lang="zh-CN" altLang="en-US" dirty="0" smtClean="0"/>
              <a:t>     由于数据</a:t>
            </a:r>
            <a:r>
              <a:rPr lang="en-US" altLang="zh-CN" dirty="0" smtClean="0"/>
              <a:t>I/O</a:t>
            </a:r>
            <a:r>
              <a:rPr lang="zh-CN" altLang="en-US" dirty="0" smtClean="0"/>
              <a:t>多数是间断的，可增加缓冲区的个数来改善</a:t>
            </a:r>
            <a:r>
              <a:rPr lang="en-US" altLang="zh-CN" dirty="0" smtClean="0"/>
              <a:t>CPU</a:t>
            </a:r>
            <a:r>
              <a:rPr lang="zh-CN" altLang="en-US" dirty="0" smtClean="0"/>
              <a:t>与</a:t>
            </a:r>
            <a:r>
              <a:rPr lang="en-US" altLang="zh-CN" dirty="0" smtClean="0"/>
              <a:t>I/O</a:t>
            </a:r>
            <a:r>
              <a:rPr lang="zh-CN" altLang="en-US" dirty="0" smtClean="0"/>
              <a:t>设备间速度不匹配的矛盾。我们可以将多个缓冲区组织成循环队列的形式，其中一些队列专门用于输入，另一些队列专门用于输出。输入进程先不断向队列中空缓冲区</a:t>
            </a:r>
            <a:r>
              <a:rPr lang="en-US" altLang="zh-CN" dirty="0" smtClean="0"/>
              <a:t>R</a:t>
            </a:r>
            <a:r>
              <a:rPr lang="zh-CN" altLang="en-US" dirty="0" smtClean="0"/>
              <a:t>输入数据，计算进程再从队列中装满数据的缓冲区</a:t>
            </a:r>
            <a:r>
              <a:rPr lang="en-US" altLang="zh-CN" dirty="0" smtClean="0"/>
              <a:t>G</a:t>
            </a:r>
            <a:r>
              <a:rPr lang="zh-CN" altLang="en-US" dirty="0" smtClean="0"/>
              <a:t>中提取数据用于计算。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缓存的类型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017760"/>
          </a:xfrm>
        </p:spPr>
        <p:txBody>
          <a:bodyPr/>
          <a:lstStyle/>
          <a:p>
            <a:r>
              <a:rPr lang="zh-CN" altLang="en-US" dirty="0" smtClean="0"/>
              <a:t>缓冲池 </a:t>
            </a:r>
          </a:p>
          <a:p>
            <a:pPr>
              <a:buNone/>
            </a:pPr>
            <a:r>
              <a:rPr lang="zh-CN" altLang="en-US" dirty="0" smtClean="0"/>
              <a:t>     当系统配置较多的设备时，使用专用缓冲区就要消耗大量的内存空间，且其利用率不高。为了提高缓冲区的利用率，目前广泛使用公用缓冲池，池中的缓冲区可供多个进程共享。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335873" y="1857364"/>
            <a:ext cx="6472254" cy="65403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2579004" y="1873250"/>
            <a:ext cx="4993392" cy="863600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fontAlgn="auto">
              <a:lnSpc>
                <a:spcPts val="5763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s-HN" sz="4900" b="1" dirty="0" smtClean="0">
                <a:solidFill>
                  <a:srgbClr val="40404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THANK</a:t>
            </a:r>
            <a:r>
              <a:rPr lang="es-HN" sz="4900" dirty="0" smtClean="0">
                <a:solidFill>
                  <a:srgbClr val="40404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s-HN" sz="4900" b="1" dirty="0" smtClean="0">
                <a:solidFill>
                  <a:srgbClr val="F98D27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YOU</a:t>
            </a:r>
            <a:r>
              <a:rPr lang="zh-CN" altLang="en-US" sz="4900" b="1" dirty="0" smtClean="0">
                <a:solidFill>
                  <a:srgbClr val="F98D27"/>
                </a:solidFill>
                <a:latin typeface="Tahoma" pitchFamily="34" charset="0"/>
                <a:ea typeface="+mn-ea"/>
                <a:cs typeface="Tahoma" pitchFamily="34" charset="0"/>
              </a:rPr>
              <a:t>！</a:t>
            </a:r>
            <a:endParaRPr lang="es-HN" sz="4900" b="1" dirty="0">
              <a:solidFill>
                <a:srgbClr val="F98D27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" name="1 Título"/>
          <p:cNvSpPr txBox="1">
            <a:spLocks/>
          </p:cNvSpPr>
          <p:nvPr/>
        </p:nvSpPr>
        <p:spPr bwMode="auto">
          <a:xfrm>
            <a:off x="2609168" y="2736850"/>
            <a:ext cx="4105275" cy="126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>
              <a:lnSpc>
                <a:spcPts val="5763"/>
              </a:lnSpc>
            </a:pPr>
            <a:r>
              <a:rPr lang="zh-CN" altLang="en-US" sz="6600" b="1" dirty="0">
                <a:solidFill>
                  <a:srgbClr val="404040"/>
                </a:solidFill>
                <a:latin typeface="华文细黑" pitchFamily="2" charset="-122"/>
                <a:ea typeface="华文细黑" pitchFamily="2" charset="-122"/>
              </a:rPr>
              <a:t>谢 谢</a:t>
            </a:r>
            <a:endParaRPr lang="es-HN" sz="6600" b="1" dirty="0">
              <a:solidFill>
                <a:srgbClr val="F98D27"/>
              </a:solidFill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8" name="TextBox 10"/>
          <p:cNvSpPr txBox="1">
            <a:spLocks noChangeArrowheads="1"/>
          </p:cNvSpPr>
          <p:nvPr/>
        </p:nvSpPr>
        <p:spPr bwMode="auto">
          <a:xfrm>
            <a:off x="1415366" y="5596282"/>
            <a:ext cx="648176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/>
            <a:r>
              <a:rPr lang="en-US" altLang="zh-CN" sz="1100" dirty="0">
                <a:solidFill>
                  <a:srgbClr val="FCFCF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Tell: </a:t>
            </a:r>
            <a:r>
              <a:rPr lang="en-US" altLang="zh-CN" sz="1100" dirty="0" smtClean="0">
                <a:solidFill>
                  <a:srgbClr val="FCFCF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010-5639 0000  |  Web</a:t>
            </a:r>
            <a:r>
              <a:rPr lang="en-US" altLang="zh-CN" sz="1100" dirty="0">
                <a:solidFill>
                  <a:srgbClr val="FCFCF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 </a:t>
            </a:r>
            <a:r>
              <a:rPr lang="en-US" altLang="zh-CN" sz="1100" dirty="0" smtClean="0">
                <a:solidFill>
                  <a:srgbClr val="FCFCF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www.accuenergy.com.cn  |  </a:t>
            </a:r>
            <a:r>
              <a:rPr lang="en-US" altLang="zh-CN" sz="1100" dirty="0">
                <a:solidFill>
                  <a:srgbClr val="FCFCF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Email: </a:t>
            </a:r>
            <a:r>
              <a:rPr lang="en-US" altLang="zh-CN" sz="1100" dirty="0" smtClean="0">
                <a:solidFill>
                  <a:srgbClr val="FCFCF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marketing@accuenergy.com.cn</a:t>
            </a:r>
            <a:endParaRPr lang="en-US" altLang="zh-CN" sz="1100" dirty="0">
              <a:solidFill>
                <a:srgbClr val="FCFCFC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9" name="1 Título"/>
          <p:cNvSpPr txBox="1">
            <a:spLocks/>
          </p:cNvSpPr>
          <p:nvPr/>
        </p:nvSpPr>
        <p:spPr bwMode="auto">
          <a:xfrm>
            <a:off x="2579004" y="5091457"/>
            <a:ext cx="4106862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/>
            <a:r>
              <a:rPr lang="zh-CN" altLang="en-US" sz="2000" b="1" dirty="0">
                <a:solidFill>
                  <a:srgbClr val="FCFCFC"/>
                </a:solidFill>
                <a:latin typeface="华文细黑" pitchFamily="2" charset="-122"/>
                <a:ea typeface="华文细黑" pitchFamily="2" charset="-122"/>
              </a:rPr>
              <a:t>北京爱博精电科技有限公司</a:t>
            </a:r>
            <a:endParaRPr lang="es-HN" sz="2000" b="1" dirty="0">
              <a:solidFill>
                <a:srgbClr val="FCFCFC"/>
              </a:solidFill>
              <a:latin typeface="华文细黑" pitchFamily="2" charset="-122"/>
              <a:ea typeface="华文细黑" pitchFamily="2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操作系统基础（三）韩伟_201803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VI手册工作汇报20140807.pptx" id="{6C47E5A1-BF87-4663-8EE5-FC932CCBA290}" vid="{0B534153-435B-455F-B50B-03121D04BDD4}"/>
    </a:ext>
  </a:extLst>
</a:theme>
</file>

<file path=ppt/theme/theme3.xml><?xml version="1.0" encoding="utf-8"?>
<a:theme xmlns:a="http://schemas.openxmlformats.org/drawingml/2006/main" name="默认设计模板">
  <a:themeElements>
    <a:clrScheme name="气流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 经典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/>
  <a:extLst>
    <a:ext uri="{05A4C25C-085E-4340-85A3-A5531E510DB2}">
      <thm15:themeFamily xmlns="" xmlns:thm15="http://schemas.microsoft.com/office/thememl/2012/main" name="VI手册工作汇报20140807.pptx" id="{6C47E5A1-BF87-4663-8EE5-FC932CCBA290}" vid="{3211AE59-5CCE-46C6-89E0-607D164AE60A}"/>
    </a:ext>
  </a:extLst>
</a:theme>
</file>

<file path=ppt/theme/theme4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VI手册工作汇报20140807.pptx" id="{6C47E5A1-BF87-4663-8EE5-FC932CCBA290}" vid="{9065C612-E87F-4ED5-943D-7E5A4E03EA4F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操作系统基础（三）韩伟_20180301</Template>
  <TotalTime>498</TotalTime>
  <Pages>0</Pages>
  <Words>1520</Words>
  <Characters>0</Characters>
  <Application>Microsoft Office PowerPoint</Application>
  <DocSecurity>0</DocSecurity>
  <PresentationFormat>全屏显示(4:3)</PresentationFormat>
  <Lines>0</Lines>
  <Paragraphs>143</Paragraphs>
  <Slides>29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4</vt:i4>
      </vt:variant>
      <vt:variant>
        <vt:lpstr>幻灯片标题</vt:lpstr>
      </vt:variant>
      <vt:variant>
        <vt:i4>29</vt:i4>
      </vt:variant>
    </vt:vector>
  </HeadingPairs>
  <TitlesOfParts>
    <vt:vector size="33" baseType="lpstr">
      <vt:lpstr>操作系统基础（三）韩伟_20180301</vt:lpstr>
      <vt:lpstr>自定义设计</vt:lpstr>
      <vt:lpstr>默认设计模板</vt:lpstr>
      <vt:lpstr>1_自定义设计方案</vt:lpstr>
      <vt:lpstr>幻灯片 1</vt:lpstr>
      <vt:lpstr>目录</vt:lpstr>
      <vt:lpstr>目录</vt:lpstr>
      <vt:lpstr>什么是设备管理</vt:lpstr>
      <vt:lpstr>什么是设备管理</vt:lpstr>
      <vt:lpstr>为什么进行设备管理</vt:lpstr>
      <vt:lpstr>为什么进行设备管理</vt:lpstr>
      <vt:lpstr>设备的分类</vt:lpstr>
      <vt:lpstr>设备的分类</vt:lpstr>
      <vt:lpstr>设备的分类</vt:lpstr>
      <vt:lpstr>“互锁”应用举例</vt:lpstr>
      <vt:lpstr>“互锁”应用举例</vt:lpstr>
      <vt:lpstr>目录</vt:lpstr>
      <vt:lpstr>I/O设备组成 </vt:lpstr>
      <vt:lpstr>设备控制器</vt:lpstr>
      <vt:lpstr>目录</vt:lpstr>
      <vt:lpstr>程序I/O方式</vt:lpstr>
      <vt:lpstr>中断控制方式</vt:lpstr>
      <vt:lpstr>DMA控制方式</vt:lpstr>
      <vt:lpstr>DMA应用举例（微处理器）</vt:lpstr>
      <vt:lpstr>DMA应用举例（微处理器）</vt:lpstr>
      <vt:lpstr>目录</vt:lpstr>
      <vt:lpstr>I/O软件层次</vt:lpstr>
      <vt:lpstr>I/O软件层次</vt:lpstr>
      <vt:lpstr>目录</vt:lpstr>
      <vt:lpstr>为什么引入缓存技术</vt:lpstr>
      <vt:lpstr>缓存的类型</vt:lpstr>
      <vt:lpstr>缓存的类型</vt:lpstr>
      <vt:lpstr>幻灯片 29</vt:lpstr>
    </vt:vector>
  </TitlesOfParts>
  <Company>P R C</Company>
  <LinksUpToDate>false</LinksUpToDate>
  <CharactersWithSpaces>0</CharactersWithSpaces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Windows User</dc:creator>
  <cp:lastModifiedBy>Windows User</cp:lastModifiedBy>
  <cp:revision>202</cp:revision>
  <dcterms:created xsi:type="dcterms:W3CDTF">2018-03-18T01:52:15Z</dcterms:created>
  <dcterms:modified xsi:type="dcterms:W3CDTF">2018-03-18T10:17:23Z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2052-8.1.0.3483</vt:lpwstr>
  </property>
</Properties>
</file>